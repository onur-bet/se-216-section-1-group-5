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ptos Bold" charset="1" panose="020B0004020202020204"/>
      <p:regular r:id="rId23"/>
    </p:embeddedFont>
    <p:embeddedFont>
      <p:font typeface="Aptos" charset="1" panose="020B0004020202020204"/>
      <p:regular r:id="rId24"/>
    </p:embeddedFont>
    <p:embeddedFont>
      <p:font typeface="Noto Sans Bold" charset="1" panose="020B0802040504020204"/>
      <p:regular r:id="rId26"/>
    </p:embeddedFont>
    <p:embeddedFont>
      <p:font typeface="Noto Sans" charset="1" panose="020B050204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8.png" Type="http://schemas.openxmlformats.org/officeDocument/2006/relationships/image"/><Relationship Id="rId17" Target="../media/image19.svg" Type="http://schemas.openxmlformats.org/officeDocument/2006/relationships/image"/><Relationship Id="rId18" Target="../media/image20.svg" Type="http://schemas.openxmlformats.org/officeDocument/2006/relationships/image"/><Relationship Id="rId19" Target="../media/image21.png" Type="http://schemas.openxmlformats.org/officeDocument/2006/relationships/image"/><Relationship Id="rId2" Target="../media/image4.png" Type="http://schemas.openxmlformats.org/officeDocument/2006/relationships/image"/><Relationship Id="rId20" Target="../media/image22.svg" Type="http://schemas.openxmlformats.org/officeDocument/2006/relationships/image"/><Relationship Id="rId21" Target="../media/image23.png" Type="http://schemas.openxmlformats.org/officeDocument/2006/relationships/image"/><Relationship Id="rId22" Target="../media/image24.svg" Type="http://schemas.openxmlformats.org/officeDocument/2006/relationships/image"/><Relationship Id="rId3" Target="../media/image5.sv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88902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46542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2041941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618470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3194990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771509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4348039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924558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550107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6077598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6654127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7230647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7807166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8383695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8960215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9536735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9535" y="10038426"/>
            <a:ext cx="18320909" cy="266148"/>
            <a:chOff x="0" y="0"/>
            <a:chExt cx="24427878" cy="3548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427814" cy="354838"/>
            </a:xfrm>
            <a:custGeom>
              <a:avLst/>
              <a:gdLst/>
              <a:ahLst/>
              <a:cxnLst/>
              <a:rect r="r" b="b" t="t" l="l"/>
              <a:pathLst>
                <a:path h="354838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342138"/>
                  </a:lnTo>
                  <a:cubicBezTo>
                    <a:pt x="24427814" y="349123"/>
                    <a:pt x="24422100" y="354838"/>
                    <a:pt x="24415114" y="354838"/>
                  </a:cubicBezTo>
                  <a:lnTo>
                    <a:pt x="12700" y="354838"/>
                  </a:lnTo>
                  <a:cubicBezTo>
                    <a:pt x="5715" y="354838"/>
                    <a:pt x="0" y="349123"/>
                    <a:pt x="0" y="3421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42138"/>
                  </a:lnTo>
                  <a:lnTo>
                    <a:pt x="12700" y="342138"/>
                  </a:lnTo>
                  <a:lnTo>
                    <a:pt x="12700" y="329438"/>
                  </a:lnTo>
                  <a:lnTo>
                    <a:pt x="24415114" y="329438"/>
                  </a:lnTo>
                  <a:lnTo>
                    <a:pt x="24415114" y="342138"/>
                  </a:lnTo>
                  <a:lnTo>
                    <a:pt x="24402414" y="342138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8324" y="988324"/>
            <a:ext cx="8510568" cy="1029500"/>
            <a:chOff x="0" y="0"/>
            <a:chExt cx="11347425" cy="137266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347425" cy="1372672"/>
            </a:xfrm>
            <a:custGeom>
              <a:avLst/>
              <a:gdLst/>
              <a:ahLst/>
              <a:cxnLst/>
              <a:rect r="r" b="b" t="t" l="l"/>
              <a:pathLst>
                <a:path h="1372672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076" r="0" b="-11107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1347425" cy="1372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466"/>
                </a:lnSpc>
              </a:pPr>
              <a:r>
                <a:rPr lang="en-US" sz="705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0906" y="2099043"/>
            <a:ext cx="5273354" cy="57198"/>
            <a:chOff x="0" y="0"/>
            <a:chExt cx="7031139" cy="762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38100" y="0"/>
              <a:ext cx="6954901" cy="76200"/>
            </a:xfrm>
            <a:custGeom>
              <a:avLst/>
              <a:gdLst/>
              <a:ahLst/>
              <a:cxnLst/>
              <a:rect r="r" b="b" t="t" l="l"/>
              <a:pathLst>
                <a:path h="76200" w="6954901">
                  <a:moveTo>
                    <a:pt x="0" y="0"/>
                  </a:moveTo>
                  <a:lnTo>
                    <a:pt x="6954901" y="0"/>
                  </a:lnTo>
                  <a:lnTo>
                    <a:pt x="695490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29500" y="2525716"/>
            <a:ext cx="7961500" cy="521618"/>
            <a:chOff x="0" y="0"/>
            <a:chExt cx="10615333" cy="69549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15333" cy="695487"/>
            </a:xfrm>
            <a:custGeom>
              <a:avLst/>
              <a:gdLst/>
              <a:ahLst/>
              <a:cxnLst/>
              <a:rect r="r" b="b" t="t" l="l"/>
              <a:pathLst>
                <a:path h="695487" w="10615333">
                  <a:moveTo>
                    <a:pt x="0" y="0"/>
                  </a:moveTo>
                  <a:lnTo>
                    <a:pt x="10615333" y="0"/>
                  </a:lnTo>
                  <a:lnTo>
                    <a:pt x="10615333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03" r="0" b="-24740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0615333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DCEADB"/>
                  </a:solidFill>
                  <a:latin typeface="Aptos"/>
                  <a:ea typeface="Aptos"/>
                  <a:cs typeface="Aptos"/>
                  <a:sym typeface="Aptos"/>
                </a:rPr>
                <a:t>AI Personal Health &amp; Fitness Coach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43235" y="3266961"/>
            <a:ext cx="7137892" cy="356892"/>
            <a:chOff x="0" y="0"/>
            <a:chExt cx="9517190" cy="4758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17195" cy="475860"/>
            </a:xfrm>
            <a:custGeom>
              <a:avLst/>
              <a:gdLst/>
              <a:ahLst/>
              <a:cxnLst/>
              <a:rect r="r" b="b" t="t" l="l"/>
              <a:pathLst>
                <a:path h="475860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9517190" cy="466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CBD4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 216 — Software Project Management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43235" y="3816029"/>
            <a:ext cx="5216157" cy="329441"/>
            <a:chOff x="0" y="0"/>
            <a:chExt cx="6954876" cy="43925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54873" cy="439255"/>
            </a:xfrm>
            <a:custGeom>
              <a:avLst/>
              <a:gdLst/>
              <a:ahLst/>
              <a:cxnLst/>
              <a:rect r="r" b="b" t="t" l="l"/>
              <a:pathLst>
                <a:path h="439255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6954876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B7C3B5"/>
                  </a:solidFill>
                  <a:latin typeface="Aptos"/>
                  <a:ea typeface="Aptos"/>
                  <a:cs typeface="Aptos"/>
                  <a:sym typeface="Aptos"/>
                </a:rPr>
                <a:t>2025–2026 Spring Semester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61152" y="4685005"/>
            <a:ext cx="5715657" cy="815216"/>
            <a:chOff x="0" y="0"/>
            <a:chExt cx="7620876" cy="108695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2700" y="12700"/>
              <a:ext cx="7595489" cy="1061593"/>
            </a:xfrm>
            <a:custGeom>
              <a:avLst/>
              <a:gdLst/>
              <a:ahLst/>
              <a:cxnLst/>
              <a:rect r="r" b="b" t="t" l="l"/>
              <a:pathLst>
                <a:path h="1061593" w="7595489">
                  <a:moveTo>
                    <a:pt x="0" y="146431"/>
                  </a:moveTo>
                  <a:cubicBezTo>
                    <a:pt x="0" y="65532"/>
                    <a:pt x="66929" y="0"/>
                    <a:pt x="149479" y="0"/>
                  </a:cubicBezTo>
                  <a:lnTo>
                    <a:pt x="7446010" y="0"/>
                  </a:lnTo>
                  <a:cubicBezTo>
                    <a:pt x="7528560" y="0"/>
                    <a:pt x="7595489" y="65532"/>
                    <a:pt x="7595489" y="146431"/>
                  </a:cubicBezTo>
                  <a:lnTo>
                    <a:pt x="7595489" y="915162"/>
                  </a:lnTo>
                  <a:cubicBezTo>
                    <a:pt x="7595489" y="996061"/>
                    <a:pt x="7528560" y="1061593"/>
                    <a:pt x="7446010" y="1061593"/>
                  </a:cubicBezTo>
                  <a:lnTo>
                    <a:pt x="149479" y="1061593"/>
                  </a:lnTo>
                  <a:cubicBezTo>
                    <a:pt x="66929" y="1061593"/>
                    <a:pt x="0" y="995934"/>
                    <a:pt x="0" y="915162"/>
                  </a:cubicBezTo>
                  <a:close/>
                </a:path>
              </a:pathLst>
            </a:custGeom>
            <a:solidFill>
              <a:srgbClr val="2B332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889" cy="1086993"/>
            </a:xfrm>
            <a:custGeom>
              <a:avLst/>
              <a:gdLst/>
              <a:ahLst/>
              <a:cxnLst/>
              <a:rect r="r" b="b" t="t" l="l"/>
              <a:pathLst>
                <a:path h="1086993" w="7620889">
                  <a:moveTo>
                    <a:pt x="0" y="159131"/>
                  </a:moveTo>
                  <a:cubicBezTo>
                    <a:pt x="0" y="70993"/>
                    <a:pt x="72771" y="0"/>
                    <a:pt x="162179" y="0"/>
                  </a:cubicBezTo>
                  <a:lnTo>
                    <a:pt x="7458710" y="0"/>
                  </a:lnTo>
                  <a:lnTo>
                    <a:pt x="7458710" y="12700"/>
                  </a:lnTo>
                  <a:lnTo>
                    <a:pt x="7458710" y="0"/>
                  </a:lnTo>
                  <a:cubicBezTo>
                    <a:pt x="7547991" y="0"/>
                    <a:pt x="7620889" y="70993"/>
                    <a:pt x="7620889" y="159131"/>
                  </a:cubicBezTo>
                  <a:lnTo>
                    <a:pt x="7608189" y="159131"/>
                  </a:lnTo>
                  <a:lnTo>
                    <a:pt x="7620889" y="159131"/>
                  </a:lnTo>
                  <a:lnTo>
                    <a:pt x="7620889" y="927862"/>
                  </a:lnTo>
                  <a:lnTo>
                    <a:pt x="7608189" y="927862"/>
                  </a:lnTo>
                  <a:lnTo>
                    <a:pt x="7620889" y="927862"/>
                  </a:lnTo>
                  <a:cubicBezTo>
                    <a:pt x="7620889" y="1016000"/>
                    <a:pt x="7548118" y="1086993"/>
                    <a:pt x="7458710" y="1086993"/>
                  </a:cubicBezTo>
                  <a:lnTo>
                    <a:pt x="7458710" y="1074293"/>
                  </a:lnTo>
                  <a:lnTo>
                    <a:pt x="7458710" y="1086993"/>
                  </a:lnTo>
                  <a:lnTo>
                    <a:pt x="162179" y="1086993"/>
                  </a:lnTo>
                  <a:lnTo>
                    <a:pt x="162179" y="1074293"/>
                  </a:lnTo>
                  <a:lnTo>
                    <a:pt x="162179" y="1086993"/>
                  </a:lnTo>
                  <a:cubicBezTo>
                    <a:pt x="72771" y="1086993"/>
                    <a:pt x="0" y="1016000"/>
                    <a:pt x="0" y="927862"/>
                  </a:cubicBezTo>
                  <a:lnTo>
                    <a:pt x="0" y="159131"/>
                  </a:lnTo>
                  <a:lnTo>
                    <a:pt x="12700" y="159131"/>
                  </a:lnTo>
                  <a:lnTo>
                    <a:pt x="0" y="159131"/>
                  </a:lnTo>
                  <a:moveTo>
                    <a:pt x="25400" y="159131"/>
                  </a:moveTo>
                  <a:lnTo>
                    <a:pt x="25400" y="927862"/>
                  </a:lnTo>
                  <a:lnTo>
                    <a:pt x="12700" y="927862"/>
                  </a:lnTo>
                  <a:lnTo>
                    <a:pt x="25400" y="927862"/>
                  </a:lnTo>
                  <a:cubicBezTo>
                    <a:pt x="25400" y="1001522"/>
                    <a:pt x="86360" y="1061593"/>
                    <a:pt x="162052" y="1061593"/>
                  </a:cubicBezTo>
                  <a:lnTo>
                    <a:pt x="7458710" y="1061593"/>
                  </a:lnTo>
                  <a:cubicBezTo>
                    <a:pt x="7534402" y="1061593"/>
                    <a:pt x="7595362" y="1001522"/>
                    <a:pt x="7595362" y="927862"/>
                  </a:cubicBezTo>
                  <a:lnTo>
                    <a:pt x="7595362" y="159131"/>
                  </a:lnTo>
                  <a:cubicBezTo>
                    <a:pt x="7595362" y="85471"/>
                    <a:pt x="7534402" y="25400"/>
                    <a:pt x="7458710" y="25400"/>
                  </a:cubicBezTo>
                  <a:lnTo>
                    <a:pt x="162179" y="25400"/>
                  </a:lnTo>
                  <a:lnTo>
                    <a:pt x="162179" y="12700"/>
                  </a:lnTo>
                  <a:lnTo>
                    <a:pt x="162179" y="25400"/>
                  </a:lnTo>
                  <a:cubicBezTo>
                    <a:pt x="86360" y="25400"/>
                    <a:pt x="25400" y="85471"/>
                    <a:pt x="25400" y="159131"/>
                  </a:cubicBezTo>
                  <a:close/>
                </a:path>
              </a:pathLst>
            </a:custGeom>
            <a:solidFill>
              <a:srgbClr val="91AF8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72676" y="4900441"/>
            <a:ext cx="5092617" cy="411802"/>
            <a:chOff x="0" y="0"/>
            <a:chExt cx="6790157" cy="54906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790153" cy="549066"/>
            </a:xfrm>
            <a:custGeom>
              <a:avLst/>
              <a:gdLst/>
              <a:ahLst/>
              <a:cxnLst/>
              <a:rect r="r" b="b" t="t" l="l"/>
              <a:pathLst>
                <a:path h="549066" w="6790153">
                  <a:moveTo>
                    <a:pt x="0" y="0"/>
                  </a:moveTo>
                  <a:lnTo>
                    <a:pt x="6790153" y="0"/>
                  </a:lnTo>
                  <a:lnTo>
                    <a:pt x="6790153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965" r="0" b="-19096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6790157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DDE8DC"/>
                  </a:solidFill>
                  <a:latin typeface="Aptos"/>
                  <a:ea typeface="Aptos"/>
                  <a:cs typeface="Aptos"/>
                  <a:sym typeface="Aptos"/>
                </a:rPr>
                <a:t>Instructor</a:t>
              </a:r>
              <a:r>
                <a:rPr lang="en-US" sz="1726">
                  <a:solidFill>
                    <a:srgbClr val="DDE8DC"/>
                  </a:solidFill>
                  <a:latin typeface="Aptos"/>
                  <a:ea typeface="Aptos"/>
                  <a:cs typeface="Aptos"/>
                  <a:sym typeface="Aptos"/>
                </a:rPr>
                <a:t>: Dr. Ibrahim ZİNCİR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19975" y="5920416"/>
            <a:ext cx="8461000" cy="3244844"/>
            <a:chOff x="0" y="0"/>
            <a:chExt cx="11281334" cy="432645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11255883" cy="4301109"/>
            </a:xfrm>
            <a:custGeom>
              <a:avLst/>
              <a:gdLst/>
              <a:ahLst/>
              <a:cxnLst/>
              <a:rect r="r" b="b" t="t" l="l"/>
              <a:pathLst>
                <a:path h="4301109" w="11255883">
                  <a:moveTo>
                    <a:pt x="0" y="146431"/>
                  </a:moveTo>
                  <a:cubicBezTo>
                    <a:pt x="0" y="65532"/>
                    <a:pt x="65786" y="0"/>
                    <a:pt x="146939" y="0"/>
                  </a:cubicBezTo>
                  <a:lnTo>
                    <a:pt x="11108944" y="0"/>
                  </a:lnTo>
                  <a:cubicBezTo>
                    <a:pt x="11190097" y="0"/>
                    <a:pt x="11255883" y="65532"/>
                    <a:pt x="11255883" y="146431"/>
                  </a:cubicBezTo>
                  <a:lnTo>
                    <a:pt x="11255883" y="4154678"/>
                  </a:lnTo>
                  <a:cubicBezTo>
                    <a:pt x="11255883" y="4235577"/>
                    <a:pt x="11190097" y="4301109"/>
                    <a:pt x="11108944" y="4301109"/>
                  </a:cubicBezTo>
                  <a:lnTo>
                    <a:pt x="146939" y="4301109"/>
                  </a:lnTo>
                  <a:cubicBezTo>
                    <a:pt x="65786" y="4301109"/>
                    <a:pt x="0" y="4235450"/>
                    <a:pt x="0" y="4154678"/>
                  </a:cubicBezTo>
                  <a:close/>
                </a:path>
              </a:pathLst>
            </a:custGeom>
            <a:solidFill>
              <a:srgbClr val="2B332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281283" cy="4326509"/>
            </a:xfrm>
            <a:custGeom>
              <a:avLst/>
              <a:gdLst/>
              <a:ahLst/>
              <a:cxnLst/>
              <a:rect r="r" b="b" t="t" l="l"/>
              <a:pathLst>
                <a:path h="4326509" w="11281283">
                  <a:moveTo>
                    <a:pt x="0" y="159131"/>
                  </a:moveTo>
                  <a:cubicBezTo>
                    <a:pt x="0" y="71247"/>
                    <a:pt x="71501" y="0"/>
                    <a:pt x="159639" y="0"/>
                  </a:cubicBezTo>
                  <a:lnTo>
                    <a:pt x="11121644" y="0"/>
                  </a:lnTo>
                  <a:lnTo>
                    <a:pt x="11121644" y="12700"/>
                  </a:lnTo>
                  <a:lnTo>
                    <a:pt x="11121644" y="0"/>
                  </a:lnTo>
                  <a:cubicBezTo>
                    <a:pt x="11209782" y="0"/>
                    <a:pt x="11281283" y="71247"/>
                    <a:pt x="11281283" y="159131"/>
                  </a:cubicBezTo>
                  <a:lnTo>
                    <a:pt x="11268583" y="159131"/>
                  </a:lnTo>
                  <a:lnTo>
                    <a:pt x="11281283" y="159131"/>
                  </a:lnTo>
                  <a:lnTo>
                    <a:pt x="11281283" y="4167378"/>
                  </a:lnTo>
                  <a:lnTo>
                    <a:pt x="11268583" y="4167378"/>
                  </a:lnTo>
                  <a:lnTo>
                    <a:pt x="11281283" y="4167378"/>
                  </a:lnTo>
                  <a:cubicBezTo>
                    <a:pt x="11281283" y="4255262"/>
                    <a:pt x="11209782" y="4326509"/>
                    <a:pt x="11121644" y="4326509"/>
                  </a:cubicBezTo>
                  <a:lnTo>
                    <a:pt x="11121644" y="4313809"/>
                  </a:lnTo>
                  <a:lnTo>
                    <a:pt x="11121644" y="4326509"/>
                  </a:lnTo>
                  <a:lnTo>
                    <a:pt x="159639" y="4326509"/>
                  </a:lnTo>
                  <a:lnTo>
                    <a:pt x="159639" y="4313809"/>
                  </a:lnTo>
                  <a:lnTo>
                    <a:pt x="159639" y="4326509"/>
                  </a:lnTo>
                  <a:cubicBezTo>
                    <a:pt x="71501" y="4326509"/>
                    <a:pt x="0" y="4255262"/>
                    <a:pt x="0" y="4167378"/>
                  </a:cubicBezTo>
                  <a:lnTo>
                    <a:pt x="0" y="159131"/>
                  </a:lnTo>
                  <a:lnTo>
                    <a:pt x="12700" y="159131"/>
                  </a:lnTo>
                  <a:lnTo>
                    <a:pt x="0" y="159131"/>
                  </a:lnTo>
                  <a:moveTo>
                    <a:pt x="25400" y="159131"/>
                  </a:moveTo>
                  <a:lnTo>
                    <a:pt x="25400" y="4167378"/>
                  </a:lnTo>
                  <a:lnTo>
                    <a:pt x="12700" y="4167378"/>
                  </a:lnTo>
                  <a:lnTo>
                    <a:pt x="25400" y="4167378"/>
                  </a:lnTo>
                  <a:cubicBezTo>
                    <a:pt x="25400" y="4241165"/>
                    <a:pt x="85471" y="4301109"/>
                    <a:pt x="159639" y="4301109"/>
                  </a:cubicBezTo>
                  <a:lnTo>
                    <a:pt x="11121644" y="4301109"/>
                  </a:lnTo>
                  <a:cubicBezTo>
                    <a:pt x="11195812" y="4301109"/>
                    <a:pt x="11255883" y="4241165"/>
                    <a:pt x="11255883" y="4167378"/>
                  </a:cubicBezTo>
                  <a:lnTo>
                    <a:pt x="11255883" y="159131"/>
                  </a:lnTo>
                  <a:cubicBezTo>
                    <a:pt x="11255883" y="85344"/>
                    <a:pt x="11195812" y="25400"/>
                    <a:pt x="11121644" y="25400"/>
                  </a:cubicBezTo>
                  <a:lnTo>
                    <a:pt x="159639" y="25400"/>
                  </a:lnTo>
                  <a:lnTo>
                    <a:pt x="159639" y="12700"/>
                  </a:lnTo>
                  <a:lnTo>
                    <a:pt x="159639" y="25400"/>
                  </a:lnTo>
                  <a:cubicBezTo>
                    <a:pt x="85471" y="25400"/>
                    <a:pt x="25400" y="85344"/>
                    <a:pt x="25400" y="159131"/>
                  </a:cubicBezTo>
                  <a:close/>
                </a:path>
              </a:pathLst>
            </a:custGeom>
            <a:solidFill>
              <a:srgbClr val="91AF8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72676" y="6245657"/>
            <a:ext cx="3294412" cy="301990"/>
            <a:chOff x="0" y="0"/>
            <a:chExt cx="4392549" cy="40265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392552" cy="402651"/>
            </a:xfrm>
            <a:custGeom>
              <a:avLst/>
              <a:gdLst/>
              <a:ahLst/>
              <a:cxnLst/>
              <a:rect r="r" b="b" t="t" l="l"/>
              <a:pathLst>
                <a:path h="402651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3" r="0" b="-16256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392549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Team Members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72676" y="6753549"/>
            <a:ext cx="3774853" cy="247081"/>
            <a:chOff x="0" y="0"/>
            <a:chExt cx="5033137" cy="32944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033132" cy="329445"/>
            </a:xfrm>
            <a:custGeom>
              <a:avLst/>
              <a:gdLst/>
              <a:ahLst/>
              <a:cxnLst/>
              <a:rect r="r" b="b" t="t" l="l"/>
              <a:pathLst>
                <a:path h="329445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329445"/>
                  </a:lnTo>
                  <a:lnTo>
                    <a:pt x="0" y="329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686" r="0" b="-24768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5033137" cy="338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3"/>
                </a:lnSpc>
              </a:pPr>
              <a:r>
                <a:rPr lang="en-US" sz="1260">
                  <a:solidFill>
                    <a:srgbClr val="DFE7DD"/>
                  </a:solidFill>
                  <a:latin typeface="Aptos"/>
                  <a:ea typeface="Aptos"/>
                  <a:cs typeface="Aptos"/>
                  <a:sym typeface="Aptos"/>
                </a:rPr>
                <a:t>20240601048  Mehmet KAHRAMAN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243608" y="6753549"/>
            <a:ext cx="3774853" cy="247079"/>
            <a:chOff x="0" y="0"/>
            <a:chExt cx="5033137" cy="32943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033132" cy="329441"/>
            </a:xfrm>
            <a:custGeom>
              <a:avLst/>
              <a:gdLst/>
              <a:ahLst/>
              <a:cxnLst/>
              <a:rect r="r" b="b" t="t" l="l"/>
              <a:pathLst>
                <a:path h="329441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688" r="0" b="-24768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5033137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3"/>
                </a:lnSpc>
              </a:pPr>
              <a:r>
                <a:rPr lang="en-US" sz="1260">
                  <a:solidFill>
                    <a:srgbClr val="DFE7DD"/>
                  </a:solidFill>
                  <a:latin typeface="Aptos"/>
                  <a:ea typeface="Aptos"/>
                  <a:cs typeface="Aptos"/>
                  <a:sym typeface="Aptos"/>
                </a:rPr>
                <a:t>20230601003  Onur Açar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72676" y="7247706"/>
            <a:ext cx="3774853" cy="247079"/>
            <a:chOff x="0" y="0"/>
            <a:chExt cx="5033137" cy="32943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033132" cy="329441"/>
            </a:xfrm>
            <a:custGeom>
              <a:avLst/>
              <a:gdLst/>
              <a:ahLst/>
              <a:cxnLst/>
              <a:rect r="r" b="b" t="t" l="l"/>
              <a:pathLst>
                <a:path h="329441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688" r="0" b="-24768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5033137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3"/>
                </a:lnSpc>
              </a:pPr>
              <a:r>
                <a:rPr lang="en-US" sz="1260">
                  <a:solidFill>
                    <a:srgbClr val="DFE7DD"/>
                  </a:solidFill>
                  <a:latin typeface="Aptos"/>
                  <a:ea typeface="Aptos"/>
                  <a:cs typeface="Aptos"/>
                  <a:sym typeface="Aptos"/>
                </a:rPr>
                <a:t>20240601099  Kerem Güneş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243608" y="7247706"/>
            <a:ext cx="3774853" cy="247079"/>
            <a:chOff x="0" y="0"/>
            <a:chExt cx="5033137" cy="32943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033132" cy="329441"/>
            </a:xfrm>
            <a:custGeom>
              <a:avLst/>
              <a:gdLst/>
              <a:ahLst/>
              <a:cxnLst/>
              <a:rect r="r" b="b" t="t" l="l"/>
              <a:pathLst>
                <a:path h="329441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688" r="0" b="-24768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5033137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3"/>
                </a:lnSpc>
              </a:pPr>
              <a:r>
                <a:rPr lang="en-US" sz="1260">
                  <a:solidFill>
                    <a:srgbClr val="DFE7DD"/>
                  </a:solidFill>
                  <a:latin typeface="Aptos"/>
                  <a:ea typeface="Aptos"/>
                  <a:cs typeface="Aptos"/>
                  <a:sym typeface="Aptos"/>
                </a:rPr>
                <a:t>20230601092  Salikh İbragimov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72676" y="7741872"/>
            <a:ext cx="3774853" cy="247079"/>
            <a:chOff x="0" y="0"/>
            <a:chExt cx="5033137" cy="32943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033132" cy="329441"/>
            </a:xfrm>
            <a:custGeom>
              <a:avLst/>
              <a:gdLst/>
              <a:ahLst/>
              <a:cxnLst/>
              <a:rect r="r" b="b" t="t" l="l"/>
              <a:pathLst>
                <a:path h="329441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688" r="0" b="-24768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5033137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3"/>
                </a:lnSpc>
              </a:pPr>
              <a:r>
                <a:rPr lang="en-US" sz="1260">
                  <a:solidFill>
                    <a:srgbClr val="DFE7DD"/>
                  </a:solidFill>
                  <a:latin typeface="Aptos"/>
                  <a:ea typeface="Aptos"/>
                  <a:cs typeface="Aptos"/>
                  <a:sym typeface="Aptos"/>
                </a:rPr>
                <a:t>20220601058  Utku Sertkaya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72676" y="8236039"/>
            <a:ext cx="3774853" cy="247079"/>
            <a:chOff x="0" y="0"/>
            <a:chExt cx="5033137" cy="32943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033132" cy="329441"/>
            </a:xfrm>
            <a:custGeom>
              <a:avLst/>
              <a:gdLst/>
              <a:ahLst/>
              <a:cxnLst/>
              <a:rect r="r" b="b" t="t" l="l"/>
              <a:pathLst>
                <a:path h="329441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688" r="0" b="-24768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5033137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3"/>
                </a:lnSpc>
              </a:pPr>
              <a:r>
                <a:rPr lang="en-US" sz="1260">
                  <a:solidFill>
                    <a:srgbClr val="DFE7DD"/>
                  </a:solidFill>
                  <a:latin typeface="Aptos"/>
                  <a:ea typeface="Aptos"/>
                  <a:cs typeface="Aptos"/>
                  <a:sym typeface="Aptos"/>
                </a:rPr>
                <a:t>20230601068  İsmail Yiğit Şendur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51059" y="9718519"/>
            <a:ext cx="8785108" cy="274539"/>
            <a:chOff x="0" y="0"/>
            <a:chExt cx="11713477" cy="3660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713471" cy="366046"/>
            </a:xfrm>
            <a:custGeom>
              <a:avLst/>
              <a:gdLst/>
              <a:ahLst/>
              <a:cxnLst/>
              <a:rect r="r" b="b" t="t" l="l"/>
              <a:pathLst>
                <a:path h="366046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0" r="0" b="-57352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1171347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CBD4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6952500" y="9718519"/>
            <a:ext cx="576520" cy="274539"/>
            <a:chOff x="0" y="0"/>
            <a:chExt cx="768693" cy="3660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8697" cy="366046"/>
            </a:xfrm>
            <a:custGeom>
              <a:avLst/>
              <a:gdLst/>
              <a:ahLst/>
              <a:cxnLst/>
              <a:rect r="r" b="b" t="t" l="l"/>
              <a:pathLst>
                <a:path h="366046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76869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 b="true">
                  <a:solidFill>
                    <a:srgbClr val="CBD4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20264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31443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1808588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302754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2796911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291078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3785235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279402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477356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5267725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5761892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6256049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6750215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7244372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7738539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8232696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3334" y="8726862"/>
            <a:ext cx="18308517" cy="6677"/>
            <a:chOff x="0" y="0"/>
            <a:chExt cx="24411356" cy="89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3334" y="9221019"/>
            <a:ext cx="18308517" cy="6677"/>
            <a:chOff x="0" y="0"/>
            <a:chExt cx="24411356" cy="89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-3334" y="9715186"/>
            <a:ext cx="18308517" cy="6677"/>
            <a:chOff x="0" y="0"/>
            <a:chExt cx="24411356" cy="89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-9535" y="-9535"/>
            <a:ext cx="18320909" cy="224961"/>
            <a:chOff x="0" y="0"/>
            <a:chExt cx="24427878" cy="2999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-9535" y="10079612"/>
            <a:ext cx="18320909" cy="224961"/>
            <a:chOff x="0" y="0"/>
            <a:chExt cx="24427878" cy="2999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1059" y="473287"/>
            <a:ext cx="9883245" cy="841144"/>
            <a:chOff x="0" y="0"/>
            <a:chExt cx="13177660" cy="11215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77655" cy="1121522"/>
            </a:xfrm>
            <a:custGeom>
              <a:avLst/>
              <a:gdLst/>
              <a:ahLst/>
              <a:cxnLst/>
              <a:rect r="r" b="b" t="t" l="l"/>
              <a:pathLst>
                <a:path h="1121522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1121522"/>
                  </a:lnTo>
                  <a:lnTo>
                    <a:pt x="0" y="11215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411" r="0" b="-16647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3177660" cy="1121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344"/>
                </a:lnSpc>
              </a:pPr>
              <a:r>
                <a:rPr lang="en-US" sz="4453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Overview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56583" y="814654"/>
            <a:ext cx="8304667" cy="1610201"/>
            <a:chOff x="0" y="0"/>
            <a:chExt cx="11072889" cy="214693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72891" cy="2146937"/>
            </a:xfrm>
            <a:custGeom>
              <a:avLst/>
              <a:gdLst/>
              <a:ahLst/>
              <a:cxnLst/>
              <a:rect r="r" b="b" t="t" l="l"/>
              <a:pathLst>
                <a:path h="2146937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2146937"/>
                  </a:lnTo>
                  <a:lnTo>
                    <a:pt x="0" y="21469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838" r="0" b="-111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9525"/>
              <a:ext cx="11072889" cy="2137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1"/>
                </a:lnSpc>
              </a:pPr>
              <a:r>
                <a:rPr lang="en-US" sz="1826">
                  <a:solidFill>
                    <a:srgbClr val="64615A"/>
                  </a:solidFill>
                  <a:latin typeface="Aptos"/>
                  <a:ea typeface="Aptos"/>
                  <a:cs typeface="Aptos"/>
                  <a:sym typeface="Aptos"/>
                </a:rPr>
                <a:t>SpotterAI brings AI coaching, meal planning, workouts, and progress tracking into one app.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56583" y="1940995"/>
            <a:ext cx="4848206" cy="43853"/>
            <a:chOff x="0" y="0"/>
            <a:chExt cx="6464275" cy="584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9210" y="0"/>
              <a:ext cx="6405880" cy="58420"/>
            </a:xfrm>
            <a:custGeom>
              <a:avLst/>
              <a:gdLst/>
              <a:ahLst/>
              <a:cxnLst/>
              <a:rect r="r" b="b" t="t" l="l"/>
              <a:pathLst>
                <a:path h="58420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5842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988324" y="2525716"/>
            <a:ext cx="7961500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546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— Users often struggle to maintain consistent fitness and nutrition habits.</a:t>
            </a:r>
          </a:p>
          <a:p>
            <a:pPr algn="l">
              <a:lnSpc>
                <a:spcPts val="3056"/>
              </a:lnSpc>
            </a:pPr>
            <a:r>
              <a:rPr lang="en-US" sz="2546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— Existing apps mostly give static plans and generic advice.</a:t>
            </a:r>
          </a:p>
          <a:p>
            <a:pPr algn="l">
              <a:lnSpc>
                <a:spcPts val="3056"/>
              </a:lnSpc>
            </a:pPr>
            <a:r>
              <a:rPr lang="en-US" sz="2546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— SpotterAI adapts guidance through user profile data, feedback, and activity signals.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78789" y="6236122"/>
            <a:ext cx="3999814" cy="1634623"/>
            <a:chOff x="0" y="0"/>
            <a:chExt cx="5333086" cy="217949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2700" y="13221"/>
              <a:ext cx="5307711" cy="2153069"/>
            </a:xfrm>
            <a:custGeom>
              <a:avLst/>
              <a:gdLst/>
              <a:ahLst/>
              <a:cxnLst/>
              <a:rect r="r" b="b" t="t" l="l"/>
              <a:pathLst>
                <a:path h="2153069" w="5307711">
                  <a:moveTo>
                    <a:pt x="0" y="171479"/>
                  </a:moveTo>
                  <a:cubicBezTo>
                    <a:pt x="0" y="76815"/>
                    <a:pt x="74295" y="0"/>
                    <a:pt x="165989" y="0"/>
                  </a:cubicBezTo>
                  <a:lnTo>
                    <a:pt x="5141722" y="0"/>
                  </a:lnTo>
                  <a:cubicBezTo>
                    <a:pt x="5233416" y="0"/>
                    <a:pt x="5307711" y="76815"/>
                    <a:pt x="5307711" y="171479"/>
                  </a:cubicBezTo>
                  <a:lnTo>
                    <a:pt x="5307711" y="1981590"/>
                  </a:lnTo>
                  <a:cubicBezTo>
                    <a:pt x="5307711" y="2076254"/>
                    <a:pt x="5233416" y="2153069"/>
                    <a:pt x="5141722" y="2153069"/>
                  </a:cubicBezTo>
                  <a:lnTo>
                    <a:pt x="165989" y="2153069"/>
                  </a:lnTo>
                  <a:cubicBezTo>
                    <a:pt x="74295" y="2153069"/>
                    <a:pt x="0" y="2076254"/>
                    <a:pt x="0" y="19815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33111" cy="2179511"/>
            </a:xfrm>
            <a:custGeom>
              <a:avLst/>
              <a:gdLst/>
              <a:ahLst/>
              <a:cxnLst/>
              <a:rect r="r" b="b" t="t" l="l"/>
              <a:pathLst>
                <a:path h="2179511" w="5333111">
                  <a:moveTo>
                    <a:pt x="0" y="184700"/>
                  </a:moveTo>
                  <a:cubicBezTo>
                    <a:pt x="0" y="82632"/>
                    <a:pt x="80137" y="0"/>
                    <a:pt x="178689" y="0"/>
                  </a:cubicBezTo>
                  <a:lnTo>
                    <a:pt x="5154422" y="0"/>
                  </a:lnTo>
                  <a:lnTo>
                    <a:pt x="5154422" y="13221"/>
                  </a:lnTo>
                  <a:lnTo>
                    <a:pt x="5154422" y="0"/>
                  </a:lnTo>
                  <a:cubicBezTo>
                    <a:pt x="5252974" y="0"/>
                    <a:pt x="5333111" y="82632"/>
                    <a:pt x="5333111" y="184700"/>
                  </a:cubicBezTo>
                  <a:lnTo>
                    <a:pt x="5320411" y="184700"/>
                  </a:lnTo>
                  <a:lnTo>
                    <a:pt x="5333111" y="184700"/>
                  </a:lnTo>
                  <a:lnTo>
                    <a:pt x="5333111" y="1994811"/>
                  </a:lnTo>
                  <a:lnTo>
                    <a:pt x="5320411" y="1994811"/>
                  </a:lnTo>
                  <a:lnTo>
                    <a:pt x="5333111" y="1994811"/>
                  </a:lnTo>
                  <a:cubicBezTo>
                    <a:pt x="5333111" y="2096879"/>
                    <a:pt x="5252974" y="2179511"/>
                    <a:pt x="5154422" y="2179511"/>
                  </a:cubicBezTo>
                  <a:lnTo>
                    <a:pt x="5154422" y="2166290"/>
                  </a:lnTo>
                  <a:lnTo>
                    <a:pt x="5154422" y="2179511"/>
                  </a:lnTo>
                  <a:lnTo>
                    <a:pt x="178689" y="2179511"/>
                  </a:lnTo>
                  <a:lnTo>
                    <a:pt x="178689" y="2166290"/>
                  </a:lnTo>
                  <a:lnTo>
                    <a:pt x="178689" y="2179511"/>
                  </a:lnTo>
                  <a:cubicBezTo>
                    <a:pt x="80137" y="2179511"/>
                    <a:pt x="0" y="2096879"/>
                    <a:pt x="0" y="1994811"/>
                  </a:cubicBezTo>
                  <a:lnTo>
                    <a:pt x="0" y="184700"/>
                  </a:lnTo>
                  <a:lnTo>
                    <a:pt x="12700" y="184700"/>
                  </a:lnTo>
                  <a:lnTo>
                    <a:pt x="0" y="184700"/>
                  </a:lnTo>
                  <a:moveTo>
                    <a:pt x="25400" y="184700"/>
                  </a:moveTo>
                  <a:lnTo>
                    <a:pt x="25400" y="1994811"/>
                  </a:lnTo>
                  <a:lnTo>
                    <a:pt x="12700" y="1994811"/>
                  </a:lnTo>
                  <a:lnTo>
                    <a:pt x="25400" y="1994811"/>
                  </a:lnTo>
                  <a:cubicBezTo>
                    <a:pt x="25400" y="2082071"/>
                    <a:pt x="93980" y="2153069"/>
                    <a:pt x="178689" y="2153069"/>
                  </a:cubicBezTo>
                  <a:lnTo>
                    <a:pt x="5154422" y="2153069"/>
                  </a:lnTo>
                  <a:cubicBezTo>
                    <a:pt x="5239131" y="2153069"/>
                    <a:pt x="5307711" y="2082071"/>
                    <a:pt x="5307711" y="1994811"/>
                  </a:cubicBezTo>
                  <a:lnTo>
                    <a:pt x="5307711" y="184700"/>
                  </a:lnTo>
                  <a:cubicBezTo>
                    <a:pt x="5307711" y="97440"/>
                    <a:pt x="5239131" y="26442"/>
                    <a:pt x="5154422" y="26442"/>
                  </a:cubicBezTo>
                  <a:lnTo>
                    <a:pt x="178689" y="26442"/>
                  </a:lnTo>
                  <a:lnTo>
                    <a:pt x="178689" y="13221"/>
                  </a:lnTo>
                  <a:lnTo>
                    <a:pt x="178689" y="26442"/>
                  </a:lnTo>
                  <a:cubicBezTo>
                    <a:pt x="93980" y="26442"/>
                    <a:pt x="25400" y="97440"/>
                    <a:pt x="25400" y="184700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57240" y="6414573"/>
            <a:ext cx="128883" cy="1213294"/>
            <a:chOff x="0" y="0"/>
            <a:chExt cx="171844" cy="161772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2700" y="12700"/>
              <a:ext cx="146431" cy="1592326"/>
            </a:xfrm>
            <a:custGeom>
              <a:avLst/>
              <a:gdLst/>
              <a:ahLst/>
              <a:cxnLst/>
              <a:rect r="r" b="b" t="t" l="l"/>
              <a:pathLst>
                <a:path h="159232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92326"/>
                  </a:lnTo>
                  <a:lnTo>
                    <a:pt x="0" y="1592326"/>
                  </a:lnTo>
                  <a:close/>
                </a:path>
              </a:pathLst>
            </a:custGeom>
            <a:solidFill>
              <a:srgbClr val="6E9F73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1831" cy="1617726"/>
            </a:xfrm>
            <a:custGeom>
              <a:avLst/>
              <a:gdLst/>
              <a:ahLst/>
              <a:cxnLst/>
              <a:rect r="r" b="b" t="t" l="l"/>
              <a:pathLst>
                <a:path h="161772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605026"/>
                  </a:lnTo>
                  <a:cubicBezTo>
                    <a:pt x="171831" y="1612011"/>
                    <a:pt x="166116" y="1617726"/>
                    <a:pt x="159131" y="1617726"/>
                  </a:cubicBezTo>
                  <a:lnTo>
                    <a:pt x="12700" y="1617726"/>
                  </a:lnTo>
                  <a:cubicBezTo>
                    <a:pt x="5715" y="1617726"/>
                    <a:pt x="0" y="1612011"/>
                    <a:pt x="0" y="16050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05026"/>
                  </a:lnTo>
                  <a:lnTo>
                    <a:pt x="12700" y="1605026"/>
                  </a:lnTo>
                  <a:lnTo>
                    <a:pt x="12700" y="1592326"/>
                  </a:lnTo>
                  <a:lnTo>
                    <a:pt x="159131" y="1592326"/>
                  </a:lnTo>
                  <a:lnTo>
                    <a:pt x="159131" y="1605026"/>
                  </a:lnTo>
                  <a:lnTo>
                    <a:pt x="146431" y="160502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55029" y="6479010"/>
            <a:ext cx="3266961" cy="404245"/>
            <a:chOff x="0" y="0"/>
            <a:chExt cx="4355948" cy="53899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55947" cy="538989"/>
            </a:xfrm>
            <a:custGeom>
              <a:avLst/>
              <a:gdLst/>
              <a:ahLst/>
              <a:cxnLst/>
              <a:rect r="r" b="b" t="t" l="l"/>
              <a:pathLst>
                <a:path h="538989" w="4355947">
                  <a:moveTo>
                    <a:pt x="0" y="0"/>
                  </a:moveTo>
                  <a:lnTo>
                    <a:pt x="4355947" y="0"/>
                  </a:lnTo>
                  <a:lnTo>
                    <a:pt x="4355947" y="538989"/>
                  </a:lnTo>
                  <a:lnTo>
                    <a:pt x="0" y="5389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234" r="0" b="-10670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355948" cy="538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5"/>
                </a:lnSpc>
              </a:pPr>
              <a:r>
                <a:rPr lang="en-US" sz="21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Core idea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455029" y="7041813"/>
            <a:ext cx="326696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63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A mobile AI coach that updates daily workout and meal guidance based on user behavior.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5371348" y="6236122"/>
            <a:ext cx="3999814" cy="1634623"/>
            <a:chOff x="0" y="0"/>
            <a:chExt cx="5333086" cy="217949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2700" y="13221"/>
              <a:ext cx="5307711" cy="2153069"/>
            </a:xfrm>
            <a:custGeom>
              <a:avLst/>
              <a:gdLst/>
              <a:ahLst/>
              <a:cxnLst/>
              <a:rect r="r" b="b" t="t" l="l"/>
              <a:pathLst>
                <a:path h="2153069" w="5307711">
                  <a:moveTo>
                    <a:pt x="0" y="171479"/>
                  </a:moveTo>
                  <a:cubicBezTo>
                    <a:pt x="0" y="76815"/>
                    <a:pt x="74295" y="0"/>
                    <a:pt x="165989" y="0"/>
                  </a:cubicBezTo>
                  <a:lnTo>
                    <a:pt x="5141722" y="0"/>
                  </a:lnTo>
                  <a:cubicBezTo>
                    <a:pt x="5233416" y="0"/>
                    <a:pt x="5307711" y="76815"/>
                    <a:pt x="5307711" y="171479"/>
                  </a:cubicBezTo>
                  <a:lnTo>
                    <a:pt x="5307711" y="1981590"/>
                  </a:lnTo>
                  <a:cubicBezTo>
                    <a:pt x="5307711" y="2076254"/>
                    <a:pt x="5233416" y="2153069"/>
                    <a:pt x="5141722" y="2153069"/>
                  </a:cubicBezTo>
                  <a:lnTo>
                    <a:pt x="165989" y="2153069"/>
                  </a:lnTo>
                  <a:cubicBezTo>
                    <a:pt x="74295" y="2153069"/>
                    <a:pt x="0" y="2076254"/>
                    <a:pt x="0" y="19815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33111" cy="2179511"/>
            </a:xfrm>
            <a:custGeom>
              <a:avLst/>
              <a:gdLst/>
              <a:ahLst/>
              <a:cxnLst/>
              <a:rect r="r" b="b" t="t" l="l"/>
              <a:pathLst>
                <a:path h="2179511" w="5333111">
                  <a:moveTo>
                    <a:pt x="0" y="184700"/>
                  </a:moveTo>
                  <a:cubicBezTo>
                    <a:pt x="0" y="82632"/>
                    <a:pt x="80137" y="0"/>
                    <a:pt x="178689" y="0"/>
                  </a:cubicBezTo>
                  <a:lnTo>
                    <a:pt x="5154422" y="0"/>
                  </a:lnTo>
                  <a:lnTo>
                    <a:pt x="5154422" y="13221"/>
                  </a:lnTo>
                  <a:lnTo>
                    <a:pt x="5154422" y="0"/>
                  </a:lnTo>
                  <a:cubicBezTo>
                    <a:pt x="5252974" y="0"/>
                    <a:pt x="5333111" y="82632"/>
                    <a:pt x="5333111" y="184700"/>
                  </a:cubicBezTo>
                  <a:lnTo>
                    <a:pt x="5320411" y="184700"/>
                  </a:lnTo>
                  <a:lnTo>
                    <a:pt x="5333111" y="184700"/>
                  </a:lnTo>
                  <a:lnTo>
                    <a:pt x="5333111" y="1994811"/>
                  </a:lnTo>
                  <a:lnTo>
                    <a:pt x="5320411" y="1994811"/>
                  </a:lnTo>
                  <a:lnTo>
                    <a:pt x="5333111" y="1994811"/>
                  </a:lnTo>
                  <a:cubicBezTo>
                    <a:pt x="5333111" y="2096879"/>
                    <a:pt x="5252974" y="2179511"/>
                    <a:pt x="5154422" y="2179511"/>
                  </a:cubicBezTo>
                  <a:lnTo>
                    <a:pt x="5154422" y="2166290"/>
                  </a:lnTo>
                  <a:lnTo>
                    <a:pt x="5154422" y="2179511"/>
                  </a:lnTo>
                  <a:lnTo>
                    <a:pt x="178689" y="2179511"/>
                  </a:lnTo>
                  <a:lnTo>
                    <a:pt x="178689" y="2166290"/>
                  </a:lnTo>
                  <a:lnTo>
                    <a:pt x="178689" y="2179511"/>
                  </a:lnTo>
                  <a:cubicBezTo>
                    <a:pt x="80137" y="2179511"/>
                    <a:pt x="0" y="2096879"/>
                    <a:pt x="0" y="1994811"/>
                  </a:cubicBezTo>
                  <a:lnTo>
                    <a:pt x="0" y="184700"/>
                  </a:lnTo>
                  <a:lnTo>
                    <a:pt x="12700" y="184700"/>
                  </a:lnTo>
                  <a:lnTo>
                    <a:pt x="0" y="184700"/>
                  </a:lnTo>
                  <a:moveTo>
                    <a:pt x="25400" y="184700"/>
                  </a:moveTo>
                  <a:lnTo>
                    <a:pt x="25400" y="1994811"/>
                  </a:lnTo>
                  <a:lnTo>
                    <a:pt x="12700" y="1994811"/>
                  </a:lnTo>
                  <a:lnTo>
                    <a:pt x="25400" y="1994811"/>
                  </a:lnTo>
                  <a:cubicBezTo>
                    <a:pt x="25400" y="2082071"/>
                    <a:pt x="93980" y="2153069"/>
                    <a:pt x="178689" y="2153069"/>
                  </a:cubicBezTo>
                  <a:lnTo>
                    <a:pt x="5154422" y="2153069"/>
                  </a:lnTo>
                  <a:cubicBezTo>
                    <a:pt x="5239131" y="2153069"/>
                    <a:pt x="5307711" y="2082071"/>
                    <a:pt x="5307711" y="1994811"/>
                  </a:cubicBezTo>
                  <a:lnTo>
                    <a:pt x="5307711" y="184700"/>
                  </a:lnTo>
                  <a:cubicBezTo>
                    <a:pt x="5307711" y="97440"/>
                    <a:pt x="5239131" y="26442"/>
                    <a:pt x="5154422" y="26442"/>
                  </a:cubicBezTo>
                  <a:lnTo>
                    <a:pt x="178689" y="26442"/>
                  </a:lnTo>
                  <a:lnTo>
                    <a:pt x="178689" y="13221"/>
                  </a:lnTo>
                  <a:lnTo>
                    <a:pt x="178689" y="26442"/>
                  </a:lnTo>
                  <a:cubicBezTo>
                    <a:pt x="93980" y="26442"/>
                    <a:pt x="25400" y="97440"/>
                    <a:pt x="25400" y="184700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549789" y="6414573"/>
            <a:ext cx="128883" cy="1213294"/>
            <a:chOff x="0" y="0"/>
            <a:chExt cx="171844" cy="161772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2700" y="12700"/>
              <a:ext cx="146431" cy="1592326"/>
            </a:xfrm>
            <a:custGeom>
              <a:avLst/>
              <a:gdLst/>
              <a:ahLst/>
              <a:cxnLst/>
              <a:rect r="r" b="b" t="t" l="l"/>
              <a:pathLst>
                <a:path h="159232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92326"/>
                  </a:lnTo>
                  <a:lnTo>
                    <a:pt x="0" y="1592326"/>
                  </a:lnTo>
                  <a:close/>
                </a:path>
              </a:pathLst>
            </a:custGeom>
            <a:solidFill>
              <a:srgbClr val="6D91A6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71831" cy="1617726"/>
            </a:xfrm>
            <a:custGeom>
              <a:avLst/>
              <a:gdLst/>
              <a:ahLst/>
              <a:cxnLst/>
              <a:rect r="r" b="b" t="t" l="l"/>
              <a:pathLst>
                <a:path h="161772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605026"/>
                  </a:lnTo>
                  <a:cubicBezTo>
                    <a:pt x="171831" y="1612011"/>
                    <a:pt x="166116" y="1617726"/>
                    <a:pt x="159131" y="1617726"/>
                  </a:cubicBezTo>
                  <a:lnTo>
                    <a:pt x="12700" y="1617726"/>
                  </a:lnTo>
                  <a:cubicBezTo>
                    <a:pt x="5715" y="1617726"/>
                    <a:pt x="0" y="1612011"/>
                    <a:pt x="0" y="160502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05026"/>
                  </a:lnTo>
                  <a:lnTo>
                    <a:pt x="12700" y="1605026"/>
                  </a:lnTo>
                  <a:lnTo>
                    <a:pt x="12700" y="1592326"/>
                  </a:lnTo>
                  <a:lnTo>
                    <a:pt x="159131" y="1592326"/>
                  </a:lnTo>
                  <a:lnTo>
                    <a:pt x="159131" y="1605026"/>
                  </a:lnTo>
                  <a:lnTo>
                    <a:pt x="146431" y="160502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D91A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847588" y="6479010"/>
            <a:ext cx="3266961" cy="404245"/>
            <a:chOff x="0" y="0"/>
            <a:chExt cx="4355948" cy="53899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55947" cy="538989"/>
            </a:xfrm>
            <a:custGeom>
              <a:avLst/>
              <a:gdLst/>
              <a:ahLst/>
              <a:cxnLst/>
              <a:rect r="r" b="b" t="t" l="l"/>
              <a:pathLst>
                <a:path h="538989" w="4355947">
                  <a:moveTo>
                    <a:pt x="0" y="0"/>
                  </a:moveTo>
                  <a:lnTo>
                    <a:pt x="4355947" y="0"/>
                  </a:lnTo>
                  <a:lnTo>
                    <a:pt x="4355947" y="538989"/>
                  </a:lnTo>
                  <a:lnTo>
                    <a:pt x="0" y="5389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234" r="0" b="-10670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355948" cy="538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5"/>
                </a:lnSpc>
              </a:pPr>
              <a:r>
                <a:rPr lang="en-US" sz="21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Main value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5847588" y="7041813"/>
            <a:ext cx="326696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63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More personal than static fitness apps and more accessible than personal coaching.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0226411" y="1619755"/>
            <a:ext cx="3516554" cy="6616284"/>
            <a:chOff x="0" y="0"/>
            <a:chExt cx="4688738" cy="8821712"/>
          </a:xfrm>
        </p:grpSpPr>
        <p:sp>
          <p:nvSpPr>
            <p:cNvPr name="Freeform 76" id="76" descr="/mnt/data/spotter_ui/Main Screen.png"/>
            <p:cNvSpPr/>
            <p:nvPr/>
          </p:nvSpPr>
          <p:spPr>
            <a:xfrm flipH="false" flipV="false" rot="0">
              <a:off x="0" y="0"/>
              <a:ext cx="4688713" cy="8821674"/>
            </a:xfrm>
            <a:custGeom>
              <a:avLst/>
              <a:gdLst/>
              <a:ahLst/>
              <a:cxnLst/>
              <a:rect r="r" b="b" t="t" l="l"/>
              <a:pathLst>
                <a:path h="8821674" w="4688713">
                  <a:moveTo>
                    <a:pt x="0" y="0"/>
                  </a:moveTo>
                  <a:lnTo>
                    <a:pt x="4688713" y="0"/>
                  </a:lnTo>
                  <a:lnTo>
                    <a:pt x="4688713" y="8821674"/>
                  </a:lnTo>
                  <a:lnTo>
                    <a:pt x="0" y="8821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4133490" y="1704393"/>
            <a:ext cx="3306701" cy="6534980"/>
            <a:chOff x="0" y="0"/>
            <a:chExt cx="3871087" cy="7650366"/>
          </a:xfrm>
        </p:grpSpPr>
        <p:sp>
          <p:nvSpPr>
            <p:cNvPr name="Freeform 78" id="78" descr="/mnt/data/spotter_ui/Meals.png"/>
            <p:cNvSpPr/>
            <p:nvPr/>
          </p:nvSpPr>
          <p:spPr>
            <a:xfrm flipH="false" flipV="false" rot="0">
              <a:off x="0" y="0"/>
              <a:ext cx="3871087" cy="7650353"/>
            </a:xfrm>
            <a:custGeom>
              <a:avLst/>
              <a:gdLst/>
              <a:ahLst/>
              <a:cxnLst/>
              <a:rect r="r" b="b" t="t" l="l"/>
              <a:pathLst>
                <a:path h="7650353" w="3871087">
                  <a:moveTo>
                    <a:pt x="0" y="0"/>
                  </a:moveTo>
                  <a:lnTo>
                    <a:pt x="3871087" y="0"/>
                  </a:lnTo>
                  <a:lnTo>
                    <a:pt x="3871087" y="7650353"/>
                  </a:lnTo>
                  <a:lnTo>
                    <a:pt x="0" y="7650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434669" y="8448989"/>
            <a:ext cx="3308296" cy="480050"/>
            <a:chOff x="0" y="0"/>
            <a:chExt cx="4411061" cy="64006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3478" y="8890"/>
              <a:ext cx="4384125" cy="622300"/>
            </a:xfrm>
            <a:custGeom>
              <a:avLst/>
              <a:gdLst/>
              <a:ahLst/>
              <a:cxnLst/>
              <a:rect r="r" b="b" t="t" l="l"/>
              <a:pathLst>
                <a:path h="622300" w="4384125">
                  <a:moveTo>
                    <a:pt x="0" y="219583"/>
                  </a:moveTo>
                  <a:cubicBezTo>
                    <a:pt x="0" y="98298"/>
                    <a:pt x="152491" y="0"/>
                    <a:pt x="340410" y="0"/>
                  </a:cubicBezTo>
                  <a:lnTo>
                    <a:pt x="4043715" y="0"/>
                  </a:lnTo>
                  <a:cubicBezTo>
                    <a:pt x="4231633" y="0"/>
                    <a:pt x="4384125" y="98298"/>
                    <a:pt x="4384125" y="219583"/>
                  </a:cubicBezTo>
                  <a:lnTo>
                    <a:pt x="4384125" y="402717"/>
                  </a:lnTo>
                  <a:cubicBezTo>
                    <a:pt x="4384125" y="524002"/>
                    <a:pt x="4231633" y="622300"/>
                    <a:pt x="4043715" y="622300"/>
                  </a:cubicBezTo>
                  <a:lnTo>
                    <a:pt x="340410" y="622300"/>
                  </a:lnTo>
                  <a:cubicBezTo>
                    <a:pt x="152491" y="622300"/>
                    <a:pt x="0" y="524002"/>
                    <a:pt x="0" y="402717"/>
                  </a:cubicBezTo>
                  <a:close/>
                </a:path>
              </a:pathLst>
            </a:custGeom>
            <a:solidFill>
              <a:srgbClr val="DBEBDD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11074" cy="640080"/>
            </a:xfrm>
            <a:custGeom>
              <a:avLst/>
              <a:gdLst/>
              <a:ahLst/>
              <a:cxnLst/>
              <a:rect r="r" b="b" t="t" l="l"/>
              <a:pathLst>
                <a:path h="640080" w="4411074">
                  <a:moveTo>
                    <a:pt x="0" y="228473"/>
                  </a:moveTo>
                  <a:cubicBezTo>
                    <a:pt x="0" y="102108"/>
                    <a:pt x="158653" y="0"/>
                    <a:pt x="353888" y="0"/>
                  </a:cubicBezTo>
                  <a:lnTo>
                    <a:pt x="4057193" y="0"/>
                  </a:lnTo>
                  <a:lnTo>
                    <a:pt x="4057193" y="8890"/>
                  </a:lnTo>
                  <a:lnTo>
                    <a:pt x="4057193" y="0"/>
                  </a:lnTo>
                  <a:cubicBezTo>
                    <a:pt x="4252428" y="0"/>
                    <a:pt x="4411074" y="102108"/>
                    <a:pt x="4411074" y="228473"/>
                  </a:cubicBezTo>
                  <a:lnTo>
                    <a:pt x="4397603" y="228473"/>
                  </a:lnTo>
                  <a:lnTo>
                    <a:pt x="4411074" y="228473"/>
                  </a:lnTo>
                  <a:lnTo>
                    <a:pt x="4411074" y="411607"/>
                  </a:lnTo>
                  <a:lnTo>
                    <a:pt x="4397603" y="411607"/>
                  </a:lnTo>
                  <a:lnTo>
                    <a:pt x="4411074" y="411607"/>
                  </a:lnTo>
                  <a:cubicBezTo>
                    <a:pt x="4411074" y="537972"/>
                    <a:pt x="4252428" y="640080"/>
                    <a:pt x="4057193" y="640080"/>
                  </a:cubicBezTo>
                  <a:lnTo>
                    <a:pt x="4057193" y="631190"/>
                  </a:lnTo>
                  <a:lnTo>
                    <a:pt x="4057193" y="640080"/>
                  </a:lnTo>
                  <a:lnTo>
                    <a:pt x="353888" y="640080"/>
                  </a:lnTo>
                  <a:lnTo>
                    <a:pt x="353888" y="631190"/>
                  </a:lnTo>
                  <a:lnTo>
                    <a:pt x="353888" y="640080"/>
                  </a:lnTo>
                  <a:cubicBezTo>
                    <a:pt x="158653" y="640080"/>
                    <a:pt x="0" y="537972"/>
                    <a:pt x="0" y="411607"/>
                  </a:cubicBezTo>
                  <a:lnTo>
                    <a:pt x="0" y="228473"/>
                  </a:lnTo>
                  <a:lnTo>
                    <a:pt x="13478" y="228473"/>
                  </a:lnTo>
                  <a:lnTo>
                    <a:pt x="0" y="228473"/>
                  </a:lnTo>
                  <a:moveTo>
                    <a:pt x="26956" y="228473"/>
                  </a:moveTo>
                  <a:lnTo>
                    <a:pt x="26956" y="411607"/>
                  </a:lnTo>
                  <a:lnTo>
                    <a:pt x="13478" y="411607"/>
                  </a:lnTo>
                  <a:lnTo>
                    <a:pt x="26956" y="411607"/>
                  </a:lnTo>
                  <a:cubicBezTo>
                    <a:pt x="26956" y="527685"/>
                    <a:pt x="173093" y="622300"/>
                    <a:pt x="353888" y="622300"/>
                  </a:cubicBezTo>
                  <a:lnTo>
                    <a:pt x="4057193" y="622300"/>
                  </a:lnTo>
                  <a:cubicBezTo>
                    <a:pt x="4237987" y="622300"/>
                    <a:pt x="4384125" y="527812"/>
                    <a:pt x="4384125" y="411607"/>
                  </a:cubicBezTo>
                  <a:lnTo>
                    <a:pt x="4384125" y="228473"/>
                  </a:lnTo>
                  <a:cubicBezTo>
                    <a:pt x="4384125" y="112268"/>
                    <a:pt x="4237987" y="17780"/>
                    <a:pt x="4057193" y="17780"/>
                  </a:cubicBezTo>
                  <a:lnTo>
                    <a:pt x="353888" y="17780"/>
                  </a:lnTo>
                  <a:lnTo>
                    <a:pt x="353888" y="8890"/>
                  </a:lnTo>
                  <a:lnTo>
                    <a:pt x="353888" y="17780"/>
                  </a:lnTo>
                  <a:cubicBezTo>
                    <a:pt x="173093" y="17780"/>
                    <a:pt x="26956" y="112268"/>
                    <a:pt x="26956" y="228473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434669" y="8448989"/>
            <a:ext cx="3308296" cy="480050"/>
            <a:chOff x="0" y="0"/>
            <a:chExt cx="4411061" cy="64006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411063" cy="640069"/>
            </a:xfrm>
            <a:custGeom>
              <a:avLst/>
              <a:gdLst/>
              <a:ahLst/>
              <a:cxnLst/>
              <a:rect r="r" b="b" t="t" l="l"/>
              <a:pathLst>
                <a:path h="640069" w="4411063">
                  <a:moveTo>
                    <a:pt x="0" y="0"/>
                  </a:moveTo>
                  <a:lnTo>
                    <a:pt x="4411063" y="0"/>
                  </a:lnTo>
                  <a:lnTo>
                    <a:pt x="4411063" y="640069"/>
                  </a:lnTo>
                  <a:lnTo>
                    <a:pt x="0" y="640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926" r="40251" b="-453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4411061" cy="649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15"/>
                </a:lnSpc>
              </a:pPr>
              <a:r>
                <a:rPr lang="en-US" sz="1345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Home dashboard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133490" y="8448989"/>
            <a:ext cx="3306701" cy="480050"/>
            <a:chOff x="0" y="0"/>
            <a:chExt cx="4408935" cy="64006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4979" y="8890"/>
              <a:ext cx="4378956" cy="622300"/>
            </a:xfrm>
            <a:custGeom>
              <a:avLst/>
              <a:gdLst/>
              <a:ahLst/>
              <a:cxnLst/>
              <a:rect r="r" b="b" t="t" l="l"/>
              <a:pathLst>
                <a:path h="622300" w="4378956">
                  <a:moveTo>
                    <a:pt x="0" y="219583"/>
                  </a:moveTo>
                  <a:cubicBezTo>
                    <a:pt x="0" y="98298"/>
                    <a:pt x="169261" y="0"/>
                    <a:pt x="378108" y="0"/>
                  </a:cubicBezTo>
                  <a:lnTo>
                    <a:pt x="4000847" y="0"/>
                  </a:lnTo>
                  <a:cubicBezTo>
                    <a:pt x="4209695" y="0"/>
                    <a:pt x="4378956" y="98298"/>
                    <a:pt x="4378956" y="219583"/>
                  </a:cubicBezTo>
                  <a:lnTo>
                    <a:pt x="4378956" y="402717"/>
                  </a:lnTo>
                  <a:cubicBezTo>
                    <a:pt x="4378956" y="524002"/>
                    <a:pt x="4209695" y="622300"/>
                    <a:pt x="4000847" y="622300"/>
                  </a:cubicBezTo>
                  <a:lnTo>
                    <a:pt x="378108" y="622300"/>
                  </a:lnTo>
                  <a:cubicBezTo>
                    <a:pt x="169261" y="622300"/>
                    <a:pt x="0" y="524002"/>
                    <a:pt x="0" y="402717"/>
                  </a:cubicBezTo>
                  <a:close/>
                </a:path>
              </a:pathLst>
            </a:custGeom>
            <a:solidFill>
              <a:srgbClr val="F3E1A4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408913" cy="640080"/>
            </a:xfrm>
            <a:custGeom>
              <a:avLst/>
              <a:gdLst/>
              <a:ahLst/>
              <a:cxnLst/>
              <a:rect r="r" b="b" t="t" l="l"/>
              <a:pathLst>
                <a:path h="640080" w="4408913">
                  <a:moveTo>
                    <a:pt x="0" y="228473"/>
                  </a:moveTo>
                  <a:cubicBezTo>
                    <a:pt x="0" y="102108"/>
                    <a:pt x="176322" y="0"/>
                    <a:pt x="393087" y="0"/>
                  </a:cubicBezTo>
                  <a:lnTo>
                    <a:pt x="4015826" y="0"/>
                  </a:lnTo>
                  <a:lnTo>
                    <a:pt x="4015826" y="8890"/>
                  </a:lnTo>
                  <a:lnTo>
                    <a:pt x="4015826" y="0"/>
                  </a:lnTo>
                  <a:cubicBezTo>
                    <a:pt x="4232591" y="0"/>
                    <a:pt x="4408913" y="102108"/>
                    <a:pt x="4408913" y="228473"/>
                  </a:cubicBezTo>
                  <a:lnTo>
                    <a:pt x="4393935" y="228473"/>
                  </a:lnTo>
                  <a:lnTo>
                    <a:pt x="4408913" y="228473"/>
                  </a:lnTo>
                  <a:lnTo>
                    <a:pt x="4408913" y="411607"/>
                  </a:lnTo>
                  <a:lnTo>
                    <a:pt x="4393935" y="411607"/>
                  </a:lnTo>
                  <a:lnTo>
                    <a:pt x="4408913" y="411607"/>
                  </a:lnTo>
                  <a:cubicBezTo>
                    <a:pt x="4408913" y="537972"/>
                    <a:pt x="4232591" y="640080"/>
                    <a:pt x="4015826" y="640080"/>
                  </a:cubicBezTo>
                  <a:lnTo>
                    <a:pt x="4015826" y="631190"/>
                  </a:lnTo>
                  <a:lnTo>
                    <a:pt x="4015826" y="640080"/>
                  </a:lnTo>
                  <a:lnTo>
                    <a:pt x="393087" y="640080"/>
                  </a:lnTo>
                  <a:lnTo>
                    <a:pt x="393087" y="631190"/>
                  </a:lnTo>
                  <a:lnTo>
                    <a:pt x="393087" y="640080"/>
                  </a:lnTo>
                  <a:cubicBezTo>
                    <a:pt x="176322" y="640080"/>
                    <a:pt x="0" y="537972"/>
                    <a:pt x="0" y="411607"/>
                  </a:cubicBezTo>
                  <a:lnTo>
                    <a:pt x="0" y="228473"/>
                  </a:lnTo>
                  <a:lnTo>
                    <a:pt x="14979" y="228473"/>
                  </a:lnTo>
                  <a:lnTo>
                    <a:pt x="0" y="228473"/>
                  </a:lnTo>
                  <a:moveTo>
                    <a:pt x="29958" y="228473"/>
                  </a:moveTo>
                  <a:lnTo>
                    <a:pt x="29958" y="411607"/>
                  </a:lnTo>
                  <a:lnTo>
                    <a:pt x="14979" y="411607"/>
                  </a:lnTo>
                  <a:lnTo>
                    <a:pt x="29958" y="411607"/>
                  </a:lnTo>
                  <a:cubicBezTo>
                    <a:pt x="29958" y="527812"/>
                    <a:pt x="192157" y="622300"/>
                    <a:pt x="393087" y="622300"/>
                  </a:cubicBezTo>
                  <a:lnTo>
                    <a:pt x="4015826" y="622300"/>
                  </a:lnTo>
                  <a:cubicBezTo>
                    <a:pt x="4216543" y="622300"/>
                    <a:pt x="4378956" y="527812"/>
                    <a:pt x="4378956" y="411607"/>
                  </a:cubicBezTo>
                  <a:lnTo>
                    <a:pt x="4378956" y="228473"/>
                  </a:lnTo>
                  <a:cubicBezTo>
                    <a:pt x="4378956" y="112268"/>
                    <a:pt x="4216757" y="17780"/>
                    <a:pt x="4015826" y="17780"/>
                  </a:cubicBezTo>
                  <a:lnTo>
                    <a:pt x="393087" y="17780"/>
                  </a:lnTo>
                  <a:lnTo>
                    <a:pt x="393087" y="8890"/>
                  </a:lnTo>
                  <a:lnTo>
                    <a:pt x="393087" y="17780"/>
                  </a:lnTo>
                  <a:cubicBezTo>
                    <a:pt x="192157" y="17780"/>
                    <a:pt x="29958" y="112268"/>
                    <a:pt x="29958" y="228473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133490" y="8448989"/>
            <a:ext cx="3306701" cy="480050"/>
            <a:chOff x="0" y="0"/>
            <a:chExt cx="4408935" cy="64006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408936" cy="640069"/>
            </a:xfrm>
            <a:custGeom>
              <a:avLst/>
              <a:gdLst/>
              <a:ahLst/>
              <a:cxnLst/>
              <a:rect r="r" b="b" t="t" l="l"/>
              <a:pathLst>
                <a:path h="640069" w="4408936">
                  <a:moveTo>
                    <a:pt x="0" y="0"/>
                  </a:moveTo>
                  <a:lnTo>
                    <a:pt x="4408936" y="0"/>
                  </a:lnTo>
                  <a:lnTo>
                    <a:pt x="4408936" y="640069"/>
                  </a:lnTo>
                  <a:lnTo>
                    <a:pt x="0" y="640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11" r="46864" b="437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4408935" cy="649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15"/>
                </a:lnSpc>
              </a:pPr>
              <a:r>
                <a:rPr lang="en-US" sz="1345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Meal planning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851059" y="9718519"/>
            <a:ext cx="8785108" cy="274534"/>
            <a:chOff x="0" y="0"/>
            <a:chExt cx="11713477" cy="36604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713471" cy="366040"/>
            </a:xfrm>
            <a:custGeom>
              <a:avLst/>
              <a:gdLst/>
              <a:ahLst/>
              <a:cxnLst/>
              <a:rect r="r" b="b" t="t" l="l"/>
              <a:pathLst>
                <a:path h="366040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0"/>
                  </a:lnTo>
                  <a:lnTo>
                    <a:pt x="0" y="366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30" r="0" b="-57353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11713477" cy="366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1"/>
                </a:lnSpc>
              </a:pPr>
              <a:r>
                <a:rPr lang="en-US" sz="1225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6952500" y="9718519"/>
            <a:ext cx="576520" cy="274534"/>
            <a:chOff x="0" y="0"/>
            <a:chExt cx="768693" cy="36604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68697" cy="366040"/>
            </a:xfrm>
            <a:custGeom>
              <a:avLst/>
              <a:gdLst/>
              <a:ahLst/>
              <a:cxnLst/>
              <a:rect r="r" b="b" t="t" l="l"/>
              <a:pathLst>
                <a:path h="366040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0"/>
                  </a:lnTo>
                  <a:lnTo>
                    <a:pt x="0" y="366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768693" cy="366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61"/>
                </a:lnSpc>
              </a:pPr>
              <a:r>
                <a:rPr lang="en-US" sz="1300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65" y="11405"/>
            <a:ext cx="18247450" cy="10264191"/>
            <a:chOff x="0" y="0"/>
            <a:chExt cx="50797511" cy="28573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797507" cy="28573512"/>
            </a:xfrm>
            <a:custGeom>
              <a:avLst/>
              <a:gdLst/>
              <a:ahLst/>
              <a:cxnLst/>
              <a:rect r="r" b="b" t="t" l="l"/>
              <a:pathLst>
                <a:path h="28573512" w="50797507">
                  <a:moveTo>
                    <a:pt x="50797507" y="0"/>
                  </a:moveTo>
                  <a:lnTo>
                    <a:pt x="50797507" y="28573512"/>
                  </a:lnTo>
                  <a:lnTo>
                    <a:pt x="0" y="28573512"/>
                  </a:lnTo>
                  <a:lnTo>
                    <a:pt x="0" y="0"/>
                  </a:lnTo>
                  <a:lnTo>
                    <a:pt x="5079750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22" y="11676"/>
            <a:ext cx="18247450" cy="10264191"/>
            <a:chOff x="0" y="0"/>
            <a:chExt cx="50798997" cy="2857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798999" cy="28575000"/>
            </a:xfrm>
            <a:custGeom>
              <a:avLst/>
              <a:gdLst/>
              <a:ahLst/>
              <a:cxnLst/>
              <a:rect r="r" b="b" t="t" l="l"/>
              <a:pathLst>
                <a:path h="28575000" w="50798999">
                  <a:moveTo>
                    <a:pt x="50798999" y="0"/>
                  </a:moveTo>
                  <a:lnTo>
                    <a:pt x="50798999" y="28575000"/>
                  </a:lnTo>
                  <a:lnTo>
                    <a:pt x="0" y="28575000"/>
                  </a:lnTo>
                  <a:lnTo>
                    <a:pt x="0" y="0"/>
                  </a:lnTo>
                  <a:lnTo>
                    <a:pt x="50798999" y="0"/>
                  </a:lnTo>
                  <a:close/>
                </a:path>
              </a:pathLst>
            </a:custGeom>
            <a:solidFill>
              <a:srgbClr val="F7F5E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8265698" cy="228093"/>
          </a:xfrm>
          <a:custGeom>
            <a:avLst/>
            <a:gdLst/>
            <a:ahLst/>
            <a:cxnLst/>
            <a:rect r="r" b="b" t="t" l="l"/>
            <a:pathLst>
              <a:path h="228093" w="18265698">
                <a:moveTo>
                  <a:pt x="0" y="0"/>
                </a:moveTo>
                <a:lnTo>
                  <a:pt x="18265698" y="0"/>
                </a:lnTo>
                <a:lnTo>
                  <a:pt x="18265698" y="228093"/>
                </a:lnTo>
                <a:lnTo>
                  <a:pt x="0" y="228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10058907"/>
            <a:ext cx="18265698" cy="228093"/>
          </a:xfrm>
          <a:custGeom>
            <a:avLst/>
            <a:gdLst/>
            <a:ahLst/>
            <a:cxnLst/>
            <a:rect r="r" b="b" t="t" l="l"/>
            <a:pathLst>
              <a:path h="228093" w="18265698">
                <a:moveTo>
                  <a:pt x="0" y="0"/>
                </a:moveTo>
                <a:lnTo>
                  <a:pt x="18265698" y="0"/>
                </a:lnTo>
                <a:lnTo>
                  <a:pt x="18265698" y="228093"/>
                </a:lnTo>
                <a:lnTo>
                  <a:pt x="0" y="228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2848" y="1946062"/>
            <a:ext cx="4835574" cy="45619"/>
          </a:xfrm>
          <a:custGeom>
            <a:avLst/>
            <a:gdLst/>
            <a:ahLst/>
            <a:cxnLst/>
            <a:rect r="r" b="b" t="t" l="l"/>
            <a:pathLst>
              <a:path h="45619" w="4835574">
                <a:moveTo>
                  <a:pt x="0" y="0"/>
                </a:moveTo>
                <a:lnTo>
                  <a:pt x="4835574" y="0"/>
                </a:lnTo>
                <a:lnTo>
                  <a:pt x="4835574" y="45619"/>
                </a:lnTo>
                <a:lnTo>
                  <a:pt x="0" y="456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33975" y="2404159"/>
            <a:ext cx="5273513" cy="1811059"/>
            <a:chOff x="2856018" y="6666018"/>
            <a:chExt cx="14669986" cy="50310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4" y="-4"/>
              <a:ext cx="14669989" cy="5031004"/>
            </a:xfrm>
            <a:custGeom>
              <a:avLst/>
              <a:gdLst/>
              <a:ahLst/>
              <a:cxnLst/>
              <a:rect r="r" b="b" t="t" l="l"/>
              <a:pathLst>
                <a:path h="5031004" w="14669989">
                  <a:moveTo>
                    <a:pt x="1486" y="343484"/>
                  </a:moveTo>
                  <a:cubicBezTo>
                    <a:pt x="1486" y="283476"/>
                    <a:pt x="17996" y="223469"/>
                    <a:pt x="48006" y="172466"/>
                  </a:cubicBezTo>
                  <a:cubicBezTo>
                    <a:pt x="78003" y="119964"/>
                    <a:pt x="121501" y="76466"/>
                    <a:pt x="172466" y="46469"/>
                  </a:cubicBezTo>
                  <a:cubicBezTo>
                    <a:pt x="225006" y="16459"/>
                    <a:pt x="283476" y="0"/>
                    <a:pt x="344970" y="0"/>
                  </a:cubicBezTo>
                  <a:lnTo>
                    <a:pt x="14326505" y="1486"/>
                  </a:lnTo>
                  <a:cubicBezTo>
                    <a:pt x="14386512" y="1486"/>
                    <a:pt x="14446469" y="17996"/>
                    <a:pt x="14497485" y="48006"/>
                  </a:cubicBezTo>
                  <a:cubicBezTo>
                    <a:pt x="14549975" y="78003"/>
                    <a:pt x="14593471" y="121501"/>
                    <a:pt x="14623470" y="172466"/>
                  </a:cubicBezTo>
                  <a:cubicBezTo>
                    <a:pt x="14653479" y="225005"/>
                    <a:pt x="14669989" y="283476"/>
                    <a:pt x="14669989" y="344970"/>
                  </a:cubicBezTo>
                  <a:lnTo>
                    <a:pt x="14669989" y="4687468"/>
                  </a:lnTo>
                  <a:cubicBezTo>
                    <a:pt x="14669989" y="4747476"/>
                    <a:pt x="14653479" y="4807483"/>
                    <a:pt x="14623470" y="4858499"/>
                  </a:cubicBezTo>
                  <a:cubicBezTo>
                    <a:pt x="14593471" y="4910988"/>
                    <a:pt x="14549975" y="4954486"/>
                    <a:pt x="14499021" y="4984495"/>
                  </a:cubicBezTo>
                  <a:cubicBezTo>
                    <a:pt x="14446469" y="5014493"/>
                    <a:pt x="14387999" y="5031004"/>
                    <a:pt x="14326505" y="5031004"/>
                  </a:cubicBezTo>
                  <a:lnTo>
                    <a:pt x="343484" y="5031004"/>
                  </a:lnTo>
                  <a:cubicBezTo>
                    <a:pt x="283476" y="5031004"/>
                    <a:pt x="223469" y="5014493"/>
                    <a:pt x="172466" y="4984495"/>
                  </a:cubicBezTo>
                  <a:cubicBezTo>
                    <a:pt x="119964" y="4954486"/>
                    <a:pt x="76467" y="4910988"/>
                    <a:pt x="46469" y="4859972"/>
                  </a:cubicBezTo>
                  <a:cubicBezTo>
                    <a:pt x="16459" y="4807483"/>
                    <a:pt x="0" y="4749012"/>
                    <a:pt x="0" y="4687468"/>
                  </a:cubicBezTo>
                  <a:lnTo>
                    <a:pt x="1486" y="3434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24851" y="2395035"/>
            <a:ext cx="5291761" cy="1829307"/>
          </a:xfrm>
          <a:custGeom>
            <a:avLst/>
            <a:gdLst/>
            <a:ahLst/>
            <a:cxnLst/>
            <a:rect r="r" b="b" t="t" l="l"/>
            <a:pathLst>
              <a:path h="1829307" w="5291761">
                <a:moveTo>
                  <a:pt x="0" y="0"/>
                </a:moveTo>
                <a:lnTo>
                  <a:pt x="5291760" y="0"/>
                </a:lnTo>
                <a:lnTo>
                  <a:pt x="5291760" y="1829307"/>
                </a:lnTo>
                <a:lnTo>
                  <a:pt x="0" y="18293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04873" y="2574416"/>
            <a:ext cx="127732" cy="1468920"/>
          </a:xfrm>
          <a:custGeom>
            <a:avLst/>
            <a:gdLst/>
            <a:ahLst/>
            <a:cxnLst/>
            <a:rect r="r" b="b" t="t" l="l"/>
            <a:pathLst>
              <a:path h="1468920" w="127732">
                <a:moveTo>
                  <a:pt x="0" y="0"/>
                </a:moveTo>
                <a:lnTo>
                  <a:pt x="127733" y="0"/>
                </a:lnTo>
                <a:lnTo>
                  <a:pt x="127733" y="1468920"/>
                </a:lnTo>
                <a:lnTo>
                  <a:pt x="0" y="14689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781921" y="2404159"/>
            <a:ext cx="5273513" cy="1811059"/>
            <a:chOff x="18858018" y="6666018"/>
            <a:chExt cx="14669986" cy="50310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4" y="-4"/>
              <a:ext cx="14669986" cy="5031004"/>
            </a:xfrm>
            <a:custGeom>
              <a:avLst/>
              <a:gdLst/>
              <a:ahLst/>
              <a:cxnLst/>
              <a:rect r="r" b="b" t="t" l="l"/>
              <a:pathLst>
                <a:path h="5031004" w="14669986">
                  <a:moveTo>
                    <a:pt x="1486" y="343484"/>
                  </a:moveTo>
                  <a:cubicBezTo>
                    <a:pt x="1486" y="283476"/>
                    <a:pt x="17996" y="223469"/>
                    <a:pt x="48005" y="172466"/>
                  </a:cubicBezTo>
                  <a:cubicBezTo>
                    <a:pt x="78003" y="119964"/>
                    <a:pt x="121500" y="76466"/>
                    <a:pt x="172466" y="46469"/>
                  </a:cubicBezTo>
                  <a:cubicBezTo>
                    <a:pt x="225005" y="16459"/>
                    <a:pt x="283476" y="0"/>
                    <a:pt x="344970" y="0"/>
                  </a:cubicBezTo>
                  <a:lnTo>
                    <a:pt x="14326503" y="1486"/>
                  </a:lnTo>
                  <a:cubicBezTo>
                    <a:pt x="14386509" y="1486"/>
                    <a:pt x="14446465" y="17996"/>
                    <a:pt x="14497482" y="48006"/>
                  </a:cubicBezTo>
                  <a:cubicBezTo>
                    <a:pt x="14549972" y="78003"/>
                    <a:pt x="14593470" y="121501"/>
                    <a:pt x="14623477" y="172466"/>
                  </a:cubicBezTo>
                  <a:cubicBezTo>
                    <a:pt x="14653475" y="225005"/>
                    <a:pt x="14669986" y="283476"/>
                    <a:pt x="14669986" y="344970"/>
                  </a:cubicBezTo>
                  <a:lnTo>
                    <a:pt x="14669986" y="4687468"/>
                  </a:lnTo>
                  <a:cubicBezTo>
                    <a:pt x="14669986" y="4747476"/>
                    <a:pt x="14653475" y="4807483"/>
                    <a:pt x="14623477" y="4858499"/>
                  </a:cubicBezTo>
                  <a:cubicBezTo>
                    <a:pt x="14593470" y="4910988"/>
                    <a:pt x="14549972" y="4954486"/>
                    <a:pt x="14499020" y="4984495"/>
                  </a:cubicBezTo>
                  <a:cubicBezTo>
                    <a:pt x="14446465" y="5014493"/>
                    <a:pt x="14387994" y="5031004"/>
                    <a:pt x="14326503" y="5031004"/>
                  </a:cubicBezTo>
                  <a:lnTo>
                    <a:pt x="343483" y="5031004"/>
                  </a:lnTo>
                  <a:cubicBezTo>
                    <a:pt x="283476" y="5031004"/>
                    <a:pt x="223469" y="5014493"/>
                    <a:pt x="172466" y="4984495"/>
                  </a:cubicBezTo>
                  <a:cubicBezTo>
                    <a:pt x="119964" y="4954486"/>
                    <a:pt x="76467" y="4910988"/>
                    <a:pt x="46469" y="4859972"/>
                  </a:cubicBezTo>
                  <a:cubicBezTo>
                    <a:pt x="16458" y="4807483"/>
                    <a:pt x="0" y="4749012"/>
                    <a:pt x="0" y="4687468"/>
                  </a:cubicBezTo>
                  <a:lnTo>
                    <a:pt x="1486" y="3434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6772798" y="2395035"/>
            <a:ext cx="5291761" cy="1829307"/>
          </a:xfrm>
          <a:custGeom>
            <a:avLst/>
            <a:gdLst/>
            <a:ahLst/>
            <a:cxnLst/>
            <a:rect r="r" b="b" t="t" l="l"/>
            <a:pathLst>
              <a:path h="1829307" w="5291761">
                <a:moveTo>
                  <a:pt x="0" y="0"/>
                </a:moveTo>
                <a:lnTo>
                  <a:pt x="5291760" y="0"/>
                </a:lnTo>
                <a:lnTo>
                  <a:pt x="5291760" y="1829307"/>
                </a:lnTo>
                <a:lnTo>
                  <a:pt x="0" y="18293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52820" y="2574416"/>
            <a:ext cx="127732" cy="1468920"/>
          </a:xfrm>
          <a:custGeom>
            <a:avLst/>
            <a:gdLst/>
            <a:ahLst/>
            <a:cxnLst/>
            <a:rect r="r" b="b" t="t" l="l"/>
            <a:pathLst>
              <a:path h="1468920" w="127732">
                <a:moveTo>
                  <a:pt x="0" y="0"/>
                </a:moveTo>
                <a:lnTo>
                  <a:pt x="127732" y="0"/>
                </a:lnTo>
                <a:lnTo>
                  <a:pt x="127732" y="1468920"/>
                </a:lnTo>
                <a:lnTo>
                  <a:pt x="0" y="1468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33975" y="4689751"/>
            <a:ext cx="5273513" cy="1811059"/>
            <a:chOff x="2856018" y="13028983"/>
            <a:chExt cx="14669986" cy="50310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4" y="-1"/>
              <a:ext cx="14669989" cy="5031003"/>
            </a:xfrm>
            <a:custGeom>
              <a:avLst/>
              <a:gdLst/>
              <a:ahLst/>
              <a:cxnLst/>
              <a:rect r="r" b="b" t="t" l="l"/>
              <a:pathLst>
                <a:path h="5031003" w="14669989">
                  <a:moveTo>
                    <a:pt x="1486" y="343534"/>
                  </a:moveTo>
                  <a:cubicBezTo>
                    <a:pt x="1486" y="283526"/>
                    <a:pt x="17996" y="223519"/>
                    <a:pt x="48006" y="172516"/>
                  </a:cubicBezTo>
                  <a:cubicBezTo>
                    <a:pt x="78003" y="120014"/>
                    <a:pt x="121501" y="76516"/>
                    <a:pt x="172466" y="46519"/>
                  </a:cubicBezTo>
                  <a:cubicBezTo>
                    <a:pt x="225006" y="16509"/>
                    <a:pt x="283476" y="0"/>
                    <a:pt x="344970" y="0"/>
                  </a:cubicBezTo>
                  <a:lnTo>
                    <a:pt x="14326505" y="1536"/>
                  </a:lnTo>
                  <a:cubicBezTo>
                    <a:pt x="14386512" y="1536"/>
                    <a:pt x="14446469" y="17995"/>
                    <a:pt x="14497485" y="47992"/>
                  </a:cubicBezTo>
                  <a:cubicBezTo>
                    <a:pt x="14549975" y="78003"/>
                    <a:pt x="14593471" y="121499"/>
                    <a:pt x="14623470" y="172516"/>
                  </a:cubicBezTo>
                  <a:cubicBezTo>
                    <a:pt x="14653479" y="225004"/>
                    <a:pt x="14669989" y="283526"/>
                    <a:pt x="14669989" y="345020"/>
                  </a:cubicBezTo>
                  <a:lnTo>
                    <a:pt x="14669989" y="4687518"/>
                  </a:lnTo>
                  <a:cubicBezTo>
                    <a:pt x="14669989" y="4747525"/>
                    <a:pt x="14653479" y="4807532"/>
                    <a:pt x="14623470" y="4858498"/>
                  </a:cubicBezTo>
                  <a:cubicBezTo>
                    <a:pt x="14593471" y="4911038"/>
                    <a:pt x="14549975" y="4954536"/>
                    <a:pt x="14499021" y="4984545"/>
                  </a:cubicBezTo>
                  <a:cubicBezTo>
                    <a:pt x="14446469" y="5014543"/>
                    <a:pt x="14387999" y="5031002"/>
                    <a:pt x="14326505" y="5031002"/>
                  </a:cubicBezTo>
                  <a:lnTo>
                    <a:pt x="343484" y="5031002"/>
                  </a:lnTo>
                  <a:cubicBezTo>
                    <a:pt x="283476" y="5031002"/>
                    <a:pt x="223469" y="5014543"/>
                    <a:pt x="172466" y="4984545"/>
                  </a:cubicBezTo>
                  <a:cubicBezTo>
                    <a:pt x="119964" y="4954536"/>
                    <a:pt x="76467" y="4911038"/>
                    <a:pt x="46469" y="4860022"/>
                  </a:cubicBezTo>
                  <a:cubicBezTo>
                    <a:pt x="16459" y="4807532"/>
                    <a:pt x="0" y="4749012"/>
                    <a:pt x="0" y="4687518"/>
                  </a:cubicBezTo>
                  <a:lnTo>
                    <a:pt x="1486" y="34353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24851" y="4680628"/>
            <a:ext cx="5291761" cy="1829307"/>
          </a:xfrm>
          <a:custGeom>
            <a:avLst/>
            <a:gdLst/>
            <a:ahLst/>
            <a:cxnLst/>
            <a:rect r="r" b="b" t="t" l="l"/>
            <a:pathLst>
              <a:path h="1829307" w="5291761">
                <a:moveTo>
                  <a:pt x="0" y="0"/>
                </a:moveTo>
                <a:lnTo>
                  <a:pt x="5291760" y="0"/>
                </a:lnTo>
                <a:lnTo>
                  <a:pt x="5291760" y="1829307"/>
                </a:lnTo>
                <a:lnTo>
                  <a:pt x="0" y="18293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04873" y="4860023"/>
            <a:ext cx="127732" cy="1468920"/>
          </a:xfrm>
          <a:custGeom>
            <a:avLst/>
            <a:gdLst/>
            <a:ahLst/>
            <a:cxnLst/>
            <a:rect r="r" b="b" t="t" l="l"/>
            <a:pathLst>
              <a:path h="1468920" w="127732">
                <a:moveTo>
                  <a:pt x="0" y="0"/>
                </a:moveTo>
                <a:lnTo>
                  <a:pt x="127733" y="0"/>
                </a:lnTo>
                <a:lnTo>
                  <a:pt x="127733" y="1468920"/>
                </a:lnTo>
                <a:lnTo>
                  <a:pt x="0" y="14689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781921" y="4689751"/>
            <a:ext cx="5273513" cy="1811059"/>
            <a:chOff x="18858018" y="13028983"/>
            <a:chExt cx="14669986" cy="50310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-4" y="-1"/>
              <a:ext cx="14669986" cy="5031003"/>
            </a:xfrm>
            <a:custGeom>
              <a:avLst/>
              <a:gdLst/>
              <a:ahLst/>
              <a:cxnLst/>
              <a:rect r="r" b="b" t="t" l="l"/>
              <a:pathLst>
                <a:path h="5031003" w="14669986">
                  <a:moveTo>
                    <a:pt x="1486" y="343534"/>
                  </a:moveTo>
                  <a:cubicBezTo>
                    <a:pt x="1486" y="283526"/>
                    <a:pt x="17996" y="223519"/>
                    <a:pt x="48005" y="172516"/>
                  </a:cubicBezTo>
                  <a:cubicBezTo>
                    <a:pt x="78003" y="120014"/>
                    <a:pt x="121500" y="76516"/>
                    <a:pt x="172466" y="46519"/>
                  </a:cubicBezTo>
                  <a:cubicBezTo>
                    <a:pt x="225005" y="16509"/>
                    <a:pt x="283476" y="0"/>
                    <a:pt x="344970" y="0"/>
                  </a:cubicBezTo>
                  <a:lnTo>
                    <a:pt x="14326503" y="1536"/>
                  </a:lnTo>
                  <a:cubicBezTo>
                    <a:pt x="14386509" y="1536"/>
                    <a:pt x="14446465" y="17995"/>
                    <a:pt x="14497482" y="47992"/>
                  </a:cubicBezTo>
                  <a:cubicBezTo>
                    <a:pt x="14549972" y="78003"/>
                    <a:pt x="14593470" y="121499"/>
                    <a:pt x="14623477" y="172516"/>
                  </a:cubicBezTo>
                  <a:cubicBezTo>
                    <a:pt x="14653475" y="225004"/>
                    <a:pt x="14669986" y="283526"/>
                    <a:pt x="14669986" y="345020"/>
                  </a:cubicBezTo>
                  <a:lnTo>
                    <a:pt x="14669986" y="4687518"/>
                  </a:lnTo>
                  <a:cubicBezTo>
                    <a:pt x="14669986" y="4747525"/>
                    <a:pt x="14653475" y="4807532"/>
                    <a:pt x="14623477" y="4858498"/>
                  </a:cubicBezTo>
                  <a:cubicBezTo>
                    <a:pt x="14593470" y="4911038"/>
                    <a:pt x="14549972" y="4954536"/>
                    <a:pt x="14499020" y="4984545"/>
                  </a:cubicBezTo>
                  <a:cubicBezTo>
                    <a:pt x="14446465" y="5014543"/>
                    <a:pt x="14387994" y="5031002"/>
                    <a:pt x="14326503" y="5031002"/>
                  </a:cubicBezTo>
                  <a:lnTo>
                    <a:pt x="343483" y="5031002"/>
                  </a:lnTo>
                  <a:cubicBezTo>
                    <a:pt x="283476" y="5031002"/>
                    <a:pt x="223469" y="5014543"/>
                    <a:pt x="172466" y="4984545"/>
                  </a:cubicBezTo>
                  <a:cubicBezTo>
                    <a:pt x="119964" y="4954536"/>
                    <a:pt x="76467" y="4911038"/>
                    <a:pt x="46469" y="4860022"/>
                  </a:cubicBezTo>
                  <a:cubicBezTo>
                    <a:pt x="16458" y="4807532"/>
                    <a:pt x="0" y="4749012"/>
                    <a:pt x="0" y="4687518"/>
                  </a:cubicBezTo>
                  <a:lnTo>
                    <a:pt x="1486" y="34353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6772798" y="4680628"/>
            <a:ext cx="5291761" cy="1829307"/>
          </a:xfrm>
          <a:custGeom>
            <a:avLst/>
            <a:gdLst/>
            <a:ahLst/>
            <a:cxnLst/>
            <a:rect r="r" b="b" t="t" l="l"/>
            <a:pathLst>
              <a:path h="1829307" w="5291761">
                <a:moveTo>
                  <a:pt x="0" y="0"/>
                </a:moveTo>
                <a:lnTo>
                  <a:pt x="5291760" y="0"/>
                </a:lnTo>
                <a:lnTo>
                  <a:pt x="5291760" y="1829307"/>
                </a:lnTo>
                <a:lnTo>
                  <a:pt x="0" y="18293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952820" y="4860023"/>
            <a:ext cx="127732" cy="1468920"/>
          </a:xfrm>
          <a:custGeom>
            <a:avLst/>
            <a:gdLst/>
            <a:ahLst/>
            <a:cxnLst/>
            <a:rect r="r" b="b" t="t" l="l"/>
            <a:pathLst>
              <a:path h="1468920" w="127732">
                <a:moveTo>
                  <a:pt x="0" y="0"/>
                </a:moveTo>
                <a:lnTo>
                  <a:pt x="127732" y="0"/>
                </a:lnTo>
                <a:lnTo>
                  <a:pt x="127732" y="1468920"/>
                </a:lnTo>
                <a:lnTo>
                  <a:pt x="0" y="146892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735293" y="7732571"/>
            <a:ext cx="11381847" cy="816573"/>
          </a:xfrm>
          <a:custGeom>
            <a:avLst/>
            <a:gdLst/>
            <a:ahLst/>
            <a:cxnLst/>
            <a:rect r="r" b="b" t="t" l="l"/>
            <a:pathLst>
              <a:path h="816573" w="11381847">
                <a:moveTo>
                  <a:pt x="0" y="0"/>
                </a:moveTo>
                <a:lnTo>
                  <a:pt x="11381847" y="0"/>
                </a:lnTo>
                <a:lnTo>
                  <a:pt x="11381847" y="816573"/>
                </a:lnTo>
                <a:lnTo>
                  <a:pt x="0" y="81657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58172" y="647822"/>
            <a:ext cx="2943171" cy="76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6"/>
              </a:lnSpc>
            </a:pPr>
            <a:r>
              <a:rPr lang="en-US" b="true" sz="4340">
                <a:solidFill>
                  <a:srgbClr val="23232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Objectives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6537" y="1492621"/>
            <a:ext cx="58021" cy="29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1"/>
              </a:lnSpc>
            </a:pPr>
            <a:r>
              <a:rPr lang="en-US" sz="1722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6199" y="1492621"/>
            <a:ext cx="6447373" cy="28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1"/>
              </a:lnSpc>
            </a:pPr>
            <a:r>
              <a:rPr lang="en-US" sz="1722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What the project is expected to deliver according to the report.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1509" y="4960962"/>
            <a:ext cx="3608462" cy="35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b="true" sz="2066">
                <a:solidFill>
                  <a:srgbClr val="23232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Adaptive exercise intensity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26660" y="5476780"/>
            <a:ext cx="60445" cy="31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1794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01509" y="2675355"/>
            <a:ext cx="3704004" cy="35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b="true" sz="2066">
                <a:solidFill>
                  <a:srgbClr val="23232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Personalized workout plans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461302" y="3191202"/>
            <a:ext cx="60445" cy="31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1794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49455" y="2675355"/>
            <a:ext cx="3089749" cy="35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b="true" sz="2066">
                <a:solidFill>
                  <a:srgbClr val="23232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Personalized diet plans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93533" y="3180009"/>
            <a:ext cx="55441" cy="29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646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249455" y="4960962"/>
            <a:ext cx="3191721" cy="35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b="true" sz="2066">
                <a:solidFill>
                  <a:srgbClr val="23232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Motivation and rewards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53109" y="5476780"/>
            <a:ext cx="60445" cy="31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1794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01509" y="3191202"/>
            <a:ext cx="4169999" cy="31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1794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Generate exercise guidancewith sets,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01509" y="3503014"/>
            <a:ext cx="4226722" cy="54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1794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repetitions, intensity, and proper form support through Hugging Face AI.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01509" y="5476780"/>
            <a:ext cx="4444095" cy="31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1794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Adjust intensity using sleepdata, calorie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01509" y="5788592"/>
            <a:ext cx="4337390" cy="54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1794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intake, and previous performance from smartwatch and phone sensors.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49455" y="5476780"/>
            <a:ext cx="4036322" cy="31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1794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Useratings, comments,leaderboard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249455" y="5788592"/>
            <a:ext cx="4694713" cy="54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1794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ranking, monthly badges, and supplement discounts for top users.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249455" y="3180009"/>
            <a:ext cx="4335551" cy="281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646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Create diet plans using dietary preferences,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249455" y="3462943"/>
            <a:ext cx="4517456" cy="466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7"/>
              </a:lnSpc>
            </a:pPr>
            <a:r>
              <a:rPr lang="en-US" sz="1646">
                <a:solidFill>
                  <a:srgbClr val="64615A"/>
                </a:solidFill>
                <a:latin typeface="Noto Sans"/>
                <a:ea typeface="Noto Sans"/>
                <a:cs typeface="Noto Sans"/>
                <a:sym typeface="Noto Sans"/>
              </a:rPr>
              <a:t>restrictions, nutritional targets, health goals, and physical characteristics.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047866" y="8001458"/>
            <a:ext cx="10883806" cy="42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1646">
                <a:solidFill>
                  <a:srgbClr val="232323"/>
                </a:solidFill>
                <a:latin typeface="Noto Sans"/>
                <a:ea typeface="Noto Sans"/>
                <a:cs typeface="Noto Sans"/>
                <a:sym typeface="Noto Sans"/>
              </a:rPr>
              <a:t>Goal: provide scientifically based recommendations, monitor user behavior, and support sustainable healthy lifestyles.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58172" y="9754614"/>
            <a:ext cx="4035880" cy="18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4" spc="2">
                <a:solidFill>
                  <a:srgbClr val="6461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SPOTTERAI / SE 216 SOFTWARE PROJECT MANAGEMENT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7312126" y="9740499"/>
            <a:ext cx="177456" cy="20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5"/>
              </a:lnSpc>
            </a:pPr>
            <a:r>
              <a:rPr lang="en-US" b="true" sz="1196" spc="1">
                <a:solidFill>
                  <a:srgbClr val="6461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20264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31443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1808588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302754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2796911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291078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3785235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279402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477356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5267725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5761892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6256049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6750215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7244372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7738539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8232696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3334" y="8726862"/>
            <a:ext cx="18308517" cy="6677"/>
            <a:chOff x="0" y="0"/>
            <a:chExt cx="24411356" cy="89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3334" y="9221019"/>
            <a:ext cx="18308517" cy="6677"/>
            <a:chOff x="0" y="0"/>
            <a:chExt cx="24411356" cy="89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-3334" y="9715186"/>
            <a:ext cx="18308517" cy="6677"/>
            <a:chOff x="0" y="0"/>
            <a:chExt cx="24411356" cy="89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-9535" y="-9535"/>
            <a:ext cx="18320909" cy="224961"/>
            <a:chOff x="0" y="0"/>
            <a:chExt cx="24427878" cy="2999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-9535" y="10079612"/>
            <a:ext cx="18320909" cy="224961"/>
            <a:chOff x="0" y="0"/>
            <a:chExt cx="24427878" cy="2999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1059" y="658882"/>
            <a:ext cx="9883245" cy="841144"/>
            <a:chOff x="0" y="0"/>
            <a:chExt cx="13177660" cy="11215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77655" cy="1121522"/>
            </a:xfrm>
            <a:custGeom>
              <a:avLst/>
              <a:gdLst/>
              <a:ahLst/>
              <a:cxnLst/>
              <a:rect r="r" b="b" t="t" l="l"/>
              <a:pathLst>
                <a:path h="1121522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1121522"/>
                  </a:lnTo>
                  <a:lnTo>
                    <a:pt x="0" y="11215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411" r="0" b="-16647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3177660" cy="1121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344"/>
                </a:lnSpc>
              </a:pPr>
              <a:r>
                <a:rPr lang="en-US" sz="4453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Functional Requirements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8510" y="1455029"/>
            <a:ext cx="8304667" cy="343838"/>
            <a:chOff x="0" y="0"/>
            <a:chExt cx="11072889" cy="45845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72891" cy="458453"/>
            </a:xfrm>
            <a:custGeom>
              <a:avLst/>
              <a:gdLst/>
              <a:ahLst/>
              <a:cxnLst/>
              <a:rect r="r" b="b" t="t" l="l"/>
              <a:pathLst>
                <a:path h="458453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458453"/>
                  </a:lnTo>
                  <a:lnTo>
                    <a:pt x="0" y="4584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714" r="0" b="-42051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9525"/>
              <a:ext cx="11072889" cy="448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1"/>
                </a:lnSpc>
              </a:pPr>
              <a:r>
                <a:rPr lang="en-US" sz="1826">
                  <a:solidFill>
                    <a:srgbClr val="64615A"/>
                  </a:solidFill>
                  <a:latin typeface="Aptos"/>
                  <a:ea typeface="Aptos"/>
                  <a:cs typeface="Aptos"/>
                  <a:sym typeface="Aptos"/>
                </a:rPr>
                <a:t>Main features visible to the user.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56583" y="1940995"/>
            <a:ext cx="4848206" cy="43853"/>
            <a:chOff x="0" y="0"/>
            <a:chExt cx="6464275" cy="584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9210" y="0"/>
              <a:ext cx="6405880" cy="58420"/>
            </a:xfrm>
            <a:custGeom>
              <a:avLst/>
              <a:gdLst/>
              <a:ahLst/>
              <a:cxnLst/>
              <a:rect r="r" b="b" t="t" l="l"/>
              <a:pathLst>
                <a:path h="58420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5842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19975" y="2296554"/>
            <a:ext cx="7362863" cy="1501550"/>
            <a:chOff x="0" y="0"/>
            <a:chExt cx="9817151" cy="200206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2700" y="12700"/>
              <a:ext cx="9791700" cy="1976628"/>
            </a:xfrm>
            <a:custGeom>
              <a:avLst/>
              <a:gdLst/>
              <a:ahLst/>
              <a:cxnLst/>
              <a:rect r="r" b="b" t="t" l="l"/>
              <a:pathLst>
                <a:path h="1976628" w="9791700">
                  <a:moveTo>
                    <a:pt x="0" y="164719"/>
                  </a:moveTo>
                  <a:cubicBezTo>
                    <a:pt x="0" y="73787"/>
                    <a:pt x="74549" y="0"/>
                    <a:pt x="166370" y="0"/>
                  </a:cubicBezTo>
                  <a:lnTo>
                    <a:pt x="9625330" y="0"/>
                  </a:lnTo>
                  <a:cubicBezTo>
                    <a:pt x="9717278" y="0"/>
                    <a:pt x="9791700" y="73787"/>
                    <a:pt x="9791700" y="164719"/>
                  </a:cubicBezTo>
                  <a:lnTo>
                    <a:pt x="9791700" y="1811909"/>
                  </a:lnTo>
                  <a:cubicBezTo>
                    <a:pt x="9791700" y="1902841"/>
                    <a:pt x="9717151" y="1976628"/>
                    <a:pt x="9625330" y="1976628"/>
                  </a:cubicBezTo>
                  <a:lnTo>
                    <a:pt x="166370" y="1976628"/>
                  </a:lnTo>
                  <a:cubicBezTo>
                    <a:pt x="74422" y="1976628"/>
                    <a:pt x="0" y="1902841"/>
                    <a:pt x="0" y="18119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817100" cy="2002028"/>
            </a:xfrm>
            <a:custGeom>
              <a:avLst/>
              <a:gdLst/>
              <a:ahLst/>
              <a:cxnLst/>
              <a:rect r="r" b="b" t="t" l="l"/>
              <a:pathLst>
                <a:path h="2002028" w="9817100">
                  <a:moveTo>
                    <a:pt x="0" y="177419"/>
                  </a:moveTo>
                  <a:cubicBezTo>
                    <a:pt x="0" y="79375"/>
                    <a:pt x="80264" y="0"/>
                    <a:pt x="179070" y="0"/>
                  </a:cubicBezTo>
                  <a:lnTo>
                    <a:pt x="9638030" y="0"/>
                  </a:lnTo>
                  <a:lnTo>
                    <a:pt x="9638030" y="12700"/>
                  </a:lnTo>
                  <a:lnTo>
                    <a:pt x="9638030" y="0"/>
                  </a:lnTo>
                  <a:cubicBezTo>
                    <a:pt x="9736836" y="0"/>
                    <a:pt x="9817100" y="79375"/>
                    <a:pt x="9817100" y="177419"/>
                  </a:cubicBezTo>
                  <a:lnTo>
                    <a:pt x="9804400" y="177419"/>
                  </a:lnTo>
                  <a:lnTo>
                    <a:pt x="9817100" y="177419"/>
                  </a:lnTo>
                  <a:lnTo>
                    <a:pt x="9817100" y="1824609"/>
                  </a:lnTo>
                  <a:lnTo>
                    <a:pt x="9804400" y="1824609"/>
                  </a:lnTo>
                  <a:lnTo>
                    <a:pt x="9817100" y="1824609"/>
                  </a:lnTo>
                  <a:cubicBezTo>
                    <a:pt x="9817100" y="1922780"/>
                    <a:pt x="9736836" y="2002028"/>
                    <a:pt x="9638030" y="2002028"/>
                  </a:cubicBezTo>
                  <a:lnTo>
                    <a:pt x="9638030" y="1989328"/>
                  </a:lnTo>
                  <a:lnTo>
                    <a:pt x="9638030" y="2002028"/>
                  </a:lnTo>
                  <a:lnTo>
                    <a:pt x="179070" y="2002028"/>
                  </a:lnTo>
                  <a:lnTo>
                    <a:pt x="179070" y="1989328"/>
                  </a:lnTo>
                  <a:lnTo>
                    <a:pt x="179070" y="2002028"/>
                  </a:lnTo>
                  <a:cubicBezTo>
                    <a:pt x="80264" y="2002028"/>
                    <a:pt x="0" y="1922780"/>
                    <a:pt x="0" y="1824609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824609"/>
                  </a:lnTo>
                  <a:lnTo>
                    <a:pt x="12700" y="1824609"/>
                  </a:lnTo>
                  <a:lnTo>
                    <a:pt x="25400" y="1824609"/>
                  </a:lnTo>
                  <a:cubicBezTo>
                    <a:pt x="25400" y="1908429"/>
                    <a:pt x="94107" y="1976628"/>
                    <a:pt x="179070" y="1976628"/>
                  </a:cubicBezTo>
                  <a:lnTo>
                    <a:pt x="9638030" y="1976628"/>
                  </a:lnTo>
                  <a:cubicBezTo>
                    <a:pt x="9722993" y="1976628"/>
                    <a:pt x="9791700" y="1908429"/>
                    <a:pt x="9791700" y="1824609"/>
                  </a:cubicBezTo>
                  <a:lnTo>
                    <a:pt x="9791700" y="177419"/>
                  </a:lnTo>
                  <a:cubicBezTo>
                    <a:pt x="9791700" y="93599"/>
                    <a:pt x="9722993" y="25400"/>
                    <a:pt x="9638030" y="25400"/>
                  </a:cubicBezTo>
                  <a:lnTo>
                    <a:pt x="179070" y="25400"/>
                  </a:lnTo>
                  <a:lnTo>
                    <a:pt x="179070" y="12700"/>
                  </a:lnTo>
                  <a:lnTo>
                    <a:pt x="179070" y="25400"/>
                  </a:lnTo>
                  <a:cubicBezTo>
                    <a:pt x="94107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98416" y="2475005"/>
            <a:ext cx="128883" cy="1144657"/>
            <a:chOff x="0" y="0"/>
            <a:chExt cx="171844" cy="152621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6E9F73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1831" cy="1526159"/>
            </a:xfrm>
            <a:custGeom>
              <a:avLst/>
              <a:gdLst/>
              <a:ahLst/>
              <a:cxnLst/>
              <a:rect r="r" b="b" t="t" l="l"/>
              <a:pathLst>
                <a:path h="1526159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513459"/>
                  </a:lnTo>
                  <a:cubicBezTo>
                    <a:pt x="171831" y="1520444"/>
                    <a:pt x="166116" y="1526159"/>
                    <a:pt x="159131" y="1526159"/>
                  </a:cubicBezTo>
                  <a:lnTo>
                    <a:pt x="12700" y="1526159"/>
                  </a:lnTo>
                  <a:cubicBezTo>
                    <a:pt x="5715" y="1526159"/>
                    <a:pt x="0" y="1520444"/>
                    <a:pt x="0" y="151345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13459"/>
                  </a:lnTo>
                  <a:lnTo>
                    <a:pt x="12700" y="1513459"/>
                  </a:lnTo>
                  <a:lnTo>
                    <a:pt x="12700" y="1500759"/>
                  </a:lnTo>
                  <a:lnTo>
                    <a:pt x="159131" y="1500759"/>
                  </a:lnTo>
                  <a:lnTo>
                    <a:pt x="159131" y="1513459"/>
                  </a:lnTo>
                  <a:lnTo>
                    <a:pt x="146431" y="1513459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96216" y="2539441"/>
            <a:ext cx="6630010" cy="404245"/>
            <a:chOff x="0" y="0"/>
            <a:chExt cx="8840013" cy="53899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840010" cy="538989"/>
            </a:xfrm>
            <a:custGeom>
              <a:avLst/>
              <a:gdLst/>
              <a:ahLst/>
              <a:cxnLst/>
              <a:rect r="r" b="b" t="t" l="l"/>
              <a:pathLst>
                <a:path h="538989" w="8840010">
                  <a:moveTo>
                    <a:pt x="0" y="0"/>
                  </a:moveTo>
                  <a:lnTo>
                    <a:pt x="8840010" y="0"/>
                  </a:lnTo>
                  <a:lnTo>
                    <a:pt x="8840010" y="538989"/>
                  </a:lnTo>
                  <a:lnTo>
                    <a:pt x="0" y="5389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338" r="0" b="-26881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840013" cy="538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5"/>
                </a:lnSpc>
              </a:pPr>
              <a:r>
                <a:rPr lang="en-US" sz="21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Authentication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96216" y="3102235"/>
            <a:ext cx="66300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63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Users can create accounts, log in, log out, and manage their profile.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393269" y="2296554"/>
            <a:ext cx="7362863" cy="1501550"/>
            <a:chOff x="0" y="0"/>
            <a:chExt cx="9817151" cy="200206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700"/>
              <a:ext cx="9791700" cy="1976628"/>
            </a:xfrm>
            <a:custGeom>
              <a:avLst/>
              <a:gdLst/>
              <a:ahLst/>
              <a:cxnLst/>
              <a:rect r="r" b="b" t="t" l="l"/>
              <a:pathLst>
                <a:path h="1976628" w="9791700">
                  <a:moveTo>
                    <a:pt x="0" y="164719"/>
                  </a:moveTo>
                  <a:cubicBezTo>
                    <a:pt x="0" y="73787"/>
                    <a:pt x="74549" y="0"/>
                    <a:pt x="166370" y="0"/>
                  </a:cubicBezTo>
                  <a:lnTo>
                    <a:pt x="9625330" y="0"/>
                  </a:lnTo>
                  <a:cubicBezTo>
                    <a:pt x="9717278" y="0"/>
                    <a:pt x="9791700" y="73787"/>
                    <a:pt x="9791700" y="164719"/>
                  </a:cubicBezTo>
                  <a:lnTo>
                    <a:pt x="9791700" y="1811909"/>
                  </a:lnTo>
                  <a:cubicBezTo>
                    <a:pt x="9791700" y="1902841"/>
                    <a:pt x="9717151" y="1976628"/>
                    <a:pt x="9625330" y="1976628"/>
                  </a:cubicBezTo>
                  <a:lnTo>
                    <a:pt x="166370" y="1976628"/>
                  </a:lnTo>
                  <a:cubicBezTo>
                    <a:pt x="74422" y="1976628"/>
                    <a:pt x="0" y="1902841"/>
                    <a:pt x="0" y="18119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817100" cy="2002028"/>
            </a:xfrm>
            <a:custGeom>
              <a:avLst/>
              <a:gdLst/>
              <a:ahLst/>
              <a:cxnLst/>
              <a:rect r="r" b="b" t="t" l="l"/>
              <a:pathLst>
                <a:path h="2002028" w="9817100">
                  <a:moveTo>
                    <a:pt x="0" y="177419"/>
                  </a:moveTo>
                  <a:cubicBezTo>
                    <a:pt x="0" y="79375"/>
                    <a:pt x="80264" y="0"/>
                    <a:pt x="179070" y="0"/>
                  </a:cubicBezTo>
                  <a:lnTo>
                    <a:pt x="9638030" y="0"/>
                  </a:lnTo>
                  <a:lnTo>
                    <a:pt x="9638030" y="12700"/>
                  </a:lnTo>
                  <a:lnTo>
                    <a:pt x="9638030" y="0"/>
                  </a:lnTo>
                  <a:cubicBezTo>
                    <a:pt x="9736836" y="0"/>
                    <a:pt x="9817100" y="79375"/>
                    <a:pt x="9817100" y="177419"/>
                  </a:cubicBezTo>
                  <a:lnTo>
                    <a:pt x="9804400" y="177419"/>
                  </a:lnTo>
                  <a:lnTo>
                    <a:pt x="9817100" y="177419"/>
                  </a:lnTo>
                  <a:lnTo>
                    <a:pt x="9817100" y="1824609"/>
                  </a:lnTo>
                  <a:lnTo>
                    <a:pt x="9804400" y="1824609"/>
                  </a:lnTo>
                  <a:lnTo>
                    <a:pt x="9817100" y="1824609"/>
                  </a:lnTo>
                  <a:cubicBezTo>
                    <a:pt x="9817100" y="1922780"/>
                    <a:pt x="9736836" y="2002028"/>
                    <a:pt x="9638030" y="2002028"/>
                  </a:cubicBezTo>
                  <a:lnTo>
                    <a:pt x="9638030" y="1989328"/>
                  </a:lnTo>
                  <a:lnTo>
                    <a:pt x="9638030" y="2002028"/>
                  </a:lnTo>
                  <a:lnTo>
                    <a:pt x="179070" y="2002028"/>
                  </a:lnTo>
                  <a:lnTo>
                    <a:pt x="179070" y="1989328"/>
                  </a:lnTo>
                  <a:lnTo>
                    <a:pt x="179070" y="2002028"/>
                  </a:lnTo>
                  <a:cubicBezTo>
                    <a:pt x="80264" y="2002028"/>
                    <a:pt x="0" y="1922780"/>
                    <a:pt x="0" y="1824609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824609"/>
                  </a:lnTo>
                  <a:lnTo>
                    <a:pt x="12700" y="1824609"/>
                  </a:lnTo>
                  <a:lnTo>
                    <a:pt x="25400" y="1824609"/>
                  </a:lnTo>
                  <a:cubicBezTo>
                    <a:pt x="25400" y="1908429"/>
                    <a:pt x="94107" y="1976628"/>
                    <a:pt x="179070" y="1976628"/>
                  </a:cubicBezTo>
                  <a:lnTo>
                    <a:pt x="9638030" y="1976628"/>
                  </a:lnTo>
                  <a:cubicBezTo>
                    <a:pt x="9722993" y="1976628"/>
                    <a:pt x="9791700" y="1908429"/>
                    <a:pt x="9791700" y="1824609"/>
                  </a:cubicBezTo>
                  <a:lnTo>
                    <a:pt x="9791700" y="177419"/>
                  </a:lnTo>
                  <a:cubicBezTo>
                    <a:pt x="9791700" y="93599"/>
                    <a:pt x="9722993" y="25400"/>
                    <a:pt x="9638030" y="25400"/>
                  </a:cubicBezTo>
                  <a:lnTo>
                    <a:pt x="179070" y="25400"/>
                  </a:lnTo>
                  <a:lnTo>
                    <a:pt x="179070" y="12700"/>
                  </a:lnTo>
                  <a:lnTo>
                    <a:pt x="179070" y="25400"/>
                  </a:lnTo>
                  <a:cubicBezTo>
                    <a:pt x="94107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571720" y="2475005"/>
            <a:ext cx="128883" cy="1144657"/>
            <a:chOff x="0" y="0"/>
            <a:chExt cx="171844" cy="152621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6D91A6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1831" cy="1526159"/>
            </a:xfrm>
            <a:custGeom>
              <a:avLst/>
              <a:gdLst/>
              <a:ahLst/>
              <a:cxnLst/>
              <a:rect r="r" b="b" t="t" l="l"/>
              <a:pathLst>
                <a:path h="1526159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513459"/>
                  </a:lnTo>
                  <a:cubicBezTo>
                    <a:pt x="171831" y="1520444"/>
                    <a:pt x="166116" y="1526159"/>
                    <a:pt x="159131" y="1526159"/>
                  </a:cubicBezTo>
                  <a:lnTo>
                    <a:pt x="12700" y="1526159"/>
                  </a:lnTo>
                  <a:cubicBezTo>
                    <a:pt x="5715" y="1526159"/>
                    <a:pt x="0" y="1520444"/>
                    <a:pt x="0" y="151345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13459"/>
                  </a:lnTo>
                  <a:lnTo>
                    <a:pt x="12700" y="1513459"/>
                  </a:lnTo>
                  <a:lnTo>
                    <a:pt x="12700" y="1500759"/>
                  </a:lnTo>
                  <a:lnTo>
                    <a:pt x="159131" y="1500759"/>
                  </a:lnTo>
                  <a:lnTo>
                    <a:pt x="159131" y="1513459"/>
                  </a:lnTo>
                  <a:lnTo>
                    <a:pt x="146431" y="1513459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D91A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869519" y="2539441"/>
            <a:ext cx="6630010" cy="404245"/>
            <a:chOff x="0" y="0"/>
            <a:chExt cx="8840013" cy="53899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840010" cy="538989"/>
            </a:xfrm>
            <a:custGeom>
              <a:avLst/>
              <a:gdLst/>
              <a:ahLst/>
              <a:cxnLst/>
              <a:rect r="r" b="b" t="t" l="l"/>
              <a:pathLst>
                <a:path h="538989" w="8840010">
                  <a:moveTo>
                    <a:pt x="0" y="0"/>
                  </a:moveTo>
                  <a:lnTo>
                    <a:pt x="8840010" y="0"/>
                  </a:lnTo>
                  <a:lnTo>
                    <a:pt x="8840010" y="538989"/>
                  </a:lnTo>
                  <a:lnTo>
                    <a:pt x="0" y="5389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338" r="0" b="-26881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8840013" cy="538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5"/>
                </a:lnSpc>
              </a:pPr>
              <a:r>
                <a:rPr lang="en-US" sz="21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Daily AI plans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9869519" y="3102235"/>
            <a:ext cx="66300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63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Home page shows AI-generated meal and exercise plans.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019975" y="4355563"/>
            <a:ext cx="7362863" cy="1501550"/>
            <a:chOff x="0" y="0"/>
            <a:chExt cx="9817151" cy="200206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9791700" cy="1976628"/>
            </a:xfrm>
            <a:custGeom>
              <a:avLst/>
              <a:gdLst/>
              <a:ahLst/>
              <a:cxnLst/>
              <a:rect r="r" b="b" t="t" l="l"/>
              <a:pathLst>
                <a:path h="1976628" w="9791700">
                  <a:moveTo>
                    <a:pt x="0" y="164719"/>
                  </a:moveTo>
                  <a:cubicBezTo>
                    <a:pt x="0" y="73787"/>
                    <a:pt x="74549" y="0"/>
                    <a:pt x="166370" y="0"/>
                  </a:cubicBezTo>
                  <a:lnTo>
                    <a:pt x="9625330" y="0"/>
                  </a:lnTo>
                  <a:cubicBezTo>
                    <a:pt x="9717278" y="0"/>
                    <a:pt x="9791700" y="73787"/>
                    <a:pt x="9791700" y="164719"/>
                  </a:cubicBezTo>
                  <a:lnTo>
                    <a:pt x="9791700" y="1811909"/>
                  </a:lnTo>
                  <a:cubicBezTo>
                    <a:pt x="9791700" y="1902841"/>
                    <a:pt x="9717151" y="1976628"/>
                    <a:pt x="9625330" y="1976628"/>
                  </a:cubicBezTo>
                  <a:lnTo>
                    <a:pt x="166370" y="1976628"/>
                  </a:lnTo>
                  <a:cubicBezTo>
                    <a:pt x="74422" y="1976628"/>
                    <a:pt x="0" y="1902841"/>
                    <a:pt x="0" y="18119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817100" cy="2002028"/>
            </a:xfrm>
            <a:custGeom>
              <a:avLst/>
              <a:gdLst/>
              <a:ahLst/>
              <a:cxnLst/>
              <a:rect r="r" b="b" t="t" l="l"/>
              <a:pathLst>
                <a:path h="2002028" w="9817100">
                  <a:moveTo>
                    <a:pt x="0" y="177419"/>
                  </a:moveTo>
                  <a:cubicBezTo>
                    <a:pt x="0" y="79375"/>
                    <a:pt x="80264" y="0"/>
                    <a:pt x="179070" y="0"/>
                  </a:cubicBezTo>
                  <a:lnTo>
                    <a:pt x="9638030" y="0"/>
                  </a:lnTo>
                  <a:lnTo>
                    <a:pt x="9638030" y="12700"/>
                  </a:lnTo>
                  <a:lnTo>
                    <a:pt x="9638030" y="0"/>
                  </a:lnTo>
                  <a:cubicBezTo>
                    <a:pt x="9736836" y="0"/>
                    <a:pt x="9817100" y="79375"/>
                    <a:pt x="9817100" y="177419"/>
                  </a:cubicBezTo>
                  <a:lnTo>
                    <a:pt x="9804400" y="177419"/>
                  </a:lnTo>
                  <a:lnTo>
                    <a:pt x="9817100" y="177419"/>
                  </a:lnTo>
                  <a:lnTo>
                    <a:pt x="9817100" y="1824609"/>
                  </a:lnTo>
                  <a:lnTo>
                    <a:pt x="9804400" y="1824609"/>
                  </a:lnTo>
                  <a:lnTo>
                    <a:pt x="9817100" y="1824609"/>
                  </a:lnTo>
                  <a:cubicBezTo>
                    <a:pt x="9817100" y="1922780"/>
                    <a:pt x="9736836" y="2002028"/>
                    <a:pt x="9638030" y="2002028"/>
                  </a:cubicBezTo>
                  <a:lnTo>
                    <a:pt x="9638030" y="1989328"/>
                  </a:lnTo>
                  <a:lnTo>
                    <a:pt x="9638030" y="2002028"/>
                  </a:lnTo>
                  <a:lnTo>
                    <a:pt x="179070" y="2002028"/>
                  </a:lnTo>
                  <a:lnTo>
                    <a:pt x="179070" y="1989328"/>
                  </a:lnTo>
                  <a:lnTo>
                    <a:pt x="179070" y="2002028"/>
                  </a:lnTo>
                  <a:cubicBezTo>
                    <a:pt x="80264" y="2002028"/>
                    <a:pt x="0" y="1922780"/>
                    <a:pt x="0" y="1824609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824609"/>
                  </a:lnTo>
                  <a:lnTo>
                    <a:pt x="12700" y="1824609"/>
                  </a:lnTo>
                  <a:lnTo>
                    <a:pt x="25400" y="1824609"/>
                  </a:lnTo>
                  <a:cubicBezTo>
                    <a:pt x="25400" y="1908429"/>
                    <a:pt x="94107" y="1976628"/>
                    <a:pt x="179070" y="1976628"/>
                  </a:cubicBezTo>
                  <a:lnTo>
                    <a:pt x="9638030" y="1976628"/>
                  </a:lnTo>
                  <a:cubicBezTo>
                    <a:pt x="9722993" y="1976628"/>
                    <a:pt x="9791700" y="1908429"/>
                    <a:pt x="9791700" y="1824609"/>
                  </a:cubicBezTo>
                  <a:lnTo>
                    <a:pt x="9791700" y="177419"/>
                  </a:lnTo>
                  <a:cubicBezTo>
                    <a:pt x="9791700" y="93599"/>
                    <a:pt x="9722993" y="25400"/>
                    <a:pt x="9638030" y="25400"/>
                  </a:cubicBezTo>
                  <a:lnTo>
                    <a:pt x="179070" y="25400"/>
                  </a:lnTo>
                  <a:lnTo>
                    <a:pt x="179070" y="12700"/>
                  </a:lnTo>
                  <a:lnTo>
                    <a:pt x="179070" y="25400"/>
                  </a:lnTo>
                  <a:cubicBezTo>
                    <a:pt x="94107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98416" y="4534014"/>
            <a:ext cx="128883" cy="1144657"/>
            <a:chOff x="0" y="0"/>
            <a:chExt cx="171844" cy="152621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D9954B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1831" cy="1526159"/>
            </a:xfrm>
            <a:custGeom>
              <a:avLst/>
              <a:gdLst/>
              <a:ahLst/>
              <a:cxnLst/>
              <a:rect r="r" b="b" t="t" l="l"/>
              <a:pathLst>
                <a:path h="1526159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513459"/>
                  </a:lnTo>
                  <a:cubicBezTo>
                    <a:pt x="171831" y="1520444"/>
                    <a:pt x="166116" y="1526159"/>
                    <a:pt x="159131" y="1526159"/>
                  </a:cubicBezTo>
                  <a:lnTo>
                    <a:pt x="12700" y="1526159"/>
                  </a:lnTo>
                  <a:cubicBezTo>
                    <a:pt x="5715" y="1526159"/>
                    <a:pt x="0" y="1520444"/>
                    <a:pt x="0" y="151345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13459"/>
                  </a:lnTo>
                  <a:lnTo>
                    <a:pt x="12700" y="1513459"/>
                  </a:lnTo>
                  <a:lnTo>
                    <a:pt x="12700" y="1500759"/>
                  </a:lnTo>
                  <a:lnTo>
                    <a:pt x="159131" y="1500759"/>
                  </a:lnTo>
                  <a:lnTo>
                    <a:pt x="159131" y="1513459"/>
                  </a:lnTo>
                  <a:lnTo>
                    <a:pt x="146431" y="1513459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954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496216" y="4598451"/>
            <a:ext cx="6630010" cy="404245"/>
            <a:chOff x="0" y="0"/>
            <a:chExt cx="8840013" cy="53899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840010" cy="538989"/>
            </a:xfrm>
            <a:custGeom>
              <a:avLst/>
              <a:gdLst/>
              <a:ahLst/>
              <a:cxnLst/>
              <a:rect r="r" b="b" t="t" l="l"/>
              <a:pathLst>
                <a:path h="538989" w="8840010">
                  <a:moveTo>
                    <a:pt x="0" y="0"/>
                  </a:moveTo>
                  <a:lnTo>
                    <a:pt x="8840010" y="0"/>
                  </a:lnTo>
                  <a:lnTo>
                    <a:pt x="8840010" y="538989"/>
                  </a:lnTo>
                  <a:lnTo>
                    <a:pt x="0" y="5389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338" r="0" b="-26881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8840013" cy="538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5"/>
                </a:lnSpc>
              </a:pPr>
              <a:r>
                <a:rPr lang="en-US" sz="21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Detailed guidance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496216" y="5161245"/>
            <a:ext cx="663001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63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Meals include calories, macros, and allergens; workouts include sets, reps, and intensity.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9393269" y="4355563"/>
            <a:ext cx="7362863" cy="1501550"/>
            <a:chOff x="0" y="0"/>
            <a:chExt cx="9817151" cy="200206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2700" y="12700"/>
              <a:ext cx="9791700" cy="1976628"/>
            </a:xfrm>
            <a:custGeom>
              <a:avLst/>
              <a:gdLst/>
              <a:ahLst/>
              <a:cxnLst/>
              <a:rect r="r" b="b" t="t" l="l"/>
              <a:pathLst>
                <a:path h="1976628" w="9791700">
                  <a:moveTo>
                    <a:pt x="0" y="164719"/>
                  </a:moveTo>
                  <a:cubicBezTo>
                    <a:pt x="0" y="73787"/>
                    <a:pt x="74549" y="0"/>
                    <a:pt x="166370" y="0"/>
                  </a:cubicBezTo>
                  <a:lnTo>
                    <a:pt x="9625330" y="0"/>
                  </a:lnTo>
                  <a:cubicBezTo>
                    <a:pt x="9717278" y="0"/>
                    <a:pt x="9791700" y="73787"/>
                    <a:pt x="9791700" y="164719"/>
                  </a:cubicBezTo>
                  <a:lnTo>
                    <a:pt x="9791700" y="1811909"/>
                  </a:lnTo>
                  <a:cubicBezTo>
                    <a:pt x="9791700" y="1902841"/>
                    <a:pt x="9717151" y="1976628"/>
                    <a:pt x="9625330" y="1976628"/>
                  </a:cubicBezTo>
                  <a:lnTo>
                    <a:pt x="166370" y="1976628"/>
                  </a:lnTo>
                  <a:cubicBezTo>
                    <a:pt x="74422" y="1976628"/>
                    <a:pt x="0" y="1902841"/>
                    <a:pt x="0" y="18119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817100" cy="2002028"/>
            </a:xfrm>
            <a:custGeom>
              <a:avLst/>
              <a:gdLst/>
              <a:ahLst/>
              <a:cxnLst/>
              <a:rect r="r" b="b" t="t" l="l"/>
              <a:pathLst>
                <a:path h="2002028" w="9817100">
                  <a:moveTo>
                    <a:pt x="0" y="177419"/>
                  </a:moveTo>
                  <a:cubicBezTo>
                    <a:pt x="0" y="79375"/>
                    <a:pt x="80264" y="0"/>
                    <a:pt x="179070" y="0"/>
                  </a:cubicBezTo>
                  <a:lnTo>
                    <a:pt x="9638030" y="0"/>
                  </a:lnTo>
                  <a:lnTo>
                    <a:pt x="9638030" y="12700"/>
                  </a:lnTo>
                  <a:lnTo>
                    <a:pt x="9638030" y="0"/>
                  </a:lnTo>
                  <a:cubicBezTo>
                    <a:pt x="9736836" y="0"/>
                    <a:pt x="9817100" y="79375"/>
                    <a:pt x="9817100" y="177419"/>
                  </a:cubicBezTo>
                  <a:lnTo>
                    <a:pt x="9804400" y="177419"/>
                  </a:lnTo>
                  <a:lnTo>
                    <a:pt x="9817100" y="177419"/>
                  </a:lnTo>
                  <a:lnTo>
                    <a:pt x="9817100" y="1824609"/>
                  </a:lnTo>
                  <a:lnTo>
                    <a:pt x="9804400" y="1824609"/>
                  </a:lnTo>
                  <a:lnTo>
                    <a:pt x="9817100" y="1824609"/>
                  </a:lnTo>
                  <a:cubicBezTo>
                    <a:pt x="9817100" y="1922780"/>
                    <a:pt x="9736836" y="2002028"/>
                    <a:pt x="9638030" y="2002028"/>
                  </a:cubicBezTo>
                  <a:lnTo>
                    <a:pt x="9638030" y="1989328"/>
                  </a:lnTo>
                  <a:lnTo>
                    <a:pt x="9638030" y="2002028"/>
                  </a:lnTo>
                  <a:lnTo>
                    <a:pt x="179070" y="2002028"/>
                  </a:lnTo>
                  <a:lnTo>
                    <a:pt x="179070" y="1989328"/>
                  </a:lnTo>
                  <a:lnTo>
                    <a:pt x="179070" y="2002028"/>
                  </a:lnTo>
                  <a:cubicBezTo>
                    <a:pt x="80264" y="2002028"/>
                    <a:pt x="0" y="1922780"/>
                    <a:pt x="0" y="1824609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824609"/>
                  </a:lnTo>
                  <a:lnTo>
                    <a:pt x="12700" y="1824609"/>
                  </a:lnTo>
                  <a:lnTo>
                    <a:pt x="25400" y="1824609"/>
                  </a:lnTo>
                  <a:cubicBezTo>
                    <a:pt x="25400" y="1908429"/>
                    <a:pt x="94107" y="1976628"/>
                    <a:pt x="179070" y="1976628"/>
                  </a:cubicBezTo>
                  <a:lnTo>
                    <a:pt x="9638030" y="1976628"/>
                  </a:lnTo>
                  <a:cubicBezTo>
                    <a:pt x="9722993" y="1976628"/>
                    <a:pt x="9791700" y="1908429"/>
                    <a:pt x="9791700" y="1824609"/>
                  </a:cubicBezTo>
                  <a:lnTo>
                    <a:pt x="9791700" y="177419"/>
                  </a:lnTo>
                  <a:cubicBezTo>
                    <a:pt x="9791700" y="93599"/>
                    <a:pt x="9722993" y="25400"/>
                    <a:pt x="9638030" y="25400"/>
                  </a:cubicBezTo>
                  <a:lnTo>
                    <a:pt x="179070" y="25400"/>
                  </a:lnTo>
                  <a:lnTo>
                    <a:pt x="179070" y="12700"/>
                  </a:lnTo>
                  <a:lnTo>
                    <a:pt x="179070" y="25400"/>
                  </a:lnTo>
                  <a:cubicBezTo>
                    <a:pt x="94107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571720" y="4534014"/>
            <a:ext cx="128883" cy="1144657"/>
            <a:chOff x="0" y="0"/>
            <a:chExt cx="171844" cy="152621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2700" y="1270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81709C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71831" cy="1526159"/>
            </a:xfrm>
            <a:custGeom>
              <a:avLst/>
              <a:gdLst/>
              <a:ahLst/>
              <a:cxnLst/>
              <a:rect r="r" b="b" t="t" l="l"/>
              <a:pathLst>
                <a:path h="1526159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513459"/>
                  </a:lnTo>
                  <a:cubicBezTo>
                    <a:pt x="171831" y="1520444"/>
                    <a:pt x="166116" y="1526159"/>
                    <a:pt x="159131" y="1526159"/>
                  </a:cubicBezTo>
                  <a:lnTo>
                    <a:pt x="12700" y="1526159"/>
                  </a:lnTo>
                  <a:cubicBezTo>
                    <a:pt x="5715" y="1526159"/>
                    <a:pt x="0" y="1520444"/>
                    <a:pt x="0" y="151345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13459"/>
                  </a:lnTo>
                  <a:lnTo>
                    <a:pt x="12700" y="1513459"/>
                  </a:lnTo>
                  <a:lnTo>
                    <a:pt x="12700" y="1500759"/>
                  </a:lnTo>
                  <a:lnTo>
                    <a:pt x="159131" y="1500759"/>
                  </a:lnTo>
                  <a:lnTo>
                    <a:pt x="159131" y="1513459"/>
                  </a:lnTo>
                  <a:lnTo>
                    <a:pt x="146431" y="1513459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81709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869519" y="4598451"/>
            <a:ext cx="6630010" cy="404245"/>
            <a:chOff x="0" y="0"/>
            <a:chExt cx="8840013" cy="53899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840010" cy="538989"/>
            </a:xfrm>
            <a:custGeom>
              <a:avLst/>
              <a:gdLst/>
              <a:ahLst/>
              <a:cxnLst/>
              <a:rect r="r" b="b" t="t" l="l"/>
              <a:pathLst>
                <a:path h="538989" w="8840010">
                  <a:moveTo>
                    <a:pt x="0" y="0"/>
                  </a:moveTo>
                  <a:lnTo>
                    <a:pt x="8840010" y="0"/>
                  </a:lnTo>
                  <a:lnTo>
                    <a:pt x="8840010" y="538989"/>
                  </a:lnTo>
                  <a:lnTo>
                    <a:pt x="0" y="5389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338" r="0" b="-26881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8840013" cy="538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5"/>
                </a:lnSpc>
              </a:pPr>
              <a:r>
                <a:rPr lang="en-US" sz="21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Feedback loop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9869519" y="5161245"/>
            <a:ext cx="66300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63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Ratings and comments are analyzed to improve future recommendations.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019975" y="6414573"/>
            <a:ext cx="7362863" cy="1501550"/>
            <a:chOff x="0" y="0"/>
            <a:chExt cx="9817151" cy="200206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2700" y="12700"/>
              <a:ext cx="9791700" cy="1976628"/>
            </a:xfrm>
            <a:custGeom>
              <a:avLst/>
              <a:gdLst/>
              <a:ahLst/>
              <a:cxnLst/>
              <a:rect r="r" b="b" t="t" l="l"/>
              <a:pathLst>
                <a:path h="1976628" w="9791700">
                  <a:moveTo>
                    <a:pt x="0" y="164719"/>
                  </a:moveTo>
                  <a:cubicBezTo>
                    <a:pt x="0" y="73787"/>
                    <a:pt x="74549" y="0"/>
                    <a:pt x="166370" y="0"/>
                  </a:cubicBezTo>
                  <a:lnTo>
                    <a:pt x="9625330" y="0"/>
                  </a:lnTo>
                  <a:cubicBezTo>
                    <a:pt x="9717278" y="0"/>
                    <a:pt x="9791700" y="73787"/>
                    <a:pt x="9791700" y="164719"/>
                  </a:cubicBezTo>
                  <a:lnTo>
                    <a:pt x="9791700" y="1811909"/>
                  </a:lnTo>
                  <a:cubicBezTo>
                    <a:pt x="9791700" y="1902841"/>
                    <a:pt x="9717151" y="1976628"/>
                    <a:pt x="9625330" y="1976628"/>
                  </a:cubicBezTo>
                  <a:lnTo>
                    <a:pt x="166370" y="1976628"/>
                  </a:lnTo>
                  <a:cubicBezTo>
                    <a:pt x="74422" y="1976628"/>
                    <a:pt x="0" y="1902841"/>
                    <a:pt x="0" y="18119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817100" cy="2002028"/>
            </a:xfrm>
            <a:custGeom>
              <a:avLst/>
              <a:gdLst/>
              <a:ahLst/>
              <a:cxnLst/>
              <a:rect r="r" b="b" t="t" l="l"/>
              <a:pathLst>
                <a:path h="2002028" w="9817100">
                  <a:moveTo>
                    <a:pt x="0" y="177419"/>
                  </a:moveTo>
                  <a:cubicBezTo>
                    <a:pt x="0" y="79375"/>
                    <a:pt x="80264" y="0"/>
                    <a:pt x="179070" y="0"/>
                  </a:cubicBezTo>
                  <a:lnTo>
                    <a:pt x="9638030" y="0"/>
                  </a:lnTo>
                  <a:lnTo>
                    <a:pt x="9638030" y="12700"/>
                  </a:lnTo>
                  <a:lnTo>
                    <a:pt x="9638030" y="0"/>
                  </a:lnTo>
                  <a:cubicBezTo>
                    <a:pt x="9736836" y="0"/>
                    <a:pt x="9817100" y="79375"/>
                    <a:pt x="9817100" y="177419"/>
                  </a:cubicBezTo>
                  <a:lnTo>
                    <a:pt x="9804400" y="177419"/>
                  </a:lnTo>
                  <a:lnTo>
                    <a:pt x="9817100" y="177419"/>
                  </a:lnTo>
                  <a:lnTo>
                    <a:pt x="9817100" y="1824609"/>
                  </a:lnTo>
                  <a:lnTo>
                    <a:pt x="9804400" y="1824609"/>
                  </a:lnTo>
                  <a:lnTo>
                    <a:pt x="9817100" y="1824609"/>
                  </a:lnTo>
                  <a:cubicBezTo>
                    <a:pt x="9817100" y="1922780"/>
                    <a:pt x="9736836" y="2002028"/>
                    <a:pt x="9638030" y="2002028"/>
                  </a:cubicBezTo>
                  <a:lnTo>
                    <a:pt x="9638030" y="1989328"/>
                  </a:lnTo>
                  <a:lnTo>
                    <a:pt x="9638030" y="2002028"/>
                  </a:lnTo>
                  <a:lnTo>
                    <a:pt x="179070" y="2002028"/>
                  </a:lnTo>
                  <a:lnTo>
                    <a:pt x="179070" y="1989328"/>
                  </a:lnTo>
                  <a:lnTo>
                    <a:pt x="179070" y="2002028"/>
                  </a:lnTo>
                  <a:cubicBezTo>
                    <a:pt x="80264" y="2002028"/>
                    <a:pt x="0" y="1922780"/>
                    <a:pt x="0" y="1824609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824609"/>
                  </a:lnTo>
                  <a:lnTo>
                    <a:pt x="12700" y="1824609"/>
                  </a:lnTo>
                  <a:lnTo>
                    <a:pt x="25400" y="1824609"/>
                  </a:lnTo>
                  <a:cubicBezTo>
                    <a:pt x="25400" y="1908429"/>
                    <a:pt x="94107" y="1976628"/>
                    <a:pt x="179070" y="1976628"/>
                  </a:cubicBezTo>
                  <a:lnTo>
                    <a:pt x="9638030" y="1976628"/>
                  </a:lnTo>
                  <a:cubicBezTo>
                    <a:pt x="9722993" y="1976628"/>
                    <a:pt x="9791700" y="1908429"/>
                    <a:pt x="9791700" y="1824609"/>
                  </a:cubicBezTo>
                  <a:lnTo>
                    <a:pt x="9791700" y="177419"/>
                  </a:lnTo>
                  <a:cubicBezTo>
                    <a:pt x="9791700" y="93599"/>
                    <a:pt x="9722993" y="25400"/>
                    <a:pt x="9638030" y="25400"/>
                  </a:cubicBezTo>
                  <a:lnTo>
                    <a:pt x="179070" y="25400"/>
                  </a:lnTo>
                  <a:lnTo>
                    <a:pt x="179070" y="12700"/>
                  </a:lnTo>
                  <a:lnTo>
                    <a:pt x="179070" y="25400"/>
                  </a:lnTo>
                  <a:cubicBezTo>
                    <a:pt x="94107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198416" y="6593024"/>
            <a:ext cx="128883" cy="1144657"/>
            <a:chOff x="0" y="0"/>
            <a:chExt cx="171844" cy="152621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2700" y="1270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1831" cy="1526159"/>
            </a:xfrm>
            <a:custGeom>
              <a:avLst/>
              <a:gdLst/>
              <a:ahLst/>
              <a:cxnLst/>
              <a:rect r="r" b="b" t="t" l="l"/>
              <a:pathLst>
                <a:path h="1526159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513459"/>
                  </a:lnTo>
                  <a:cubicBezTo>
                    <a:pt x="171831" y="1520444"/>
                    <a:pt x="166116" y="1526159"/>
                    <a:pt x="159131" y="1526159"/>
                  </a:cubicBezTo>
                  <a:lnTo>
                    <a:pt x="12700" y="1526159"/>
                  </a:lnTo>
                  <a:cubicBezTo>
                    <a:pt x="5715" y="1526159"/>
                    <a:pt x="0" y="1520444"/>
                    <a:pt x="0" y="151345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13459"/>
                  </a:lnTo>
                  <a:lnTo>
                    <a:pt x="12700" y="1513459"/>
                  </a:lnTo>
                  <a:lnTo>
                    <a:pt x="12700" y="1500759"/>
                  </a:lnTo>
                  <a:lnTo>
                    <a:pt x="159131" y="1500759"/>
                  </a:lnTo>
                  <a:lnTo>
                    <a:pt x="159131" y="1513459"/>
                  </a:lnTo>
                  <a:lnTo>
                    <a:pt x="146431" y="1513459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496216" y="6657461"/>
            <a:ext cx="6630010" cy="404245"/>
            <a:chOff x="0" y="0"/>
            <a:chExt cx="8840013" cy="53899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840010" cy="538989"/>
            </a:xfrm>
            <a:custGeom>
              <a:avLst/>
              <a:gdLst/>
              <a:ahLst/>
              <a:cxnLst/>
              <a:rect r="r" b="b" t="t" l="l"/>
              <a:pathLst>
                <a:path h="538989" w="8840010">
                  <a:moveTo>
                    <a:pt x="0" y="0"/>
                  </a:moveTo>
                  <a:lnTo>
                    <a:pt x="8840010" y="0"/>
                  </a:lnTo>
                  <a:lnTo>
                    <a:pt x="8840010" y="538989"/>
                  </a:lnTo>
                  <a:lnTo>
                    <a:pt x="0" y="5389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338" r="0" b="-26881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8840013" cy="538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5"/>
                </a:lnSpc>
              </a:pPr>
              <a:r>
                <a:rPr lang="en-US" sz="21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Leaderboard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496216" y="7220255"/>
            <a:ext cx="66300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63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Users can filter rankings by region, metric, and time period.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9393269" y="6414573"/>
            <a:ext cx="7362863" cy="1501550"/>
            <a:chOff x="0" y="0"/>
            <a:chExt cx="9817151" cy="200206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2700" y="12700"/>
              <a:ext cx="9791700" cy="1976628"/>
            </a:xfrm>
            <a:custGeom>
              <a:avLst/>
              <a:gdLst/>
              <a:ahLst/>
              <a:cxnLst/>
              <a:rect r="r" b="b" t="t" l="l"/>
              <a:pathLst>
                <a:path h="1976628" w="9791700">
                  <a:moveTo>
                    <a:pt x="0" y="164719"/>
                  </a:moveTo>
                  <a:cubicBezTo>
                    <a:pt x="0" y="73787"/>
                    <a:pt x="74549" y="0"/>
                    <a:pt x="166370" y="0"/>
                  </a:cubicBezTo>
                  <a:lnTo>
                    <a:pt x="9625330" y="0"/>
                  </a:lnTo>
                  <a:cubicBezTo>
                    <a:pt x="9717278" y="0"/>
                    <a:pt x="9791700" y="73787"/>
                    <a:pt x="9791700" y="164719"/>
                  </a:cubicBezTo>
                  <a:lnTo>
                    <a:pt x="9791700" y="1811909"/>
                  </a:lnTo>
                  <a:cubicBezTo>
                    <a:pt x="9791700" y="1902841"/>
                    <a:pt x="9717151" y="1976628"/>
                    <a:pt x="9625330" y="1976628"/>
                  </a:cubicBezTo>
                  <a:lnTo>
                    <a:pt x="166370" y="1976628"/>
                  </a:lnTo>
                  <a:cubicBezTo>
                    <a:pt x="74422" y="1976628"/>
                    <a:pt x="0" y="1902841"/>
                    <a:pt x="0" y="18119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817100" cy="2002028"/>
            </a:xfrm>
            <a:custGeom>
              <a:avLst/>
              <a:gdLst/>
              <a:ahLst/>
              <a:cxnLst/>
              <a:rect r="r" b="b" t="t" l="l"/>
              <a:pathLst>
                <a:path h="2002028" w="9817100">
                  <a:moveTo>
                    <a:pt x="0" y="177419"/>
                  </a:moveTo>
                  <a:cubicBezTo>
                    <a:pt x="0" y="79375"/>
                    <a:pt x="80264" y="0"/>
                    <a:pt x="179070" y="0"/>
                  </a:cubicBezTo>
                  <a:lnTo>
                    <a:pt x="9638030" y="0"/>
                  </a:lnTo>
                  <a:lnTo>
                    <a:pt x="9638030" y="12700"/>
                  </a:lnTo>
                  <a:lnTo>
                    <a:pt x="9638030" y="0"/>
                  </a:lnTo>
                  <a:cubicBezTo>
                    <a:pt x="9736836" y="0"/>
                    <a:pt x="9817100" y="79375"/>
                    <a:pt x="9817100" y="177419"/>
                  </a:cubicBezTo>
                  <a:lnTo>
                    <a:pt x="9804400" y="177419"/>
                  </a:lnTo>
                  <a:lnTo>
                    <a:pt x="9817100" y="177419"/>
                  </a:lnTo>
                  <a:lnTo>
                    <a:pt x="9817100" y="1824609"/>
                  </a:lnTo>
                  <a:lnTo>
                    <a:pt x="9804400" y="1824609"/>
                  </a:lnTo>
                  <a:lnTo>
                    <a:pt x="9817100" y="1824609"/>
                  </a:lnTo>
                  <a:cubicBezTo>
                    <a:pt x="9817100" y="1922780"/>
                    <a:pt x="9736836" y="2002028"/>
                    <a:pt x="9638030" y="2002028"/>
                  </a:cubicBezTo>
                  <a:lnTo>
                    <a:pt x="9638030" y="1989328"/>
                  </a:lnTo>
                  <a:lnTo>
                    <a:pt x="9638030" y="2002028"/>
                  </a:lnTo>
                  <a:lnTo>
                    <a:pt x="179070" y="2002028"/>
                  </a:lnTo>
                  <a:lnTo>
                    <a:pt x="179070" y="1989328"/>
                  </a:lnTo>
                  <a:lnTo>
                    <a:pt x="179070" y="2002028"/>
                  </a:lnTo>
                  <a:cubicBezTo>
                    <a:pt x="80264" y="2002028"/>
                    <a:pt x="0" y="1922780"/>
                    <a:pt x="0" y="1824609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824609"/>
                  </a:lnTo>
                  <a:lnTo>
                    <a:pt x="12700" y="1824609"/>
                  </a:lnTo>
                  <a:lnTo>
                    <a:pt x="25400" y="1824609"/>
                  </a:lnTo>
                  <a:cubicBezTo>
                    <a:pt x="25400" y="1908429"/>
                    <a:pt x="94107" y="1976628"/>
                    <a:pt x="179070" y="1976628"/>
                  </a:cubicBezTo>
                  <a:lnTo>
                    <a:pt x="9638030" y="1976628"/>
                  </a:lnTo>
                  <a:cubicBezTo>
                    <a:pt x="9722993" y="1976628"/>
                    <a:pt x="9791700" y="1908429"/>
                    <a:pt x="9791700" y="1824609"/>
                  </a:cubicBezTo>
                  <a:lnTo>
                    <a:pt x="9791700" y="177419"/>
                  </a:lnTo>
                  <a:cubicBezTo>
                    <a:pt x="9791700" y="93599"/>
                    <a:pt x="9722993" y="25400"/>
                    <a:pt x="9638030" y="25400"/>
                  </a:cubicBezTo>
                  <a:lnTo>
                    <a:pt x="179070" y="25400"/>
                  </a:lnTo>
                  <a:lnTo>
                    <a:pt x="179070" y="12700"/>
                  </a:lnTo>
                  <a:lnTo>
                    <a:pt x="179070" y="25400"/>
                  </a:lnTo>
                  <a:cubicBezTo>
                    <a:pt x="94107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571720" y="6593024"/>
            <a:ext cx="128883" cy="1144657"/>
            <a:chOff x="0" y="0"/>
            <a:chExt cx="171844" cy="152621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2700" y="12700"/>
              <a:ext cx="146431" cy="1500759"/>
            </a:xfrm>
            <a:custGeom>
              <a:avLst/>
              <a:gdLst/>
              <a:ahLst/>
              <a:cxnLst/>
              <a:rect r="r" b="b" t="t" l="l"/>
              <a:pathLst>
                <a:path h="150075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500759"/>
                  </a:lnTo>
                  <a:lnTo>
                    <a:pt x="0" y="1500759"/>
                  </a:lnTo>
                  <a:close/>
                </a:path>
              </a:pathLst>
            </a:custGeom>
            <a:solidFill>
              <a:srgbClr val="C8635C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71831" cy="1526159"/>
            </a:xfrm>
            <a:custGeom>
              <a:avLst/>
              <a:gdLst/>
              <a:ahLst/>
              <a:cxnLst/>
              <a:rect r="r" b="b" t="t" l="l"/>
              <a:pathLst>
                <a:path h="1526159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513459"/>
                  </a:lnTo>
                  <a:cubicBezTo>
                    <a:pt x="171831" y="1520444"/>
                    <a:pt x="166116" y="1526159"/>
                    <a:pt x="159131" y="1526159"/>
                  </a:cubicBezTo>
                  <a:lnTo>
                    <a:pt x="12700" y="1526159"/>
                  </a:lnTo>
                  <a:cubicBezTo>
                    <a:pt x="5715" y="1526159"/>
                    <a:pt x="0" y="1520444"/>
                    <a:pt x="0" y="151345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13459"/>
                  </a:lnTo>
                  <a:lnTo>
                    <a:pt x="12700" y="1513459"/>
                  </a:lnTo>
                  <a:lnTo>
                    <a:pt x="12700" y="1500759"/>
                  </a:lnTo>
                  <a:lnTo>
                    <a:pt x="159131" y="1500759"/>
                  </a:lnTo>
                  <a:lnTo>
                    <a:pt x="159131" y="1513459"/>
                  </a:lnTo>
                  <a:lnTo>
                    <a:pt x="146431" y="1513459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8635C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869519" y="6657461"/>
            <a:ext cx="6630010" cy="404245"/>
            <a:chOff x="0" y="0"/>
            <a:chExt cx="8840013" cy="53899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840010" cy="538989"/>
            </a:xfrm>
            <a:custGeom>
              <a:avLst/>
              <a:gdLst/>
              <a:ahLst/>
              <a:cxnLst/>
              <a:rect r="r" b="b" t="t" l="l"/>
              <a:pathLst>
                <a:path h="538989" w="8840010">
                  <a:moveTo>
                    <a:pt x="0" y="0"/>
                  </a:moveTo>
                  <a:lnTo>
                    <a:pt x="8840010" y="0"/>
                  </a:lnTo>
                  <a:lnTo>
                    <a:pt x="8840010" y="538989"/>
                  </a:lnTo>
                  <a:lnTo>
                    <a:pt x="0" y="5389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338" r="0" b="-26881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8840013" cy="538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5"/>
                </a:lnSpc>
              </a:pPr>
              <a:r>
                <a:rPr lang="en-US" sz="21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Rewards</a:t>
              </a: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9869519" y="7220255"/>
            <a:ext cx="66300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63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Top users can receive badges or supplement discounts.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851059" y="9718519"/>
            <a:ext cx="8785108" cy="274534"/>
            <a:chOff x="0" y="0"/>
            <a:chExt cx="11713477" cy="36604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713471" cy="366040"/>
            </a:xfrm>
            <a:custGeom>
              <a:avLst/>
              <a:gdLst/>
              <a:ahLst/>
              <a:cxnLst/>
              <a:rect r="r" b="b" t="t" l="l"/>
              <a:pathLst>
                <a:path h="366040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0"/>
                  </a:lnTo>
                  <a:lnTo>
                    <a:pt x="0" y="366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30" r="0" b="-573533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11713477" cy="366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1"/>
                </a:lnSpc>
              </a:pPr>
              <a:r>
                <a:rPr lang="en-US" sz="1225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6952500" y="9718519"/>
            <a:ext cx="576520" cy="274534"/>
            <a:chOff x="0" y="0"/>
            <a:chExt cx="768693" cy="36604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68697" cy="366040"/>
            </a:xfrm>
            <a:custGeom>
              <a:avLst/>
              <a:gdLst/>
              <a:ahLst/>
              <a:cxnLst/>
              <a:rect r="r" b="b" t="t" l="l"/>
              <a:pathLst>
                <a:path h="366040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0"/>
                  </a:lnTo>
                  <a:lnTo>
                    <a:pt x="0" y="366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768693" cy="366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61"/>
                </a:lnSpc>
              </a:pPr>
              <a:r>
                <a:rPr lang="en-US" sz="1300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20264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31443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1808588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302754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2796911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291078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3785235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279402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477356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5267725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5761892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6256049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6750215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7244372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7738539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8232696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3334" y="8726862"/>
            <a:ext cx="18308517" cy="6677"/>
            <a:chOff x="0" y="0"/>
            <a:chExt cx="24411356" cy="89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3334" y="9221019"/>
            <a:ext cx="18308517" cy="6677"/>
            <a:chOff x="0" y="0"/>
            <a:chExt cx="24411356" cy="89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-3334" y="9715186"/>
            <a:ext cx="18308517" cy="6677"/>
            <a:chOff x="0" y="0"/>
            <a:chExt cx="24411356" cy="89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-9535" y="-9535"/>
            <a:ext cx="18320909" cy="224961"/>
            <a:chOff x="0" y="0"/>
            <a:chExt cx="24427878" cy="2999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-9535" y="10079612"/>
            <a:ext cx="18320909" cy="224961"/>
            <a:chOff x="0" y="0"/>
            <a:chExt cx="24427878" cy="2999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1059" y="658882"/>
            <a:ext cx="9883245" cy="631431"/>
            <a:chOff x="0" y="0"/>
            <a:chExt cx="13177660" cy="8419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77655" cy="841906"/>
            </a:xfrm>
            <a:custGeom>
              <a:avLst/>
              <a:gdLst/>
              <a:ahLst/>
              <a:cxnLst/>
              <a:rect r="r" b="b" t="t" l="l"/>
              <a:pathLst>
                <a:path h="841906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3177660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4"/>
                </a:lnSpc>
              </a:pPr>
              <a:r>
                <a:rPr lang="en-US" sz="4353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Non-Functional Requirements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8510" y="1455029"/>
            <a:ext cx="8304667" cy="343167"/>
            <a:chOff x="0" y="0"/>
            <a:chExt cx="11072889" cy="4575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72891" cy="457557"/>
            </a:xfrm>
            <a:custGeom>
              <a:avLst/>
              <a:gdLst/>
              <a:ahLst/>
              <a:cxnLst/>
              <a:rect r="r" b="b" t="t" l="l"/>
              <a:pathLst>
                <a:path h="457557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8" r="0" b="-4215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107288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615A"/>
                  </a:solidFill>
                  <a:latin typeface="Aptos"/>
                  <a:ea typeface="Aptos"/>
                  <a:cs typeface="Aptos"/>
                  <a:sym typeface="Aptos"/>
                </a:rPr>
                <a:t>Reliability, security, performance, and platform goals.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56583" y="1940995"/>
            <a:ext cx="4848206" cy="43853"/>
            <a:chOff x="0" y="0"/>
            <a:chExt cx="6464275" cy="584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9210" y="0"/>
              <a:ext cx="6405880" cy="58420"/>
            </a:xfrm>
            <a:custGeom>
              <a:avLst/>
              <a:gdLst/>
              <a:ahLst/>
              <a:cxnLst/>
              <a:rect r="r" b="b" t="t" l="l"/>
              <a:pathLst>
                <a:path h="58420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5842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19975" y="2392642"/>
            <a:ext cx="3793912" cy="1597638"/>
            <a:chOff x="0" y="0"/>
            <a:chExt cx="5058550" cy="21301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2700" y="12700"/>
              <a:ext cx="5033137" cy="2104771"/>
            </a:xfrm>
            <a:custGeom>
              <a:avLst/>
              <a:gdLst/>
              <a:ahLst/>
              <a:cxnLst/>
              <a:rect r="r" b="b" t="t" l="l"/>
              <a:pathLst>
                <a:path h="2104771" w="5033137">
                  <a:moveTo>
                    <a:pt x="0" y="164719"/>
                  </a:moveTo>
                  <a:cubicBezTo>
                    <a:pt x="0" y="73787"/>
                    <a:pt x="74295" y="0"/>
                    <a:pt x="165862" y="0"/>
                  </a:cubicBezTo>
                  <a:lnTo>
                    <a:pt x="4867275" y="0"/>
                  </a:lnTo>
                  <a:cubicBezTo>
                    <a:pt x="4958842" y="0"/>
                    <a:pt x="5033137" y="73787"/>
                    <a:pt x="5033137" y="164719"/>
                  </a:cubicBezTo>
                  <a:lnTo>
                    <a:pt x="5033137" y="1940052"/>
                  </a:lnTo>
                  <a:cubicBezTo>
                    <a:pt x="5033137" y="2030984"/>
                    <a:pt x="4958842" y="2104771"/>
                    <a:pt x="4867275" y="2104771"/>
                  </a:cubicBezTo>
                  <a:lnTo>
                    <a:pt x="165862" y="2104771"/>
                  </a:lnTo>
                  <a:cubicBezTo>
                    <a:pt x="74295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058537" cy="2130171"/>
            </a:xfrm>
            <a:custGeom>
              <a:avLst/>
              <a:gdLst/>
              <a:ahLst/>
              <a:cxnLst/>
              <a:rect r="r" b="b" t="t" l="l"/>
              <a:pathLst>
                <a:path h="2130171" w="5058537">
                  <a:moveTo>
                    <a:pt x="0" y="177419"/>
                  </a:moveTo>
                  <a:cubicBezTo>
                    <a:pt x="0" y="79375"/>
                    <a:pt x="80010" y="0"/>
                    <a:pt x="178562" y="0"/>
                  </a:cubicBezTo>
                  <a:lnTo>
                    <a:pt x="4879975" y="0"/>
                  </a:lnTo>
                  <a:lnTo>
                    <a:pt x="4879975" y="12700"/>
                  </a:lnTo>
                  <a:lnTo>
                    <a:pt x="4879975" y="0"/>
                  </a:lnTo>
                  <a:cubicBezTo>
                    <a:pt x="4978527" y="0"/>
                    <a:pt x="5058537" y="79375"/>
                    <a:pt x="5058537" y="177419"/>
                  </a:cubicBezTo>
                  <a:lnTo>
                    <a:pt x="5045837" y="177419"/>
                  </a:lnTo>
                  <a:lnTo>
                    <a:pt x="5058537" y="177419"/>
                  </a:lnTo>
                  <a:lnTo>
                    <a:pt x="5058537" y="1952752"/>
                  </a:lnTo>
                  <a:lnTo>
                    <a:pt x="5045837" y="1952752"/>
                  </a:lnTo>
                  <a:lnTo>
                    <a:pt x="5058537" y="1952752"/>
                  </a:lnTo>
                  <a:cubicBezTo>
                    <a:pt x="5058537" y="2050796"/>
                    <a:pt x="4978527" y="2130171"/>
                    <a:pt x="4879975" y="2130171"/>
                  </a:cubicBezTo>
                  <a:lnTo>
                    <a:pt x="4879975" y="2117471"/>
                  </a:lnTo>
                  <a:lnTo>
                    <a:pt x="4879975" y="2130171"/>
                  </a:lnTo>
                  <a:lnTo>
                    <a:pt x="178562" y="2130171"/>
                  </a:lnTo>
                  <a:lnTo>
                    <a:pt x="178562" y="2117471"/>
                  </a:lnTo>
                  <a:lnTo>
                    <a:pt x="178562" y="2130171"/>
                  </a:lnTo>
                  <a:cubicBezTo>
                    <a:pt x="80010" y="2130171"/>
                    <a:pt x="0" y="2050796"/>
                    <a:pt x="0" y="1952752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952752"/>
                  </a:lnTo>
                  <a:lnTo>
                    <a:pt x="12700" y="1952752"/>
                  </a:lnTo>
                  <a:lnTo>
                    <a:pt x="25400" y="1952752"/>
                  </a:lnTo>
                  <a:cubicBezTo>
                    <a:pt x="25400" y="2036572"/>
                    <a:pt x="93853" y="2104771"/>
                    <a:pt x="178562" y="2104771"/>
                  </a:cubicBezTo>
                  <a:lnTo>
                    <a:pt x="4879975" y="2104771"/>
                  </a:lnTo>
                  <a:cubicBezTo>
                    <a:pt x="4964684" y="2104771"/>
                    <a:pt x="5033137" y="2036572"/>
                    <a:pt x="5033137" y="1952752"/>
                  </a:cubicBezTo>
                  <a:lnTo>
                    <a:pt x="5033137" y="177419"/>
                  </a:lnTo>
                  <a:cubicBezTo>
                    <a:pt x="5033137" y="93599"/>
                    <a:pt x="4964684" y="25400"/>
                    <a:pt x="4879975" y="25400"/>
                  </a:cubicBezTo>
                  <a:lnTo>
                    <a:pt x="178562" y="25400"/>
                  </a:lnTo>
                  <a:lnTo>
                    <a:pt x="178562" y="12700"/>
                  </a:lnTo>
                  <a:lnTo>
                    <a:pt x="178562" y="25400"/>
                  </a:lnTo>
                  <a:cubicBezTo>
                    <a:pt x="93853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98416" y="2571093"/>
            <a:ext cx="128883" cy="1240746"/>
            <a:chOff x="0" y="0"/>
            <a:chExt cx="171844" cy="165432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146431" cy="1628902"/>
            </a:xfrm>
            <a:custGeom>
              <a:avLst/>
              <a:gdLst/>
              <a:ahLst/>
              <a:cxnLst/>
              <a:rect r="r" b="b" t="t" l="l"/>
              <a:pathLst>
                <a:path h="162890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628902"/>
                  </a:lnTo>
                  <a:lnTo>
                    <a:pt x="0" y="1628902"/>
                  </a:lnTo>
                  <a:close/>
                </a:path>
              </a:pathLst>
            </a:custGeom>
            <a:solidFill>
              <a:srgbClr val="6E9F73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1831" cy="1654302"/>
            </a:xfrm>
            <a:custGeom>
              <a:avLst/>
              <a:gdLst/>
              <a:ahLst/>
              <a:cxnLst/>
              <a:rect r="r" b="b" t="t" l="l"/>
              <a:pathLst>
                <a:path h="1654302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641602"/>
                  </a:lnTo>
                  <a:cubicBezTo>
                    <a:pt x="171831" y="1648587"/>
                    <a:pt x="166116" y="1654302"/>
                    <a:pt x="159131" y="1654302"/>
                  </a:cubicBezTo>
                  <a:lnTo>
                    <a:pt x="12700" y="1654302"/>
                  </a:lnTo>
                  <a:cubicBezTo>
                    <a:pt x="5715" y="1654302"/>
                    <a:pt x="0" y="1648587"/>
                    <a:pt x="0" y="164160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41602"/>
                  </a:lnTo>
                  <a:lnTo>
                    <a:pt x="12700" y="1641602"/>
                  </a:lnTo>
                  <a:lnTo>
                    <a:pt x="12700" y="1628902"/>
                  </a:lnTo>
                  <a:lnTo>
                    <a:pt x="159131" y="1628902"/>
                  </a:lnTo>
                  <a:lnTo>
                    <a:pt x="159131" y="1641602"/>
                  </a:lnTo>
                  <a:lnTo>
                    <a:pt x="146431" y="1641602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96216" y="2635529"/>
            <a:ext cx="3061059" cy="398078"/>
            <a:chOff x="0" y="0"/>
            <a:chExt cx="4081412" cy="5307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81413" cy="530767"/>
            </a:xfrm>
            <a:custGeom>
              <a:avLst/>
              <a:gdLst/>
              <a:ahLst/>
              <a:cxnLst/>
              <a:rect r="r" b="b" t="t" l="l"/>
              <a:pathLst>
                <a:path h="530767" w="4081413">
                  <a:moveTo>
                    <a:pt x="0" y="0"/>
                  </a:moveTo>
                  <a:lnTo>
                    <a:pt x="4081413" y="0"/>
                  </a:lnTo>
                  <a:lnTo>
                    <a:pt x="4081413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32" r="0" b="-9983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081412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Availability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96216" y="3188799"/>
            <a:ext cx="3061059" cy="6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Maintain 99% uptime availability for reliable use.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5275259" y="2392642"/>
            <a:ext cx="4754785" cy="1597638"/>
            <a:chOff x="0" y="0"/>
            <a:chExt cx="6339713" cy="2130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700"/>
              <a:ext cx="6314313" cy="2104771"/>
            </a:xfrm>
            <a:custGeom>
              <a:avLst/>
              <a:gdLst/>
              <a:ahLst/>
              <a:cxnLst/>
              <a:rect r="r" b="b" t="t" l="l"/>
              <a:pathLst>
                <a:path h="2104771" w="6314313">
                  <a:moveTo>
                    <a:pt x="0" y="164719"/>
                  </a:moveTo>
                  <a:cubicBezTo>
                    <a:pt x="0" y="73787"/>
                    <a:pt x="74295" y="0"/>
                    <a:pt x="165989" y="0"/>
                  </a:cubicBezTo>
                  <a:lnTo>
                    <a:pt x="6148324" y="0"/>
                  </a:lnTo>
                  <a:cubicBezTo>
                    <a:pt x="6240018" y="0"/>
                    <a:pt x="6314313" y="73787"/>
                    <a:pt x="6314313" y="164719"/>
                  </a:cubicBezTo>
                  <a:lnTo>
                    <a:pt x="6314313" y="1940052"/>
                  </a:lnTo>
                  <a:cubicBezTo>
                    <a:pt x="6314313" y="2030984"/>
                    <a:pt x="6240018" y="2104771"/>
                    <a:pt x="6148324" y="2104771"/>
                  </a:cubicBezTo>
                  <a:lnTo>
                    <a:pt x="165989" y="2104771"/>
                  </a:lnTo>
                  <a:cubicBezTo>
                    <a:pt x="74295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339713" cy="2130171"/>
            </a:xfrm>
            <a:custGeom>
              <a:avLst/>
              <a:gdLst/>
              <a:ahLst/>
              <a:cxnLst/>
              <a:rect r="r" b="b" t="t" l="l"/>
              <a:pathLst>
                <a:path h="2130171" w="6339713">
                  <a:moveTo>
                    <a:pt x="0" y="177419"/>
                  </a:moveTo>
                  <a:cubicBezTo>
                    <a:pt x="0" y="79375"/>
                    <a:pt x="80137" y="0"/>
                    <a:pt x="178689" y="0"/>
                  </a:cubicBezTo>
                  <a:lnTo>
                    <a:pt x="6161024" y="0"/>
                  </a:lnTo>
                  <a:lnTo>
                    <a:pt x="6161024" y="12700"/>
                  </a:lnTo>
                  <a:lnTo>
                    <a:pt x="6161024" y="0"/>
                  </a:lnTo>
                  <a:cubicBezTo>
                    <a:pt x="6259703" y="0"/>
                    <a:pt x="6339713" y="79375"/>
                    <a:pt x="6339713" y="177419"/>
                  </a:cubicBezTo>
                  <a:lnTo>
                    <a:pt x="6327013" y="177419"/>
                  </a:lnTo>
                  <a:lnTo>
                    <a:pt x="6339713" y="177419"/>
                  </a:lnTo>
                  <a:lnTo>
                    <a:pt x="6339713" y="1952752"/>
                  </a:lnTo>
                  <a:lnTo>
                    <a:pt x="6327013" y="1952752"/>
                  </a:lnTo>
                  <a:lnTo>
                    <a:pt x="6339713" y="1952752"/>
                  </a:lnTo>
                  <a:cubicBezTo>
                    <a:pt x="6339713" y="2050796"/>
                    <a:pt x="6259576" y="2130171"/>
                    <a:pt x="6161024" y="2130171"/>
                  </a:cubicBezTo>
                  <a:lnTo>
                    <a:pt x="6161024" y="2117471"/>
                  </a:lnTo>
                  <a:lnTo>
                    <a:pt x="6161024" y="2130171"/>
                  </a:lnTo>
                  <a:lnTo>
                    <a:pt x="178689" y="2130171"/>
                  </a:lnTo>
                  <a:lnTo>
                    <a:pt x="178689" y="2117471"/>
                  </a:lnTo>
                  <a:lnTo>
                    <a:pt x="178689" y="2130171"/>
                  </a:lnTo>
                  <a:cubicBezTo>
                    <a:pt x="80137" y="2130171"/>
                    <a:pt x="0" y="2050796"/>
                    <a:pt x="0" y="1952752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952752"/>
                  </a:lnTo>
                  <a:lnTo>
                    <a:pt x="12700" y="1952752"/>
                  </a:lnTo>
                  <a:lnTo>
                    <a:pt x="25400" y="1952752"/>
                  </a:lnTo>
                  <a:cubicBezTo>
                    <a:pt x="25400" y="2036572"/>
                    <a:pt x="93980" y="2104771"/>
                    <a:pt x="178689" y="2104771"/>
                  </a:cubicBezTo>
                  <a:lnTo>
                    <a:pt x="6161024" y="2104771"/>
                  </a:lnTo>
                  <a:cubicBezTo>
                    <a:pt x="6245860" y="2104771"/>
                    <a:pt x="6314313" y="2036572"/>
                    <a:pt x="6314313" y="1952752"/>
                  </a:cubicBezTo>
                  <a:lnTo>
                    <a:pt x="6314313" y="177419"/>
                  </a:lnTo>
                  <a:cubicBezTo>
                    <a:pt x="6314313" y="93599"/>
                    <a:pt x="6245733" y="25400"/>
                    <a:pt x="6161024" y="25400"/>
                  </a:cubicBezTo>
                  <a:lnTo>
                    <a:pt x="178689" y="25400"/>
                  </a:lnTo>
                  <a:lnTo>
                    <a:pt x="178689" y="12700"/>
                  </a:lnTo>
                  <a:lnTo>
                    <a:pt x="178689" y="25400"/>
                  </a:lnTo>
                  <a:cubicBezTo>
                    <a:pt x="93980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453701" y="2571093"/>
            <a:ext cx="128883" cy="1240746"/>
            <a:chOff x="0" y="0"/>
            <a:chExt cx="171844" cy="165432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146431" cy="1628902"/>
            </a:xfrm>
            <a:custGeom>
              <a:avLst/>
              <a:gdLst/>
              <a:ahLst/>
              <a:cxnLst/>
              <a:rect r="r" b="b" t="t" l="l"/>
              <a:pathLst>
                <a:path h="162890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628902"/>
                  </a:lnTo>
                  <a:lnTo>
                    <a:pt x="0" y="1628902"/>
                  </a:lnTo>
                  <a:close/>
                </a:path>
              </a:pathLst>
            </a:custGeom>
            <a:solidFill>
              <a:srgbClr val="6D91A6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1831" cy="1654302"/>
            </a:xfrm>
            <a:custGeom>
              <a:avLst/>
              <a:gdLst/>
              <a:ahLst/>
              <a:cxnLst/>
              <a:rect r="r" b="b" t="t" l="l"/>
              <a:pathLst>
                <a:path h="1654302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641602"/>
                  </a:lnTo>
                  <a:cubicBezTo>
                    <a:pt x="171831" y="1648587"/>
                    <a:pt x="166116" y="1654302"/>
                    <a:pt x="159131" y="1654302"/>
                  </a:cubicBezTo>
                  <a:lnTo>
                    <a:pt x="12700" y="1654302"/>
                  </a:lnTo>
                  <a:cubicBezTo>
                    <a:pt x="5715" y="1654302"/>
                    <a:pt x="0" y="1648587"/>
                    <a:pt x="0" y="164160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41602"/>
                  </a:lnTo>
                  <a:lnTo>
                    <a:pt x="12700" y="1641602"/>
                  </a:lnTo>
                  <a:lnTo>
                    <a:pt x="12700" y="1628902"/>
                  </a:lnTo>
                  <a:lnTo>
                    <a:pt x="159131" y="1628902"/>
                  </a:lnTo>
                  <a:lnTo>
                    <a:pt x="159131" y="1641602"/>
                  </a:lnTo>
                  <a:lnTo>
                    <a:pt x="146431" y="1641602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D91A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5751500" y="2635529"/>
            <a:ext cx="4021931" cy="398078"/>
            <a:chOff x="0" y="0"/>
            <a:chExt cx="5362575" cy="5307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62573" cy="530767"/>
            </a:xfrm>
            <a:custGeom>
              <a:avLst/>
              <a:gdLst/>
              <a:ahLst/>
              <a:cxnLst/>
              <a:rect r="r" b="b" t="t" l="l"/>
              <a:pathLst>
                <a:path h="530767" w="5362573">
                  <a:moveTo>
                    <a:pt x="0" y="0"/>
                  </a:moveTo>
                  <a:lnTo>
                    <a:pt x="5362573" y="0"/>
                  </a:lnTo>
                  <a:lnTo>
                    <a:pt x="5362573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65" r="0" b="-14686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5362575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Security &amp; Privacy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5751500" y="3198324"/>
            <a:ext cx="4021931" cy="63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3"/>
              </a:lnSpc>
            </a:pPr>
            <a:r>
              <a:rPr lang="en-US" sz="148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OAuth 2.0, Scrypt password hashing, AES-256 encryption, and KVKK compliance.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0491416" y="2392642"/>
            <a:ext cx="3793912" cy="1597638"/>
            <a:chOff x="0" y="0"/>
            <a:chExt cx="5058550" cy="21301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5033137" cy="2104771"/>
            </a:xfrm>
            <a:custGeom>
              <a:avLst/>
              <a:gdLst/>
              <a:ahLst/>
              <a:cxnLst/>
              <a:rect r="r" b="b" t="t" l="l"/>
              <a:pathLst>
                <a:path h="2104771" w="5033137">
                  <a:moveTo>
                    <a:pt x="0" y="164719"/>
                  </a:moveTo>
                  <a:cubicBezTo>
                    <a:pt x="0" y="73787"/>
                    <a:pt x="74295" y="0"/>
                    <a:pt x="165862" y="0"/>
                  </a:cubicBezTo>
                  <a:lnTo>
                    <a:pt x="4867275" y="0"/>
                  </a:lnTo>
                  <a:cubicBezTo>
                    <a:pt x="4958842" y="0"/>
                    <a:pt x="5033137" y="73787"/>
                    <a:pt x="5033137" y="164719"/>
                  </a:cubicBezTo>
                  <a:lnTo>
                    <a:pt x="5033137" y="1940052"/>
                  </a:lnTo>
                  <a:cubicBezTo>
                    <a:pt x="5033137" y="2030984"/>
                    <a:pt x="4958842" y="2104771"/>
                    <a:pt x="4867275" y="2104771"/>
                  </a:cubicBezTo>
                  <a:lnTo>
                    <a:pt x="165862" y="2104771"/>
                  </a:lnTo>
                  <a:cubicBezTo>
                    <a:pt x="74295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058537" cy="2130171"/>
            </a:xfrm>
            <a:custGeom>
              <a:avLst/>
              <a:gdLst/>
              <a:ahLst/>
              <a:cxnLst/>
              <a:rect r="r" b="b" t="t" l="l"/>
              <a:pathLst>
                <a:path h="2130171" w="5058537">
                  <a:moveTo>
                    <a:pt x="0" y="177419"/>
                  </a:moveTo>
                  <a:cubicBezTo>
                    <a:pt x="0" y="79375"/>
                    <a:pt x="80010" y="0"/>
                    <a:pt x="178562" y="0"/>
                  </a:cubicBezTo>
                  <a:lnTo>
                    <a:pt x="4879975" y="0"/>
                  </a:lnTo>
                  <a:lnTo>
                    <a:pt x="4879975" y="12700"/>
                  </a:lnTo>
                  <a:lnTo>
                    <a:pt x="4879975" y="0"/>
                  </a:lnTo>
                  <a:cubicBezTo>
                    <a:pt x="4978527" y="0"/>
                    <a:pt x="5058537" y="79375"/>
                    <a:pt x="5058537" y="177419"/>
                  </a:cubicBezTo>
                  <a:lnTo>
                    <a:pt x="5045837" y="177419"/>
                  </a:lnTo>
                  <a:lnTo>
                    <a:pt x="5058537" y="177419"/>
                  </a:lnTo>
                  <a:lnTo>
                    <a:pt x="5058537" y="1952752"/>
                  </a:lnTo>
                  <a:lnTo>
                    <a:pt x="5045837" y="1952752"/>
                  </a:lnTo>
                  <a:lnTo>
                    <a:pt x="5058537" y="1952752"/>
                  </a:lnTo>
                  <a:cubicBezTo>
                    <a:pt x="5058537" y="2050796"/>
                    <a:pt x="4978527" y="2130171"/>
                    <a:pt x="4879975" y="2130171"/>
                  </a:cubicBezTo>
                  <a:lnTo>
                    <a:pt x="4879975" y="2117471"/>
                  </a:lnTo>
                  <a:lnTo>
                    <a:pt x="4879975" y="2130171"/>
                  </a:lnTo>
                  <a:lnTo>
                    <a:pt x="178562" y="2130171"/>
                  </a:lnTo>
                  <a:lnTo>
                    <a:pt x="178562" y="2117471"/>
                  </a:lnTo>
                  <a:lnTo>
                    <a:pt x="178562" y="2130171"/>
                  </a:lnTo>
                  <a:cubicBezTo>
                    <a:pt x="80010" y="2130171"/>
                    <a:pt x="0" y="2050796"/>
                    <a:pt x="0" y="1952752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952752"/>
                  </a:lnTo>
                  <a:lnTo>
                    <a:pt x="12700" y="1952752"/>
                  </a:lnTo>
                  <a:lnTo>
                    <a:pt x="25400" y="1952752"/>
                  </a:lnTo>
                  <a:cubicBezTo>
                    <a:pt x="25400" y="2036572"/>
                    <a:pt x="93853" y="2104771"/>
                    <a:pt x="178562" y="2104771"/>
                  </a:cubicBezTo>
                  <a:lnTo>
                    <a:pt x="4879975" y="2104771"/>
                  </a:lnTo>
                  <a:cubicBezTo>
                    <a:pt x="4964684" y="2104771"/>
                    <a:pt x="5033137" y="2036572"/>
                    <a:pt x="5033137" y="1952752"/>
                  </a:cubicBezTo>
                  <a:lnTo>
                    <a:pt x="5033137" y="177419"/>
                  </a:lnTo>
                  <a:cubicBezTo>
                    <a:pt x="5033137" y="93599"/>
                    <a:pt x="4964684" y="25400"/>
                    <a:pt x="4879975" y="25400"/>
                  </a:cubicBezTo>
                  <a:lnTo>
                    <a:pt x="178562" y="25400"/>
                  </a:lnTo>
                  <a:lnTo>
                    <a:pt x="178562" y="12700"/>
                  </a:lnTo>
                  <a:lnTo>
                    <a:pt x="178562" y="25400"/>
                  </a:lnTo>
                  <a:cubicBezTo>
                    <a:pt x="93853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669857" y="2571093"/>
            <a:ext cx="128883" cy="1240746"/>
            <a:chOff x="0" y="0"/>
            <a:chExt cx="171844" cy="165432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146431" cy="1628902"/>
            </a:xfrm>
            <a:custGeom>
              <a:avLst/>
              <a:gdLst/>
              <a:ahLst/>
              <a:cxnLst/>
              <a:rect r="r" b="b" t="t" l="l"/>
              <a:pathLst>
                <a:path h="162890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628902"/>
                  </a:lnTo>
                  <a:lnTo>
                    <a:pt x="0" y="1628902"/>
                  </a:lnTo>
                  <a:close/>
                </a:path>
              </a:pathLst>
            </a:custGeom>
            <a:solidFill>
              <a:srgbClr val="D9954B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1831" cy="1654302"/>
            </a:xfrm>
            <a:custGeom>
              <a:avLst/>
              <a:gdLst/>
              <a:ahLst/>
              <a:cxnLst/>
              <a:rect r="r" b="b" t="t" l="l"/>
              <a:pathLst>
                <a:path h="1654302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641602"/>
                  </a:lnTo>
                  <a:cubicBezTo>
                    <a:pt x="171831" y="1648587"/>
                    <a:pt x="166116" y="1654302"/>
                    <a:pt x="159131" y="1654302"/>
                  </a:cubicBezTo>
                  <a:lnTo>
                    <a:pt x="12700" y="1654302"/>
                  </a:lnTo>
                  <a:cubicBezTo>
                    <a:pt x="5715" y="1654302"/>
                    <a:pt x="0" y="1648587"/>
                    <a:pt x="0" y="164160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41602"/>
                  </a:lnTo>
                  <a:lnTo>
                    <a:pt x="12700" y="1641602"/>
                  </a:lnTo>
                  <a:lnTo>
                    <a:pt x="12700" y="1628902"/>
                  </a:lnTo>
                  <a:lnTo>
                    <a:pt x="159131" y="1628902"/>
                  </a:lnTo>
                  <a:lnTo>
                    <a:pt x="159131" y="1641602"/>
                  </a:lnTo>
                  <a:lnTo>
                    <a:pt x="146431" y="1641602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954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967656" y="2635529"/>
            <a:ext cx="3061059" cy="398078"/>
            <a:chOff x="0" y="0"/>
            <a:chExt cx="4081412" cy="5307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81413" cy="530767"/>
            </a:xfrm>
            <a:custGeom>
              <a:avLst/>
              <a:gdLst/>
              <a:ahLst/>
              <a:cxnLst/>
              <a:rect r="r" b="b" t="t" l="l"/>
              <a:pathLst>
                <a:path h="530767" w="4081413">
                  <a:moveTo>
                    <a:pt x="0" y="0"/>
                  </a:moveTo>
                  <a:lnTo>
                    <a:pt x="4081413" y="0"/>
                  </a:lnTo>
                  <a:lnTo>
                    <a:pt x="4081413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32" r="0" b="-9983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4081412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Platform support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0967656" y="3188799"/>
            <a:ext cx="3061059" cy="6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iOS 13+ and Android 8+ support.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019975" y="4588916"/>
            <a:ext cx="3793912" cy="1597638"/>
            <a:chOff x="0" y="0"/>
            <a:chExt cx="5058550" cy="21301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2700" y="12700"/>
              <a:ext cx="5033137" cy="2104771"/>
            </a:xfrm>
            <a:custGeom>
              <a:avLst/>
              <a:gdLst/>
              <a:ahLst/>
              <a:cxnLst/>
              <a:rect r="r" b="b" t="t" l="l"/>
              <a:pathLst>
                <a:path h="2104771" w="5033137">
                  <a:moveTo>
                    <a:pt x="0" y="164719"/>
                  </a:moveTo>
                  <a:cubicBezTo>
                    <a:pt x="0" y="73787"/>
                    <a:pt x="74295" y="0"/>
                    <a:pt x="165862" y="0"/>
                  </a:cubicBezTo>
                  <a:lnTo>
                    <a:pt x="4867275" y="0"/>
                  </a:lnTo>
                  <a:cubicBezTo>
                    <a:pt x="4958842" y="0"/>
                    <a:pt x="5033137" y="73787"/>
                    <a:pt x="5033137" y="164719"/>
                  </a:cubicBezTo>
                  <a:lnTo>
                    <a:pt x="5033137" y="1940052"/>
                  </a:lnTo>
                  <a:cubicBezTo>
                    <a:pt x="5033137" y="2030984"/>
                    <a:pt x="4958842" y="2104771"/>
                    <a:pt x="4867275" y="2104771"/>
                  </a:cubicBezTo>
                  <a:lnTo>
                    <a:pt x="165862" y="2104771"/>
                  </a:lnTo>
                  <a:cubicBezTo>
                    <a:pt x="74295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058537" cy="2130171"/>
            </a:xfrm>
            <a:custGeom>
              <a:avLst/>
              <a:gdLst/>
              <a:ahLst/>
              <a:cxnLst/>
              <a:rect r="r" b="b" t="t" l="l"/>
              <a:pathLst>
                <a:path h="2130171" w="5058537">
                  <a:moveTo>
                    <a:pt x="0" y="177419"/>
                  </a:moveTo>
                  <a:cubicBezTo>
                    <a:pt x="0" y="79375"/>
                    <a:pt x="80010" y="0"/>
                    <a:pt x="178562" y="0"/>
                  </a:cubicBezTo>
                  <a:lnTo>
                    <a:pt x="4879975" y="0"/>
                  </a:lnTo>
                  <a:lnTo>
                    <a:pt x="4879975" y="12700"/>
                  </a:lnTo>
                  <a:lnTo>
                    <a:pt x="4879975" y="0"/>
                  </a:lnTo>
                  <a:cubicBezTo>
                    <a:pt x="4978527" y="0"/>
                    <a:pt x="5058537" y="79375"/>
                    <a:pt x="5058537" y="177419"/>
                  </a:cubicBezTo>
                  <a:lnTo>
                    <a:pt x="5045837" y="177419"/>
                  </a:lnTo>
                  <a:lnTo>
                    <a:pt x="5058537" y="177419"/>
                  </a:lnTo>
                  <a:lnTo>
                    <a:pt x="5058537" y="1952752"/>
                  </a:lnTo>
                  <a:lnTo>
                    <a:pt x="5045837" y="1952752"/>
                  </a:lnTo>
                  <a:lnTo>
                    <a:pt x="5058537" y="1952752"/>
                  </a:lnTo>
                  <a:cubicBezTo>
                    <a:pt x="5058537" y="2050796"/>
                    <a:pt x="4978527" y="2130171"/>
                    <a:pt x="4879975" y="2130171"/>
                  </a:cubicBezTo>
                  <a:lnTo>
                    <a:pt x="4879975" y="2117471"/>
                  </a:lnTo>
                  <a:lnTo>
                    <a:pt x="4879975" y="2130171"/>
                  </a:lnTo>
                  <a:lnTo>
                    <a:pt x="178562" y="2130171"/>
                  </a:lnTo>
                  <a:lnTo>
                    <a:pt x="178562" y="2117471"/>
                  </a:lnTo>
                  <a:lnTo>
                    <a:pt x="178562" y="2130171"/>
                  </a:lnTo>
                  <a:cubicBezTo>
                    <a:pt x="80010" y="2130171"/>
                    <a:pt x="0" y="2050796"/>
                    <a:pt x="0" y="1952752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952752"/>
                  </a:lnTo>
                  <a:lnTo>
                    <a:pt x="12700" y="1952752"/>
                  </a:lnTo>
                  <a:lnTo>
                    <a:pt x="25400" y="1952752"/>
                  </a:lnTo>
                  <a:cubicBezTo>
                    <a:pt x="25400" y="2036572"/>
                    <a:pt x="93853" y="2104771"/>
                    <a:pt x="178562" y="2104771"/>
                  </a:cubicBezTo>
                  <a:lnTo>
                    <a:pt x="4879975" y="2104771"/>
                  </a:lnTo>
                  <a:cubicBezTo>
                    <a:pt x="4964684" y="2104771"/>
                    <a:pt x="5033137" y="2036572"/>
                    <a:pt x="5033137" y="1952752"/>
                  </a:cubicBezTo>
                  <a:lnTo>
                    <a:pt x="5033137" y="177419"/>
                  </a:lnTo>
                  <a:cubicBezTo>
                    <a:pt x="5033137" y="93599"/>
                    <a:pt x="4964684" y="25400"/>
                    <a:pt x="4879975" y="25400"/>
                  </a:cubicBezTo>
                  <a:lnTo>
                    <a:pt x="178562" y="25400"/>
                  </a:lnTo>
                  <a:lnTo>
                    <a:pt x="178562" y="12700"/>
                  </a:lnTo>
                  <a:lnTo>
                    <a:pt x="178562" y="25400"/>
                  </a:lnTo>
                  <a:cubicBezTo>
                    <a:pt x="93853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98416" y="4767367"/>
            <a:ext cx="128883" cy="1240746"/>
            <a:chOff x="0" y="0"/>
            <a:chExt cx="171844" cy="1654327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2700" y="12700"/>
              <a:ext cx="146431" cy="1628902"/>
            </a:xfrm>
            <a:custGeom>
              <a:avLst/>
              <a:gdLst/>
              <a:ahLst/>
              <a:cxnLst/>
              <a:rect r="r" b="b" t="t" l="l"/>
              <a:pathLst>
                <a:path h="162890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628902"/>
                  </a:lnTo>
                  <a:lnTo>
                    <a:pt x="0" y="1628902"/>
                  </a:lnTo>
                  <a:close/>
                </a:path>
              </a:pathLst>
            </a:custGeom>
            <a:solidFill>
              <a:srgbClr val="81709C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71831" cy="1654302"/>
            </a:xfrm>
            <a:custGeom>
              <a:avLst/>
              <a:gdLst/>
              <a:ahLst/>
              <a:cxnLst/>
              <a:rect r="r" b="b" t="t" l="l"/>
              <a:pathLst>
                <a:path h="1654302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641602"/>
                  </a:lnTo>
                  <a:cubicBezTo>
                    <a:pt x="171831" y="1648587"/>
                    <a:pt x="166116" y="1654302"/>
                    <a:pt x="159131" y="1654302"/>
                  </a:cubicBezTo>
                  <a:lnTo>
                    <a:pt x="12700" y="1654302"/>
                  </a:lnTo>
                  <a:cubicBezTo>
                    <a:pt x="5715" y="1654302"/>
                    <a:pt x="0" y="1648587"/>
                    <a:pt x="0" y="164160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41602"/>
                  </a:lnTo>
                  <a:lnTo>
                    <a:pt x="12700" y="1641602"/>
                  </a:lnTo>
                  <a:lnTo>
                    <a:pt x="12700" y="1628902"/>
                  </a:lnTo>
                  <a:lnTo>
                    <a:pt x="159131" y="1628902"/>
                  </a:lnTo>
                  <a:lnTo>
                    <a:pt x="159131" y="1641602"/>
                  </a:lnTo>
                  <a:lnTo>
                    <a:pt x="146431" y="1641602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81709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496216" y="4831804"/>
            <a:ext cx="3061059" cy="398078"/>
            <a:chOff x="0" y="0"/>
            <a:chExt cx="4081412" cy="53077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081413" cy="530767"/>
            </a:xfrm>
            <a:custGeom>
              <a:avLst/>
              <a:gdLst/>
              <a:ahLst/>
              <a:cxnLst/>
              <a:rect r="r" b="b" t="t" l="l"/>
              <a:pathLst>
                <a:path h="530767" w="4081413">
                  <a:moveTo>
                    <a:pt x="0" y="0"/>
                  </a:moveTo>
                  <a:lnTo>
                    <a:pt x="4081413" y="0"/>
                  </a:lnTo>
                  <a:lnTo>
                    <a:pt x="4081413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32" r="0" b="-9983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4081412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Session safety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496216" y="5385073"/>
            <a:ext cx="3061059" cy="6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User sessions expire after 15 minutes of inactivity.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5275259" y="4588916"/>
            <a:ext cx="4754785" cy="1597638"/>
            <a:chOff x="0" y="0"/>
            <a:chExt cx="6339713" cy="21301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2700" y="12700"/>
              <a:ext cx="6314313" cy="2104771"/>
            </a:xfrm>
            <a:custGeom>
              <a:avLst/>
              <a:gdLst/>
              <a:ahLst/>
              <a:cxnLst/>
              <a:rect r="r" b="b" t="t" l="l"/>
              <a:pathLst>
                <a:path h="2104771" w="6314313">
                  <a:moveTo>
                    <a:pt x="0" y="164719"/>
                  </a:moveTo>
                  <a:cubicBezTo>
                    <a:pt x="0" y="73787"/>
                    <a:pt x="74295" y="0"/>
                    <a:pt x="165989" y="0"/>
                  </a:cubicBezTo>
                  <a:lnTo>
                    <a:pt x="6148324" y="0"/>
                  </a:lnTo>
                  <a:cubicBezTo>
                    <a:pt x="6240018" y="0"/>
                    <a:pt x="6314313" y="73787"/>
                    <a:pt x="6314313" y="164719"/>
                  </a:cubicBezTo>
                  <a:lnTo>
                    <a:pt x="6314313" y="1940052"/>
                  </a:lnTo>
                  <a:cubicBezTo>
                    <a:pt x="6314313" y="2030984"/>
                    <a:pt x="6240018" y="2104771"/>
                    <a:pt x="6148324" y="2104771"/>
                  </a:cubicBezTo>
                  <a:lnTo>
                    <a:pt x="165989" y="2104771"/>
                  </a:lnTo>
                  <a:cubicBezTo>
                    <a:pt x="74295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339713" cy="2130171"/>
            </a:xfrm>
            <a:custGeom>
              <a:avLst/>
              <a:gdLst/>
              <a:ahLst/>
              <a:cxnLst/>
              <a:rect r="r" b="b" t="t" l="l"/>
              <a:pathLst>
                <a:path h="2130171" w="6339713">
                  <a:moveTo>
                    <a:pt x="0" y="177419"/>
                  </a:moveTo>
                  <a:cubicBezTo>
                    <a:pt x="0" y="79375"/>
                    <a:pt x="80137" y="0"/>
                    <a:pt x="178689" y="0"/>
                  </a:cubicBezTo>
                  <a:lnTo>
                    <a:pt x="6161024" y="0"/>
                  </a:lnTo>
                  <a:lnTo>
                    <a:pt x="6161024" y="12700"/>
                  </a:lnTo>
                  <a:lnTo>
                    <a:pt x="6161024" y="0"/>
                  </a:lnTo>
                  <a:cubicBezTo>
                    <a:pt x="6259703" y="0"/>
                    <a:pt x="6339713" y="79375"/>
                    <a:pt x="6339713" y="177419"/>
                  </a:cubicBezTo>
                  <a:lnTo>
                    <a:pt x="6327013" y="177419"/>
                  </a:lnTo>
                  <a:lnTo>
                    <a:pt x="6339713" y="177419"/>
                  </a:lnTo>
                  <a:lnTo>
                    <a:pt x="6339713" y="1952752"/>
                  </a:lnTo>
                  <a:lnTo>
                    <a:pt x="6327013" y="1952752"/>
                  </a:lnTo>
                  <a:lnTo>
                    <a:pt x="6339713" y="1952752"/>
                  </a:lnTo>
                  <a:cubicBezTo>
                    <a:pt x="6339713" y="2050796"/>
                    <a:pt x="6259576" y="2130171"/>
                    <a:pt x="6161024" y="2130171"/>
                  </a:cubicBezTo>
                  <a:lnTo>
                    <a:pt x="6161024" y="2117471"/>
                  </a:lnTo>
                  <a:lnTo>
                    <a:pt x="6161024" y="2130171"/>
                  </a:lnTo>
                  <a:lnTo>
                    <a:pt x="178689" y="2130171"/>
                  </a:lnTo>
                  <a:lnTo>
                    <a:pt x="178689" y="2117471"/>
                  </a:lnTo>
                  <a:lnTo>
                    <a:pt x="178689" y="2130171"/>
                  </a:lnTo>
                  <a:cubicBezTo>
                    <a:pt x="80137" y="2130171"/>
                    <a:pt x="0" y="2050796"/>
                    <a:pt x="0" y="1952752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952752"/>
                  </a:lnTo>
                  <a:lnTo>
                    <a:pt x="12700" y="1952752"/>
                  </a:lnTo>
                  <a:lnTo>
                    <a:pt x="25400" y="1952752"/>
                  </a:lnTo>
                  <a:cubicBezTo>
                    <a:pt x="25400" y="2036572"/>
                    <a:pt x="93980" y="2104771"/>
                    <a:pt x="178689" y="2104771"/>
                  </a:cubicBezTo>
                  <a:lnTo>
                    <a:pt x="6161024" y="2104771"/>
                  </a:lnTo>
                  <a:cubicBezTo>
                    <a:pt x="6245860" y="2104771"/>
                    <a:pt x="6314313" y="2036572"/>
                    <a:pt x="6314313" y="1952752"/>
                  </a:cubicBezTo>
                  <a:lnTo>
                    <a:pt x="6314313" y="177419"/>
                  </a:lnTo>
                  <a:cubicBezTo>
                    <a:pt x="6314313" y="93599"/>
                    <a:pt x="6245733" y="25400"/>
                    <a:pt x="6161024" y="25400"/>
                  </a:cubicBezTo>
                  <a:lnTo>
                    <a:pt x="178689" y="25400"/>
                  </a:lnTo>
                  <a:lnTo>
                    <a:pt x="178689" y="12700"/>
                  </a:lnTo>
                  <a:lnTo>
                    <a:pt x="178689" y="25400"/>
                  </a:lnTo>
                  <a:cubicBezTo>
                    <a:pt x="93980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453701" y="4767367"/>
            <a:ext cx="128883" cy="1240746"/>
            <a:chOff x="0" y="0"/>
            <a:chExt cx="171844" cy="165432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2700" y="12700"/>
              <a:ext cx="146431" cy="1628902"/>
            </a:xfrm>
            <a:custGeom>
              <a:avLst/>
              <a:gdLst/>
              <a:ahLst/>
              <a:cxnLst/>
              <a:rect r="r" b="b" t="t" l="l"/>
              <a:pathLst>
                <a:path h="162890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628902"/>
                  </a:lnTo>
                  <a:lnTo>
                    <a:pt x="0" y="1628902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1831" cy="1654302"/>
            </a:xfrm>
            <a:custGeom>
              <a:avLst/>
              <a:gdLst/>
              <a:ahLst/>
              <a:cxnLst/>
              <a:rect r="r" b="b" t="t" l="l"/>
              <a:pathLst>
                <a:path h="1654302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641602"/>
                  </a:lnTo>
                  <a:cubicBezTo>
                    <a:pt x="171831" y="1648587"/>
                    <a:pt x="166116" y="1654302"/>
                    <a:pt x="159131" y="1654302"/>
                  </a:cubicBezTo>
                  <a:lnTo>
                    <a:pt x="12700" y="1654302"/>
                  </a:lnTo>
                  <a:cubicBezTo>
                    <a:pt x="5715" y="1654302"/>
                    <a:pt x="0" y="1648587"/>
                    <a:pt x="0" y="164160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41602"/>
                  </a:lnTo>
                  <a:lnTo>
                    <a:pt x="12700" y="1641602"/>
                  </a:lnTo>
                  <a:lnTo>
                    <a:pt x="12700" y="1628902"/>
                  </a:lnTo>
                  <a:lnTo>
                    <a:pt x="159131" y="1628902"/>
                  </a:lnTo>
                  <a:lnTo>
                    <a:pt x="159131" y="1641602"/>
                  </a:lnTo>
                  <a:lnTo>
                    <a:pt x="146431" y="1641602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751500" y="4831804"/>
            <a:ext cx="4021931" cy="398078"/>
            <a:chOff x="0" y="0"/>
            <a:chExt cx="5362575" cy="53077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362573" cy="530767"/>
            </a:xfrm>
            <a:custGeom>
              <a:avLst/>
              <a:gdLst/>
              <a:ahLst/>
              <a:cxnLst/>
              <a:rect r="r" b="b" t="t" l="l"/>
              <a:pathLst>
                <a:path h="530767" w="5362573">
                  <a:moveTo>
                    <a:pt x="0" y="0"/>
                  </a:moveTo>
                  <a:lnTo>
                    <a:pt x="5362573" y="0"/>
                  </a:lnTo>
                  <a:lnTo>
                    <a:pt x="5362573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65" r="0" b="-14686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5362575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communication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5751500" y="5385073"/>
            <a:ext cx="4021931" cy="6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System components communicate through RESTful APIs.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10491416" y="4588916"/>
            <a:ext cx="3793912" cy="1597638"/>
            <a:chOff x="0" y="0"/>
            <a:chExt cx="5058550" cy="21301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2700" y="12700"/>
              <a:ext cx="5033137" cy="2104771"/>
            </a:xfrm>
            <a:custGeom>
              <a:avLst/>
              <a:gdLst/>
              <a:ahLst/>
              <a:cxnLst/>
              <a:rect r="r" b="b" t="t" l="l"/>
              <a:pathLst>
                <a:path h="2104771" w="5033137">
                  <a:moveTo>
                    <a:pt x="0" y="164719"/>
                  </a:moveTo>
                  <a:cubicBezTo>
                    <a:pt x="0" y="73787"/>
                    <a:pt x="74295" y="0"/>
                    <a:pt x="165862" y="0"/>
                  </a:cubicBezTo>
                  <a:lnTo>
                    <a:pt x="4867275" y="0"/>
                  </a:lnTo>
                  <a:cubicBezTo>
                    <a:pt x="4958842" y="0"/>
                    <a:pt x="5033137" y="73787"/>
                    <a:pt x="5033137" y="164719"/>
                  </a:cubicBezTo>
                  <a:lnTo>
                    <a:pt x="5033137" y="1940052"/>
                  </a:lnTo>
                  <a:cubicBezTo>
                    <a:pt x="5033137" y="2030984"/>
                    <a:pt x="4958842" y="2104771"/>
                    <a:pt x="4867275" y="2104771"/>
                  </a:cubicBezTo>
                  <a:lnTo>
                    <a:pt x="165862" y="2104771"/>
                  </a:lnTo>
                  <a:cubicBezTo>
                    <a:pt x="74295" y="2104771"/>
                    <a:pt x="0" y="2030984"/>
                    <a:pt x="0" y="19400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058537" cy="2130171"/>
            </a:xfrm>
            <a:custGeom>
              <a:avLst/>
              <a:gdLst/>
              <a:ahLst/>
              <a:cxnLst/>
              <a:rect r="r" b="b" t="t" l="l"/>
              <a:pathLst>
                <a:path h="2130171" w="5058537">
                  <a:moveTo>
                    <a:pt x="0" y="177419"/>
                  </a:moveTo>
                  <a:cubicBezTo>
                    <a:pt x="0" y="79375"/>
                    <a:pt x="80010" y="0"/>
                    <a:pt x="178562" y="0"/>
                  </a:cubicBezTo>
                  <a:lnTo>
                    <a:pt x="4879975" y="0"/>
                  </a:lnTo>
                  <a:lnTo>
                    <a:pt x="4879975" y="12700"/>
                  </a:lnTo>
                  <a:lnTo>
                    <a:pt x="4879975" y="0"/>
                  </a:lnTo>
                  <a:cubicBezTo>
                    <a:pt x="4978527" y="0"/>
                    <a:pt x="5058537" y="79375"/>
                    <a:pt x="5058537" y="177419"/>
                  </a:cubicBezTo>
                  <a:lnTo>
                    <a:pt x="5045837" y="177419"/>
                  </a:lnTo>
                  <a:lnTo>
                    <a:pt x="5058537" y="177419"/>
                  </a:lnTo>
                  <a:lnTo>
                    <a:pt x="5058537" y="1952752"/>
                  </a:lnTo>
                  <a:lnTo>
                    <a:pt x="5045837" y="1952752"/>
                  </a:lnTo>
                  <a:lnTo>
                    <a:pt x="5058537" y="1952752"/>
                  </a:lnTo>
                  <a:cubicBezTo>
                    <a:pt x="5058537" y="2050796"/>
                    <a:pt x="4978527" y="2130171"/>
                    <a:pt x="4879975" y="2130171"/>
                  </a:cubicBezTo>
                  <a:lnTo>
                    <a:pt x="4879975" y="2117471"/>
                  </a:lnTo>
                  <a:lnTo>
                    <a:pt x="4879975" y="2130171"/>
                  </a:lnTo>
                  <a:lnTo>
                    <a:pt x="178562" y="2130171"/>
                  </a:lnTo>
                  <a:lnTo>
                    <a:pt x="178562" y="2117471"/>
                  </a:lnTo>
                  <a:lnTo>
                    <a:pt x="178562" y="2130171"/>
                  </a:lnTo>
                  <a:cubicBezTo>
                    <a:pt x="80010" y="2130171"/>
                    <a:pt x="0" y="2050796"/>
                    <a:pt x="0" y="1952752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1952752"/>
                  </a:lnTo>
                  <a:lnTo>
                    <a:pt x="12700" y="1952752"/>
                  </a:lnTo>
                  <a:lnTo>
                    <a:pt x="25400" y="1952752"/>
                  </a:lnTo>
                  <a:cubicBezTo>
                    <a:pt x="25400" y="2036572"/>
                    <a:pt x="93853" y="2104771"/>
                    <a:pt x="178562" y="2104771"/>
                  </a:cubicBezTo>
                  <a:lnTo>
                    <a:pt x="4879975" y="2104771"/>
                  </a:lnTo>
                  <a:cubicBezTo>
                    <a:pt x="4964684" y="2104771"/>
                    <a:pt x="5033137" y="2036572"/>
                    <a:pt x="5033137" y="1952752"/>
                  </a:cubicBezTo>
                  <a:lnTo>
                    <a:pt x="5033137" y="177419"/>
                  </a:lnTo>
                  <a:cubicBezTo>
                    <a:pt x="5033137" y="93599"/>
                    <a:pt x="4964684" y="25400"/>
                    <a:pt x="4879975" y="25400"/>
                  </a:cubicBezTo>
                  <a:lnTo>
                    <a:pt x="178562" y="25400"/>
                  </a:lnTo>
                  <a:lnTo>
                    <a:pt x="178562" y="12700"/>
                  </a:lnTo>
                  <a:lnTo>
                    <a:pt x="178562" y="25400"/>
                  </a:lnTo>
                  <a:cubicBezTo>
                    <a:pt x="93853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669857" y="4767367"/>
            <a:ext cx="128883" cy="1240746"/>
            <a:chOff x="0" y="0"/>
            <a:chExt cx="171844" cy="165432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2700" y="12700"/>
              <a:ext cx="146431" cy="1628902"/>
            </a:xfrm>
            <a:custGeom>
              <a:avLst/>
              <a:gdLst/>
              <a:ahLst/>
              <a:cxnLst/>
              <a:rect r="r" b="b" t="t" l="l"/>
              <a:pathLst>
                <a:path h="162890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628902"/>
                  </a:lnTo>
                  <a:lnTo>
                    <a:pt x="0" y="1628902"/>
                  </a:lnTo>
                  <a:close/>
                </a:path>
              </a:pathLst>
            </a:custGeom>
            <a:solidFill>
              <a:srgbClr val="C8635C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71831" cy="1654302"/>
            </a:xfrm>
            <a:custGeom>
              <a:avLst/>
              <a:gdLst/>
              <a:ahLst/>
              <a:cxnLst/>
              <a:rect r="r" b="b" t="t" l="l"/>
              <a:pathLst>
                <a:path h="1654302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641602"/>
                  </a:lnTo>
                  <a:cubicBezTo>
                    <a:pt x="171831" y="1648587"/>
                    <a:pt x="166116" y="1654302"/>
                    <a:pt x="159131" y="1654302"/>
                  </a:cubicBezTo>
                  <a:lnTo>
                    <a:pt x="12700" y="1654302"/>
                  </a:lnTo>
                  <a:cubicBezTo>
                    <a:pt x="5715" y="1654302"/>
                    <a:pt x="0" y="1648587"/>
                    <a:pt x="0" y="164160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41602"/>
                  </a:lnTo>
                  <a:lnTo>
                    <a:pt x="12700" y="1641602"/>
                  </a:lnTo>
                  <a:lnTo>
                    <a:pt x="12700" y="1628902"/>
                  </a:lnTo>
                  <a:lnTo>
                    <a:pt x="159131" y="1628902"/>
                  </a:lnTo>
                  <a:lnTo>
                    <a:pt x="159131" y="1641602"/>
                  </a:lnTo>
                  <a:lnTo>
                    <a:pt x="146431" y="1641602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8635C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967656" y="4831804"/>
            <a:ext cx="3061059" cy="398078"/>
            <a:chOff x="0" y="0"/>
            <a:chExt cx="4081412" cy="53077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081413" cy="530767"/>
            </a:xfrm>
            <a:custGeom>
              <a:avLst/>
              <a:gdLst/>
              <a:ahLst/>
              <a:cxnLst/>
              <a:rect r="r" b="b" t="t" l="l"/>
              <a:pathLst>
                <a:path h="530767" w="4081413">
                  <a:moveTo>
                    <a:pt x="0" y="0"/>
                  </a:moveTo>
                  <a:lnTo>
                    <a:pt x="4081413" y="0"/>
                  </a:lnTo>
                  <a:lnTo>
                    <a:pt x="4081413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32" r="0" b="-9983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4081412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response time</a:t>
              </a: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10967656" y="5385073"/>
            <a:ext cx="3061059" cy="6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Feedback analysis should complete within 5 seconds.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2049475" y="7608799"/>
            <a:ext cx="13128088" cy="911304"/>
            <a:chOff x="0" y="0"/>
            <a:chExt cx="17504118" cy="121507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2700" y="12700"/>
              <a:ext cx="17478756" cy="1189609"/>
            </a:xfrm>
            <a:custGeom>
              <a:avLst/>
              <a:gdLst/>
              <a:ahLst/>
              <a:cxnLst/>
              <a:rect r="r" b="b" t="t" l="l"/>
              <a:pathLst>
                <a:path h="1189609" w="17478756">
                  <a:moveTo>
                    <a:pt x="0" y="146431"/>
                  </a:moveTo>
                  <a:cubicBezTo>
                    <a:pt x="0" y="65532"/>
                    <a:pt x="66929" y="0"/>
                    <a:pt x="149352" y="0"/>
                  </a:cubicBezTo>
                  <a:lnTo>
                    <a:pt x="17329404" y="0"/>
                  </a:lnTo>
                  <a:cubicBezTo>
                    <a:pt x="17411827" y="0"/>
                    <a:pt x="17478756" y="65532"/>
                    <a:pt x="17478756" y="146431"/>
                  </a:cubicBezTo>
                  <a:lnTo>
                    <a:pt x="17478756" y="1043178"/>
                  </a:lnTo>
                  <a:cubicBezTo>
                    <a:pt x="17478756" y="1124077"/>
                    <a:pt x="17411954" y="1189609"/>
                    <a:pt x="17329404" y="1189609"/>
                  </a:cubicBezTo>
                  <a:lnTo>
                    <a:pt x="149352" y="1189609"/>
                  </a:lnTo>
                  <a:cubicBezTo>
                    <a:pt x="66929" y="1189609"/>
                    <a:pt x="0" y="1124077"/>
                    <a:pt x="0" y="10431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7504156" cy="1215009"/>
            </a:xfrm>
            <a:custGeom>
              <a:avLst/>
              <a:gdLst/>
              <a:ahLst/>
              <a:cxnLst/>
              <a:rect r="r" b="b" t="t" l="l"/>
              <a:pathLst>
                <a:path h="1215009" w="17504156">
                  <a:moveTo>
                    <a:pt x="0" y="159131"/>
                  </a:moveTo>
                  <a:cubicBezTo>
                    <a:pt x="0" y="70993"/>
                    <a:pt x="72771" y="0"/>
                    <a:pt x="162052" y="0"/>
                  </a:cubicBezTo>
                  <a:lnTo>
                    <a:pt x="17342104" y="0"/>
                  </a:lnTo>
                  <a:lnTo>
                    <a:pt x="17342104" y="12700"/>
                  </a:lnTo>
                  <a:lnTo>
                    <a:pt x="17342104" y="0"/>
                  </a:lnTo>
                  <a:cubicBezTo>
                    <a:pt x="17431386" y="0"/>
                    <a:pt x="17504156" y="70993"/>
                    <a:pt x="17504156" y="159131"/>
                  </a:cubicBezTo>
                  <a:lnTo>
                    <a:pt x="17491456" y="159131"/>
                  </a:lnTo>
                  <a:lnTo>
                    <a:pt x="17504156" y="159131"/>
                  </a:lnTo>
                  <a:lnTo>
                    <a:pt x="17504156" y="1055878"/>
                  </a:lnTo>
                  <a:lnTo>
                    <a:pt x="17491456" y="1055878"/>
                  </a:lnTo>
                  <a:lnTo>
                    <a:pt x="17504156" y="1055878"/>
                  </a:lnTo>
                  <a:cubicBezTo>
                    <a:pt x="17504156" y="1144016"/>
                    <a:pt x="17431386" y="1215009"/>
                    <a:pt x="17342104" y="1215009"/>
                  </a:cubicBezTo>
                  <a:lnTo>
                    <a:pt x="17342104" y="1202309"/>
                  </a:lnTo>
                  <a:lnTo>
                    <a:pt x="17342104" y="1215009"/>
                  </a:lnTo>
                  <a:lnTo>
                    <a:pt x="162052" y="1215009"/>
                  </a:lnTo>
                  <a:lnTo>
                    <a:pt x="162052" y="1202309"/>
                  </a:lnTo>
                  <a:lnTo>
                    <a:pt x="162052" y="1215009"/>
                  </a:lnTo>
                  <a:cubicBezTo>
                    <a:pt x="72771" y="1215009"/>
                    <a:pt x="0" y="1144016"/>
                    <a:pt x="0" y="1055878"/>
                  </a:cubicBezTo>
                  <a:lnTo>
                    <a:pt x="0" y="159131"/>
                  </a:lnTo>
                  <a:lnTo>
                    <a:pt x="12700" y="159131"/>
                  </a:lnTo>
                  <a:lnTo>
                    <a:pt x="0" y="159131"/>
                  </a:lnTo>
                  <a:moveTo>
                    <a:pt x="25400" y="159131"/>
                  </a:moveTo>
                  <a:lnTo>
                    <a:pt x="25400" y="1055878"/>
                  </a:lnTo>
                  <a:lnTo>
                    <a:pt x="12700" y="1055878"/>
                  </a:lnTo>
                  <a:lnTo>
                    <a:pt x="25400" y="1055878"/>
                  </a:lnTo>
                  <a:cubicBezTo>
                    <a:pt x="25400" y="1129538"/>
                    <a:pt x="86360" y="1189609"/>
                    <a:pt x="162052" y="1189609"/>
                  </a:cubicBezTo>
                  <a:lnTo>
                    <a:pt x="17342104" y="1189609"/>
                  </a:lnTo>
                  <a:cubicBezTo>
                    <a:pt x="17417796" y="1189609"/>
                    <a:pt x="17478756" y="1129538"/>
                    <a:pt x="17478756" y="1055878"/>
                  </a:cubicBezTo>
                  <a:lnTo>
                    <a:pt x="17478756" y="159131"/>
                  </a:lnTo>
                  <a:cubicBezTo>
                    <a:pt x="17478756" y="85471"/>
                    <a:pt x="17417796" y="25400"/>
                    <a:pt x="17342104" y="25400"/>
                  </a:cubicBezTo>
                  <a:lnTo>
                    <a:pt x="162052" y="25400"/>
                  </a:lnTo>
                  <a:lnTo>
                    <a:pt x="162052" y="12700"/>
                  </a:lnTo>
                  <a:lnTo>
                    <a:pt x="162052" y="25400"/>
                  </a:lnTo>
                  <a:cubicBezTo>
                    <a:pt x="86360" y="25400"/>
                    <a:pt x="25400" y="85471"/>
                    <a:pt x="25400" y="159131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2361000" y="7824235"/>
            <a:ext cx="12505049" cy="507892"/>
            <a:chOff x="0" y="0"/>
            <a:chExt cx="16673398" cy="67718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6673395" cy="677185"/>
            </a:xfrm>
            <a:custGeom>
              <a:avLst/>
              <a:gdLst/>
              <a:ahLst/>
              <a:cxnLst/>
              <a:rect r="r" b="b" t="t" l="l"/>
              <a:pathLst>
                <a:path h="677185" w="16673395">
                  <a:moveTo>
                    <a:pt x="0" y="0"/>
                  </a:moveTo>
                  <a:lnTo>
                    <a:pt x="16673395" y="0"/>
                  </a:lnTo>
                  <a:lnTo>
                    <a:pt x="16673395" y="677185"/>
                  </a:lnTo>
                  <a:lnTo>
                    <a:pt x="0" y="6771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753" r="0" b="-42975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16673398" cy="677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Because SpotterAI handles health-related personal data, privacy and reliability are project-critical quality requirements.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51059" y="9718519"/>
            <a:ext cx="8785108" cy="274539"/>
            <a:chOff x="0" y="0"/>
            <a:chExt cx="11713477" cy="36605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713471" cy="366046"/>
            </a:xfrm>
            <a:custGeom>
              <a:avLst/>
              <a:gdLst/>
              <a:ahLst/>
              <a:cxnLst/>
              <a:rect r="r" b="b" t="t" l="l"/>
              <a:pathLst>
                <a:path h="366046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0" r="0" b="-57352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1171347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6952500" y="9718519"/>
            <a:ext cx="576520" cy="274539"/>
            <a:chOff x="0" y="0"/>
            <a:chExt cx="768693" cy="36605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68697" cy="366046"/>
            </a:xfrm>
            <a:custGeom>
              <a:avLst/>
              <a:gdLst/>
              <a:ahLst/>
              <a:cxnLst/>
              <a:rect r="r" b="b" t="t" l="l"/>
              <a:pathLst>
                <a:path h="366046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0"/>
              <a:ext cx="76869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20264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31443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1808588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302754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2796911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291078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3785235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279402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477356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5267725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865265" y="5874102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6256049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6750215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7244372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7738539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8232696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3334" y="8726862"/>
            <a:ext cx="18308517" cy="6677"/>
            <a:chOff x="0" y="0"/>
            <a:chExt cx="24411356" cy="89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3334" y="9221019"/>
            <a:ext cx="18308517" cy="6677"/>
            <a:chOff x="0" y="0"/>
            <a:chExt cx="24411356" cy="89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-3334" y="9715186"/>
            <a:ext cx="18308517" cy="6677"/>
            <a:chOff x="0" y="0"/>
            <a:chExt cx="24411356" cy="89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-9535" y="-9535"/>
            <a:ext cx="18320909" cy="224961"/>
            <a:chOff x="0" y="0"/>
            <a:chExt cx="24427878" cy="2999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-9535" y="10079612"/>
            <a:ext cx="18320909" cy="224961"/>
            <a:chOff x="0" y="0"/>
            <a:chExt cx="24427878" cy="2999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1059" y="658882"/>
            <a:ext cx="9883245" cy="631431"/>
            <a:chOff x="0" y="0"/>
            <a:chExt cx="13177660" cy="8419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77655" cy="841906"/>
            </a:xfrm>
            <a:custGeom>
              <a:avLst/>
              <a:gdLst/>
              <a:ahLst/>
              <a:cxnLst/>
              <a:rect r="r" b="b" t="t" l="l"/>
              <a:pathLst>
                <a:path h="841906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3177660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4"/>
                </a:lnSpc>
              </a:pPr>
              <a:r>
                <a:rPr lang="en-US" sz="4353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Software Process Model: Scrum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8510" y="1455029"/>
            <a:ext cx="8304667" cy="343167"/>
            <a:chOff x="0" y="0"/>
            <a:chExt cx="11072889" cy="4575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72891" cy="457557"/>
            </a:xfrm>
            <a:custGeom>
              <a:avLst/>
              <a:gdLst/>
              <a:ahLst/>
              <a:cxnLst/>
              <a:rect r="r" b="b" t="t" l="l"/>
              <a:pathLst>
                <a:path h="457557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8" r="0" b="-4215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107288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615A"/>
                  </a:solidFill>
                  <a:latin typeface="Aptos"/>
                  <a:ea typeface="Aptos"/>
                  <a:cs typeface="Aptos"/>
                  <a:sym typeface="Aptos"/>
                </a:rPr>
                <a:t>A flexible model for an AI-based product.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56583" y="1940995"/>
            <a:ext cx="4848206" cy="43853"/>
            <a:chOff x="0" y="0"/>
            <a:chExt cx="6464275" cy="584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9210" y="0"/>
              <a:ext cx="6405880" cy="58420"/>
            </a:xfrm>
            <a:custGeom>
              <a:avLst/>
              <a:gdLst/>
              <a:ahLst/>
              <a:cxnLst/>
              <a:rect r="r" b="b" t="t" l="l"/>
              <a:pathLst>
                <a:path h="58420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5842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836409" y="2404539"/>
            <a:ext cx="7481068" cy="433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431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— AI integration requires continuous testing and adaptation.</a:t>
            </a:r>
          </a:p>
          <a:p>
            <a:pPr algn="l">
              <a:lnSpc>
                <a:spcPts val="2918"/>
              </a:lnSpc>
            </a:pPr>
            <a:r>
              <a:rPr lang="en-US" sz="2431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— Scrum supports incremental delivery through short sprint cycles.</a:t>
            </a:r>
          </a:p>
          <a:p>
            <a:pPr algn="l">
              <a:lnSpc>
                <a:spcPts val="2918"/>
              </a:lnSpc>
            </a:pPr>
            <a:r>
              <a:rPr lang="en-US" sz="2431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— Sprint reviews help the team collect feedback before the final version.</a:t>
            </a:r>
          </a:p>
          <a:p>
            <a:pPr algn="l">
              <a:lnSpc>
                <a:spcPts val="2918"/>
              </a:lnSpc>
            </a:pPr>
            <a:r>
              <a:rPr lang="en-US" sz="2431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— Retrospectives help improve team communication and task planning.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324642" y="2735809"/>
            <a:ext cx="2489873" cy="952481"/>
            <a:chOff x="0" y="0"/>
            <a:chExt cx="3319831" cy="12699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2700" y="12700"/>
              <a:ext cx="3294380" cy="1244473"/>
            </a:xfrm>
            <a:custGeom>
              <a:avLst/>
              <a:gdLst/>
              <a:ahLst/>
              <a:cxnLst/>
              <a:rect r="r" b="b" t="t" l="l"/>
              <a:pathLst>
                <a:path h="1244473" w="3294380">
                  <a:moveTo>
                    <a:pt x="0" y="219583"/>
                  </a:moveTo>
                  <a:cubicBezTo>
                    <a:pt x="0" y="98298"/>
                    <a:pt x="99568" y="0"/>
                    <a:pt x="222377" y="0"/>
                  </a:cubicBezTo>
                  <a:lnTo>
                    <a:pt x="3072003" y="0"/>
                  </a:lnTo>
                  <a:cubicBezTo>
                    <a:pt x="3194812" y="0"/>
                    <a:pt x="3294380" y="98298"/>
                    <a:pt x="3294380" y="219583"/>
                  </a:cubicBezTo>
                  <a:lnTo>
                    <a:pt x="3294380" y="1024890"/>
                  </a:lnTo>
                  <a:cubicBezTo>
                    <a:pt x="3294380" y="1146175"/>
                    <a:pt x="3194812" y="1244473"/>
                    <a:pt x="3072003" y="1244473"/>
                  </a:cubicBezTo>
                  <a:lnTo>
                    <a:pt x="222377" y="1244473"/>
                  </a:lnTo>
                  <a:cubicBezTo>
                    <a:pt x="99568" y="1244600"/>
                    <a:pt x="0" y="1146175"/>
                    <a:pt x="0" y="1024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31978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19780">
                  <a:moveTo>
                    <a:pt x="0" y="232283"/>
                  </a:moveTo>
                  <a:cubicBezTo>
                    <a:pt x="0" y="103886"/>
                    <a:pt x="105410" y="0"/>
                    <a:pt x="235077" y="0"/>
                  </a:cubicBezTo>
                  <a:lnTo>
                    <a:pt x="3084703" y="0"/>
                  </a:lnTo>
                  <a:lnTo>
                    <a:pt x="3084703" y="12700"/>
                  </a:lnTo>
                  <a:lnTo>
                    <a:pt x="3084703" y="0"/>
                  </a:lnTo>
                  <a:cubicBezTo>
                    <a:pt x="3214370" y="0"/>
                    <a:pt x="3319780" y="103886"/>
                    <a:pt x="3319780" y="232283"/>
                  </a:cubicBezTo>
                  <a:lnTo>
                    <a:pt x="3307080" y="232283"/>
                  </a:lnTo>
                  <a:lnTo>
                    <a:pt x="3319780" y="232283"/>
                  </a:lnTo>
                  <a:lnTo>
                    <a:pt x="3319780" y="1037590"/>
                  </a:lnTo>
                  <a:lnTo>
                    <a:pt x="3307080" y="1037590"/>
                  </a:lnTo>
                  <a:lnTo>
                    <a:pt x="3319780" y="1037590"/>
                  </a:lnTo>
                  <a:cubicBezTo>
                    <a:pt x="3319780" y="1166114"/>
                    <a:pt x="3214370" y="1269873"/>
                    <a:pt x="3084703" y="1269873"/>
                  </a:cubicBezTo>
                  <a:lnTo>
                    <a:pt x="3084703" y="1257300"/>
                  </a:lnTo>
                  <a:lnTo>
                    <a:pt x="3084703" y="1270000"/>
                  </a:lnTo>
                  <a:lnTo>
                    <a:pt x="235077" y="1270000"/>
                  </a:lnTo>
                  <a:lnTo>
                    <a:pt x="235077" y="1257300"/>
                  </a:lnTo>
                  <a:lnTo>
                    <a:pt x="235077" y="1270000"/>
                  </a:lnTo>
                  <a:cubicBezTo>
                    <a:pt x="105410" y="1270000"/>
                    <a:pt x="0" y="1166114"/>
                    <a:pt x="0" y="1037590"/>
                  </a:cubicBezTo>
                  <a:lnTo>
                    <a:pt x="0" y="232283"/>
                  </a:lnTo>
                  <a:lnTo>
                    <a:pt x="12700" y="232283"/>
                  </a:lnTo>
                  <a:lnTo>
                    <a:pt x="0" y="232283"/>
                  </a:lnTo>
                  <a:moveTo>
                    <a:pt x="25400" y="232283"/>
                  </a:moveTo>
                  <a:lnTo>
                    <a:pt x="25400" y="1037590"/>
                  </a:lnTo>
                  <a:lnTo>
                    <a:pt x="12700" y="1037590"/>
                  </a:lnTo>
                  <a:lnTo>
                    <a:pt x="25400" y="1037590"/>
                  </a:lnTo>
                  <a:cubicBezTo>
                    <a:pt x="25400" y="1151763"/>
                    <a:pt x="119126" y="1244600"/>
                    <a:pt x="235077" y="1244600"/>
                  </a:cubicBezTo>
                  <a:lnTo>
                    <a:pt x="3084703" y="1244600"/>
                  </a:lnTo>
                  <a:cubicBezTo>
                    <a:pt x="3200654" y="1244600"/>
                    <a:pt x="3294380" y="1151763"/>
                    <a:pt x="3294380" y="1037717"/>
                  </a:cubicBezTo>
                  <a:lnTo>
                    <a:pt x="3294380" y="232283"/>
                  </a:lnTo>
                  <a:cubicBezTo>
                    <a:pt x="3294380" y="118237"/>
                    <a:pt x="3200654" y="25400"/>
                    <a:pt x="3084703" y="25400"/>
                  </a:cubicBezTo>
                  <a:lnTo>
                    <a:pt x="235077" y="25400"/>
                  </a:lnTo>
                  <a:lnTo>
                    <a:pt x="235077" y="12700"/>
                  </a:lnTo>
                  <a:lnTo>
                    <a:pt x="235077" y="25400"/>
                  </a:lnTo>
                  <a:cubicBezTo>
                    <a:pt x="119126" y="25400"/>
                    <a:pt x="25400" y="118237"/>
                    <a:pt x="25400" y="232283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324642" y="2735809"/>
            <a:ext cx="2489873" cy="128883"/>
            <a:chOff x="0" y="0"/>
            <a:chExt cx="3319831" cy="1718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2700" y="12700"/>
              <a:ext cx="3294380" cy="146431"/>
            </a:xfrm>
            <a:custGeom>
              <a:avLst/>
              <a:gdLst/>
              <a:ahLst/>
              <a:cxnLst/>
              <a:rect r="r" b="b" t="t" l="l"/>
              <a:pathLst>
                <a:path h="14643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6E9F73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19780" cy="171831"/>
            </a:xfrm>
            <a:custGeom>
              <a:avLst/>
              <a:gdLst/>
              <a:ahLst/>
              <a:cxnLst/>
              <a:rect r="r" b="b" t="t" l="l"/>
              <a:pathLst>
                <a:path h="171831" w="3319780">
                  <a:moveTo>
                    <a:pt x="12700" y="0"/>
                  </a:moveTo>
                  <a:lnTo>
                    <a:pt x="3307080" y="0"/>
                  </a:lnTo>
                  <a:cubicBezTo>
                    <a:pt x="3314065" y="0"/>
                    <a:pt x="3319780" y="5715"/>
                    <a:pt x="3319780" y="12700"/>
                  </a:cubicBezTo>
                  <a:lnTo>
                    <a:pt x="3319780" y="159131"/>
                  </a:lnTo>
                  <a:cubicBezTo>
                    <a:pt x="3319780" y="166116"/>
                    <a:pt x="3314065" y="171831"/>
                    <a:pt x="3307080" y="171831"/>
                  </a:cubicBezTo>
                  <a:lnTo>
                    <a:pt x="12700" y="171831"/>
                  </a:lnTo>
                  <a:cubicBezTo>
                    <a:pt x="5715" y="171831"/>
                    <a:pt x="0" y="166116"/>
                    <a:pt x="0" y="159131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131"/>
                  </a:lnTo>
                  <a:lnTo>
                    <a:pt x="12700" y="159131"/>
                  </a:lnTo>
                  <a:lnTo>
                    <a:pt x="12700" y="146431"/>
                  </a:lnTo>
                  <a:lnTo>
                    <a:pt x="3307080" y="146431"/>
                  </a:lnTo>
                  <a:lnTo>
                    <a:pt x="3307080" y="159131"/>
                  </a:lnTo>
                  <a:lnTo>
                    <a:pt x="3294380" y="159131"/>
                  </a:lnTo>
                  <a:lnTo>
                    <a:pt x="3294380" y="12700"/>
                  </a:lnTo>
                  <a:lnTo>
                    <a:pt x="3307080" y="12700"/>
                  </a:lnTo>
                  <a:lnTo>
                    <a:pt x="33070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324642" y="2893266"/>
            <a:ext cx="2489873" cy="768144"/>
            <a:chOff x="0" y="0"/>
            <a:chExt cx="3319831" cy="102419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319826" cy="1024197"/>
            </a:xfrm>
            <a:custGeom>
              <a:avLst/>
              <a:gdLst/>
              <a:ahLst/>
              <a:cxnLst/>
              <a:rect r="r" b="b" t="t" l="l"/>
              <a:pathLst>
                <a:path h="1024197" w="3319826">
                  <a:moveTo>
                    <a:pt x="0" y="0"/>
                  </a:moveTo>
                  <a:lnTo>
                    <a:pt x="3319826" y="0"/>
                  </a:lnTo>
                  <a:lnTo>
                    <a:pt x="3319826" y="1024197"/>
                  </a:lnTo>
                  <a:lnTo>
                    <a:pt x="0" y="10241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4" r="13996" b="2155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3319831" cy="1033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Sprint Planning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344524" y="2735809"/>
            <a:ext cx="2489873" cy="925601"/>
            <a:chOff x="0" y="0"/>
            <a:chExt cx="3319831" cy="123413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342"/>
              <a:ext cx="3294380" cy="1209353"/>
            </a:xfrm>
            <a:custGeom>
              <a:avLst/>
              <a:gdLst/>
              <a:ahLst/>
              <a:cxnLst/>
              <a:rect r="r" b="b" t="t" l="l"/>
              <a:pathLst>
                <a:path h="1209353" w="3294380">
                  <a:moveTo>
                    <a:pt x="0" y="213386"/>
                  </a:moveTo>
                  <a:cubicBezTo>
                    <a:pt x="0" y="95524"/>
                    <a:pt x="99568" y="0"/>
                    <a:pt x="222377" y="0"/>
                  </a:cubicBezTo>
                  <a:lnTo>
                    <a:pt x="3072003" y="0"/>
                  </a:lnTo>
                  <a:cubicBezTo>
                    <a:pt x="3194812" y="0"/>
                    <a:pt x="3294380" y="95524"/>
                    <a:pt x="3294380" y="213386"/>
                  </a:cubicBezTo>
                  <a:lnTo>
                    <a:pt x="3294380" y="995967"/>
                  </a:lnTo>
                  <a:cubicBezTo>
                    <a:pt x="3294380" y="1113829"/>
                    <a:pt x="3194812" y="1209353"/>
                    <a:pt x="3072003" y="1209353"/>
                  </a:cubicBezTo>
                  <a:lnTo>
                    <a:pt x="222377" y="1209353"/>
                  </a:lnTo>
                  <a:cubicBezTo>
                    <a:pt x="99568" y="1209476"/>
                    <a:pt x="0" y="1113829"/>
                    <a:pt x="0" y="99596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319780" cy="1234161"/>
            </a:xfrm>
            <a:custGeom>
              <a:avLst/>
              <a:gdLst/>
              <a:ahLst/>
              <a:cxnLst/>
              <a:rect r="r" b="b" t="t" l="l"/>
              <a:pathLst>
                <a:path h="1234161" w="3319780">
                  <a:moveTo>
                    <a:pt x="0" y="225728"/>
                  </a:moveTo>
                  <a:cubicBezTo>
                    <a:pt x="0" y="100954"/>
                    <a:pt x="105410" y="0"/>
                    <a:pt x="235077" y="0"/>
                  </a:cubicBezTo>
                  <a:lnTo>
                    <a:pt x="3084703" y="0"/>
                  </a:lnTo>
                  <a:lnTo>
                    <a:pt x="3084703" y="12342"/>
                  </a:lnTo>
                  <a:lnTo>
                    <a:pt x="3084703" y="0"/>
                  </a:lnTo>
                  <a:cubicBezTo>
                    <a:pt x="3214370" y="0"/>
                    <a:pt x="3319780" y="100954"/>
                    <a:pt x="3319780" y="225728"/>
                  </a:cubicBezTo>
                  <a:lnTo>
                    <a:pt x="3307080" y="225728"/>
                  </a:lnTo>
                  <a:lnTo>
                    <a:pt x="3319780" y="225728"/>
                  </a:lnTo>
                  <a:lnTo>
                    <a:pt x="3319780" y="1008309"/>
                  </a:lnTo>
                  <a:lnTo>
                    <a:pt x="3307080" y="1008309"/>
                  </a:lnTo>
                  <a:lnTo>
                    <a:pt x="3319780" y="1008309"/>
                  </a:lnTo>
                  <a:cubicBezTo>
                    <a:pt x="3319780" y="1133206"/>
                    <a:pt x="3214370" y="1234036"/>
                    <a:pt x="3084703" y="1234036"/>
                  </a:cubicBezTo>
                  <a:lnTo>
                    <a:pt x="3084703" y="1221818"/>
                  </a:lnTo>
                  <a:lnTo>
                    <a:pt x="3084703" y="1234161"/>
                  </a:lnTo>
                  <a:lnTo>
                    <a:pt x="235077" y="1234161"/>
                  </a:lnTo>
                  <a:lnTo>
                    <a:pt x="235077" y="1221818"/>
                  </a:lnTo>
                  <a:lnTo>
                    <a:pt x="235077" y="1234161"/>
                  </a:lnTo>
                  <a:cubicBezTo>
                    <a:pt x="105410" y="1234161"/>
                    <a:pt x="0" y="1133206"/>
                    <a:pt x="0" y="1008309"/>
                  </a:cubicBezTo>
                  <a:lnTo>
                    <a:pt x="0" y="225728"/>
                  </a:lnTo>
                  <a:lnTo>
                    <a:pt x="12700" y="225728"/>
                  </a:lnTo>
                  <a:lnTo>
                    <a:pt x="0" y="225728"/>
                  </a:lnTo>
                  <a:moveTo>
                    <a:pt x="25400" y="225728"/>
                  </a:moveTo>
                  <a:lnTo>
                    <a:pt x="25400" y="1008309"/>
                  </a:lnTo>
                  <a:lnTo>
                    <a:pt x="12700" y="1008309"/>
                  </a:lnTo>
                  <a:lnTo>
                    <a:pt x="25400" y="1008309"/>
                  </a:lnTo>
                  <a:cubicBezTo>
                    <a:pt x="25400" y="1119260"/>
                    <a:pt x="119126" y="1209477"/>
                    <a:pt x="235077" y="1209477"/>
                  </a:cubicBezTo>
                  <a:lnTo>
                    <a:pt x="3084703" y="1209477"/>
                  </a:lnTo>
                  <a:cubicBezTo>
                    <a:pt x="3200654" y="1209477"/>
                    <a:pt x="3294380" y="1119260"/>
                    <a:pt x="3294380" y="1008432"/>
                  </a:cubicBezTo>
                  <a:lnTo>
                    <a:pt x="3294380" y="225728"/>
                  </a:lnTo>
                  <a:cubicBezTo>
                    <a:pt x="3294380" y="114900"/>
                    <a:pt x="3200654" y="24683"/>
                    <a:pt x="3084703" y="24683"/>
                  </a:cubicBezTo>
                  <a:lnTo>
                    <a:pt x="235077" y="24683"/>
                  </a:lnTo>
                  <a:lnTo>
                    <a:pt x="235077" y="12342"/>
                  </a:lnTo>
                  <a:lnTo>
                    <a:pt x="235077" y="24683"/>
                  </a:lnTo>
                  <a:cubicBezTo>
                    <a:pt x="119126" y="24683"/>
                    <a:pt x="25400" y="114900"/>
                    <a:pt x="25400" y="225728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344524" y="2735809"/>
            <a:ext cx="2489873" cy="128883"/>
            <a:chOff x="0" y="0"/>
            <a:chExt cx="3319831" cy="1718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3294380" cy="146431"/>
            </a:xfrm>
            <a:custGeom>
              <a:avLst/>
              <a:gdLst/>
              <a:ahLst/>
              <a:cxnLst/>
              <a:rect r="r" b="b" t="t" l="l"/>
              <a:pathLst>
                <a:path h="14643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6D91A6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319780" cy="171831"/>
            </a:xfrm>
            <a:custGeom>
              <a:avLst/>
              <a:gdLst/>
              <a:ahLst/>
              <a:cxnLst/>
              <a:rect r="r" b="b" t="t" l="l"/>
              <a:pathLst>
                <a:path h="171831" w="3319780">
                  <a:moveTo>
                    <a:pt x="12700" y="0"/>
                  </a:moveTo>
                  <a:lnTo>
                    <a:pt x="3307080" y="0"/>
                  </a:lnTo>
                  <a:cubicBezTo>
                    <a:pt x="3314065" y="0"/>
                    <a:pt x="3319780" y="5715"/>
                    <a:pt x="3319780" y="12700"/>
                  </a:cubicBezTo>
                  <a:lnTo>
                    <a:pt x="3319780" y="159131"/>
                  </a:lnTo>
                  <a:cubicBezTo>
                    <a:pt x="3319780" y="166116"/>
                    <a:pt x="3314065" y="171831"/>
                    <a:pt x="3307080" y="171831"/>
                  </a:cubicBezTo>
                  <a:lnTo>
                    <a:pt x="12700" y="171831"/>
                  </a:lnTo>
                  <a:cubicBezTo>
                    <a:pt x="5715" y="171831"/>
                    <a:pt x="0" y="166116"/>
                    <a:pt x="0" y="159131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131"/>
                  </a:lnTo>
                  <a:lnTo>
                    <a:pt x="12700" y="159131"/>
                  </a:lnTo>
                  <a:lnTo>
                    <a:pt x="12700" y="146431"/>
                  </a:lnTo>
                  <a:lnTo>
                    <a:pt x="3307080" y="146431"/>
                  </a:lnTo>
                  <a:lnTo>
                    <a:pt x="3307080" y="159131"/>
                  </a:lnTo>
                  <a:lnTo>
                    <a:pt x="3294380" y="159131"/>
                  </a:lnTo>
                  <a:lnTo>
                    <a:pt x="3294380" y="12700"/>
                  </a:lnTo>
                  <a:lnTo>
                    <a:pt x="3307080" y="12700"/>
                  </a:lnTo>
                  <a:lnTo>
                    <a:pt x="33070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D91A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344524" y="2864691"/>
            <a:ext cx="2489873" cy="796719"/>
            <a:chOff x="0" y="0"/>
            <a:chExt cx="3319831" cy="10622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319826" cy="1062297"/>
            </a:xfrm>
            <a:custGeom>
              <a:avLst/>
              <a:gdLst/>
              <a:ahLst/>
              <a:cxnLst/>
              <a:rect r="r" b="b" t="t" l="l"/>
              <a:pathLst>
                <a:path h="1062297" w="3319826">
                  <a:moveTo>
                    <a:pt x="0" y="0"/>
                  </a:moveTo>
                  <a:lnTo>
                    <a:pt x="3319826" y="0"/>
                  </a:lnTo>
                  <a:lnTo>
                    <a:pt x="3319826" y="1062297"/>
                  </a:lnTo>
                  <a:lnTo>
                    <a:pt x="0" y="10622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11" r="13996" b="2437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3319831" cy="1071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Sprint Execution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344524" y="5549789"/>
            <a:ext cx="2489873" cy="952481"/>
            <a:chOff x="0" y="0"/>
            <a:chExt cx="3319831" cy="126997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2700" y="12700"/>
              <a:ext cx="3294380" cy="1244473"/>
            </a:xfrm>
            <a:custGeom>
              <a:avLst/>
              <a:gdLst/>
              <a:ahLst/>
              <a:cxnLst/>
              <a:rect r="r" b="b" t="t" l="l"/>
              <a:pathLst>
                <a:path h="1244473" w="3294380">
                  <a:moveTo>
                    <a:pt x="0" y="219583"/>
                  </a:moveTo>
                  <a:cubicBezTo>
                    <a:pt x="0" y="98298"/>
                    <a:pt x="99568" y="0"/>
                    <a:pt x="222377" y="0"/>
                  </a:cubicBezTo>
                  <a:lnTo>
                    <a:pt x="3072003" y="0"/>
                  </a:lnTo>
                  <a:cubicBezTo>
                    <a:pt x="3194812" y="0"/>
                    <a:pt x="3294380" y="98298"/>
                    <a:pt x="3294380" y="219583"/>
                  </a:cubicBezTo>
                  <a:lnTo>
                    <a:pt x="3294380" y="1024890"/>
                  </a:lnTo>
                  <a:cubicBezTo>
                    <a:pt x="3294380" y="1146175"/>
                    <a:pt x="3194812" y="1244473"/>
                    <a:pt x="3072003" y="1244473"/>
                  </a:cubicBezTo>
                  <a:lnTo>
                    <a:pt x="222377" y="1244473"/>
                  </a:lnTo>
                  <a:cubicBezTo>
                    <a:pt x="99568" y="1244600"/>
                    <a:pt x="0" y="1146175"/>
                    <a:pt x="0" y="1024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31978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19780">
                  <a:moveTo>
                    <a:pt x="0" y="232283"/>
                  </a:moveTo>
                  <a:cubicBezTo>
                    <a:pt x="0" y="103886"/>
                    <a:pt x="105410" y="0"/>
                    <a:pt x="235077" y="0"/>
                  </a:cubicBezTo>
                  <a:lnTo>
                    <a:pt x="3084703" y="0"/>
                  </a:lnTo>
                  <a:lnTo>
                    <a:pt x="3084703" y="12700"/>
                  </a:lnTo>
                  <a:lnTo>
                    <a:pt x="3084703" y="0"/>
                  </a:lnTo>
                  <a:cubicBezTo>
                    <a:pt x="3214370" y="0"/>
                    <a:pt x="3319780" y="103886"/>
                    <a:pt x="3319780" y="232283"/>
                  </a:cubicBezTo>
                  <a:lnTo>
                    <a:pt x="3307080" y="232283"/>
                  </a:lnTo>
                  <a:lnTo>
                    <a:pt x="3319780" y="232283"/>
                  </a:lnTo>
                  <a:lnTo>
                    <a:pt x="3319780" y="1037590"/>
                  </a:lnTo>
                  <a:lnTo>
                    <a:pt x="3307080" y="1037590"/>
                  </a:lnTo>
                  <a:lnTo>
                    <a:pt x="3319780" y="1037590"/>
                  </a:lnTo>
                  <a:cubicBezTo>
                    <a:pt x="3319780" y="1166114"/>
                    <a:pt x="3214370" y="1269873"/>
                    <a:pt x="3084703" y="1269873"/>
                  </a:cubicBezTo>
                  <a:lnTo>
                    <a:pt x="3084703" y="1257300"/>
                  </a:lnTo>
                  <a:lnTo>
                    <a:pt x="3084703" y="1270000"/>
                  </a:lnTo>
                  <a:lnTo>
                    <a:pt x="235077" y="1270000"/>
                  </a:lnTo>
                  <a:lnTo>
                    <a:pt x="235077" y="1257300"/>
                  </a:lnTo>
                  <a:lnTo>
                    <a:pt x="235077" y="1270000"/>
                  </a:lnTo>
                  <a:cubicBezTo>
                    <a:pt x="105410" y="1270000"/>
                    <a:pt x="0" y="1166114"/>
                    <a:pt x="0" y="1037590"/>
                  </a:cubicBezTo>
                  <a:lnTo>
                    <a:pt x="0" y="232283"/>
                  </a:lnTo>
                  <a:lnTo>
                    <a:pt x="12700" y="232283"/>
                  </a:lnTo>
                  <a:lnTo>
                    <a:pt x="0" y="232283"/>
                  </a:lnTo>
                  <a:moveTo>
                    <a:pt x="25400" y="232283"/>
                  </a:moveTo>
                  <a:lnTo>
                    <a:pt x="25400" y="1037590"/>
                  </a:lnTo>
                  <a:lnTo>
                    <a:pt x="12700" y="1037590"/>
                  </a:lnTo>
                  <a:lnTo>
                    <a:pt x="25400" y="1037590"/>
                  </a:lnTo>
                  <a:cubicBezTo>
                    <a:pt x="25400" y="1151763"/>
                    <a:pt x="119126" y="1244600"/>
                    <a:pt x="235077" y="1244600"/>
                  </a:cubicBezTo>
                  <a:lnTo>
                    <a:pt x="3084703" y="1244600"/>
                  </a:lnTo>
                  <a:cubicBezTo>
                    <a:pt x="3200654" y="1244600"/>
                    <a:pt x="3294380" y="1151763"/>
                    <a:pt x="3294380" y="1037717"/>
                  </a:cubicBezTo>
                  <a:lnTo>
                    <a:pt x="3294380" y="232283"/>
                  </a:lnTo>
                  <a:cubicBezTo>
                    <a:pt x="3294380" y="118237"/>
                    <a:pt x="3200654" y="25400"/>
                    <a:pt x="3084703" y="25400"/>
                  </a:cubicBezTo>
                  <a:lnTo>
                    <a:pt x="235077" y="25400"/>
                  </a:lnTo>
                  <a:lnTo>
                    <a:pt x="235077" y="12700"/>
                  </a:lnTo>
                  <a:lnTo>
                    <a:pt x="235077" y="25400"/>
                  </a:lnTo>
                  <a:cubicBezTo>
                    <a:pt x="119126" y="25400"/>
                    <a:pt x="25400" y="118237"/>
                    <a:pt x="25400" y="232283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344524" y="5549789"/>
            <a:ext cx="2489873" cy="128883"/>
            <a:chOff x="0" y="0"/>
            <a:chExt cx="3319831" cy="17184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2700" y="12700"/>
              <a:ext cx="3294380" cy="146431"/>
            </a:xfrm>
            <a:custGeom>
              <a:avLst/>
              <a:gdLst/>
              <a:ahLst/>
              <a:cxnLst/>
              <a:rect r="r" b="b" t="t" l="l"/>
              <a:pathLst>
                <a:path h="14643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9954B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319780" cy="171831"/>
            </a:xfrm>
            <a:custGeom>
              <a:avLst/>
              <a:gdLst/>
              <a:ahLst/>
              <a:cxnLst/>
              <a:rect r="r" b="b" t="t" l="l"/>
              <a:pathLst>
                <a:path h="171831" w="3319780">
                  <a:moveTo>
                    <a:pt x="12700" y="0"/>
                  </a:moveTo>
                  <a:lnTo>
                    <a:pt x="3307080" y="0"/>
                  </a:lnTo>
                  <a:cubicBezTo>
                    <a:pt x="3314065" y="0"/>
                    <a:pt x="3319780" y="5715"/>
                    <a:pt x="3319780" y="12700"/>
                  </a:cubicBezTo>
                  <a:lnTo>
                    <a:pt x="3319780" y="159131"/>
                  </a:lnTo>
                  <a:cubicBezTo>
                    <a:pt x="3319780" y="166116"/>
                    <a:pt x="3314065" y="171831"/>
                    <a:pt x="3307080" y="171831"/>
                  </a:cubicBezTo>
                  <a:lnTo>
                    <a:pt x="12700" y="171831"/>
                  </a:lnTo>
                  <a:cubicBezTo>
                    <a:pt x="5715" y="171831"/>
                    <a:pt x="0" y="166116"/>
                    <a:pt x="0" y="159131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131"/>
                  </a:lnTo>
                  <a:lnTo>
                    <a:pt x="12700" y="159131"/>
                  </a:lnTo>
                  <a:lnTo>
                    <a:pt x="12700" y="146431"/>
                  </a:lnTo>
                  <a:lnTo>
                    <a:pt x="3307080" y="146431"/>
                  </a:lnTo>
                  <a:lnTo>
                    <a:pt x="3307080" y="159131"/>
                  </a:lnTo>
                  <a:lnTo>
                    <a:pt x="3294380" y="159131"/>
                  </a:lnTo>
                  <a:lnTo>
                    <a:pt x="3294380" y="12700"/>
                  </a:lnTo>
                  <a:lnTo>
                    <a:pt x="3307080" y="12700"/>
                  </a:lnTo>
                  <a:lnTo>
                    <a:pt x="33070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954B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344524" y="5678672"/>
            <a:ext cx="2489873" cy="823598"/>
            <a:chOff x="0" y="0"/>
            <a:chExt cx="3319831" cy="109813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319826" cy="1098136"/>
            </a:xfrm>
            <a:custGeom>
              <a:avLst/>
              <a:gdLst/>
              <a:ahLst/>
              <a:cxnLst/>
              <a:rect r="r" b="b" t="t" l="l"/>
              <a:pathLst>
                <a:path h="1098136" w="3319826">
                  <a:moveTo>
                    <a:pt x="0" y="0"/>
                  </a:moveTo>
                  <a:lnTo>
                    <a:pt x="3319826" y="0"/>
                  </a:lnTo>
                  <a:lnTo>
                    <a:pt x="3319826" y="1098136"/>
                  </a:lnTo>
                  <a:lnTo>
                    <a:pt x="0" y="10981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61" r="13996" b="2683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3319831" cy="1107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Review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324642" y="5549789"/>
            <a:ext cx="2489873" cy="952481"/>
            <a:chOff x="0" y="0"/>
            <a:chExt cx="3319831" cy="126997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2700" y="12700"/>
              <a:ext cx="3294380" cy="1244473"/>
            </a:xfrm>
            <a:custGeom>
              <a:avLst/>
              <a:gdLst/>
              <a:ahLst/>
              <a:cxnLst/>
              <a:rect r="r" b="b" t="t" l="l"/>
              <a:pathLst>
                <a:path h="1244473" w="3294380">
                  <a:moveTo>
                    <a:pt x="0" y="219583"/>
                  </a:moveTo>
                  <a:cubicBezTo>
                    <a:pt x="0" y="98298"/>
                    <a:pt x="99568" y="0"/>
                    <a:pt x="222377" y="0"/>
                  </a:cubicBezTo>
                  <a:lnTo>
                    <a:pt x="3072003" y="0"/>
                  </a:lnTo>
                  <a:cubicBezTo>
                    <a:pt x="3194812" y="0"/>
                    <a:pt x="3294380" y="98298"/>
                    <a:pt x="3294380" y="219583"/>
                  </a:cubicBezTo>
                  <a:lnTo>
                    <a:pt x="3294380" y="1024890"/>
                  </a:lnTo>
                  <a:cubicBezTo>
                    <a:pt x="3294380" y="1146175"/>
                    <a:pt x="3194812" y="1244473"/>
                    <a:pt x="3072003" y="1244473"/>
                  </a:cubicBezTo>
                  <a:lnTo>
                    <a:pt x="222377" y="1244473"/>
                  </a:lnTo>
                  <a:cubicBezTo>
                    <a:pt x="99568" y="1244600"/>
                    <a:pt x="0" y="1146175"/>
                    <a:pt x="0" y="1024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31978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19780">
                  <a:moveTo>
                    <a:pt x="0" y="232283"/>
                  </a:moveTo>
                  <a:cubicBezTo>
                    <a:pt x="0" y="103886"/>
                    <a:pt x="105410" y="0"/>
                    <a:pt x="235077" y="0"/>
                  </a:cubicBezTo>
                  <a:lnTo>
                    <a:pt x="3084703" y="0"/>
                  </a:lnTo>
                  <a:lnTo>
                    <a:pt x="3084703" y="12700"/>
                  </a:lnTo>
                  <a:lnTo>
                    <a:pt x="3084703" y="0"/>
                  </a:lnTo>
                  <a:cubicBezTo>
                    <a:pt x="3214370" y="0"/>
                    <a:pt x="3319780" y="103886"/>
                    <a:pt x="3319780" y="232283"/>
                  </a:cubicBezTo>
                  <a:lnTo>
                    <a:pt x="3307080" y="232283"/>
                  </a:lnTo>
                  <a:lnTo>
                    <a:pt x="3319780" y="232283"/>
                  </a:lnTo>
                  <a:lnTo>
                    <a:pt x="3319780" y="1037590"/>
                  </a:lnTo>
                  <a:lnTo>
                    <a:pt x="3307080" y="1037590"/>
                  </a:lnTo>
                  <a:lnTo>
                    <a:pt x="3319780" y="1037590"/>
                  </a:lnTo>
                  <a:cubicBezTo>
                    <a:pt x="3319780" y="1166114"/>
                    <a:pt x="3214370" y="1269873"/>
                    <a:pt x="3084703" y="1269873"/>
                  </a:cubicBezTo>
                  <a:lnTo>
                    <a:pt x="3084703" y="1257300"/>
                  </a:lnTo>
                  <a:lnTo>
                    <a:pt x="3084703" y="1270000"/>
                  </a:lnTo>
                  <a:lnTo>
                    <a:pt x="235077" y="1270000"/>
                  </a:lnTo>
                  <a:lnTo>
                    <a:pt x="235077" y="1257300"/>
                  </a:lnTo>
                  <a:lnTo>
                    <a:pt x="235077" y="1270000"/>
                  </a:lnTo>
                  <a:cubicBezTo>
                    <a:pt x="105410" y="1270000"/>
                    <a:pt x="0" y="1166114"/>
                    <a:pt x="0" y="1037590"/>
                  </a:cubicBezTo>
                  <a:lnTo>
                    <a:pt x="0" y="232283"/>
                  </a:lnTo>
                  <a:lnTo>
                    <a:pt x="12700" y="232283"/>
                  </a:lnTo>
                  <a:lnTo>
                    <a:pt x="0" y="232283"/>
                  </a:lnTo>
                  <a:moveTo>
                    <a:pt x="25400" y="232283"/>
                  </a:moveTo>
                  <a:lnTo>
                    <a:pt x="25400" y="1037590"/>
                  </a:lnTo>
                  <a:lnTo>
                    <a:pt x="12700" y="1037590"/>
                  </a:lnTo>
                  <a:lnTo>
                    <a:pt x="25400" y="1037590"/>
                  </a:lnTo>
                  <a:cubicBezTo>
                    <a:pt x="25400" y="1151763"/>
                    <a:pt x="119126" y="1244600"/>
                    <a:pt x="235077" y="1244600"/>
                  </a:cubicBezTo>
                  <a:lnTo>
                    <a:pt x="3084703" y="1244600"/>
                  </a:lnTo>
                  <a:cubicBezTo>
                    <a:pt x="3200654" y="1244600"/>
                    <a:pt x="3294380" y="1151763"/>
                    <a:pt x="3294380" y="1037717"/>
                  </a:cubicBezTo>
                  <a:lnTo>
                    <a:pt x="3294380" y="232283"/>
                  </a:lnTo>
                  <a:cubicBezTo>
                    <a:pt x="3294380" y="118237"/>
                    <a:pt x="3200654" y="25400"/>
                    <a:pt x="3084703" y="25400"/>
                  </a:cubicBezTo>
                  <a:lnTo>
                    <a:pt x="235077" y="25400"/>
                  </a:lnTo>
                  <a:lnTo>
                    <a:pt x="235077" y="12700"/>
                  </a:lnTo>
                  <a:lnTo>
                    <a:pt x="235077" y="25400"/>
                  </a:lnTo>
                  <a:cubicBezTo>
                    <a:pt x="119126" y="25400"/>
                    <a:pt x="25400" y="118237"/>
                    <a:pt x="25400" y="232283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324642" y="5549789"/>
            <a:ext cx="2489873" cy="128883"/>
            <a:chOff x="0" y="0"/>
            <a:chExt cx="3319831" cy="17184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2700" y="12700"/>
              <a:ext cx="3294380" cy="146431"/>
            </a:xfrm>
            <a:custGeom>
              <a:avLst/>
              <a:gdLst/>
              <a:ahLst/>
              <a:cxnLst/>
              <a:rect r="r" b="b" t="t" l="l"/>
              <a:pathLst>
                <a:path h="14643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81709C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319780" cy="171831"/>
            </a:xfrm>
            <a:custGeom>
              <a:avLst/>
              <a:gdLst/>
              <a:ahLst/>
              <a:cxnLst/>
              <a:rect r="r" b="b" t="t" l="l"/>
              <a:pathLst>
                <a:path h="171831" w="3319780">
                  <a:moveTo>
                    <a:pt x="12700" y="0"/>
                  </a:moveTo>
                  <a:lnTo>
                    <a:pt x="3307080" y="0"/>
                  </a:lnTo>
                  <a:cubicBezTo>
                    <a:pt x="3314065" y="0"/>
                    <a:pt x="3319780" y="5715"/>
                    <a:pt x="3319780" y="12700"/>
                  </a:cubicBezTo>
                  <a:lnTo>
                    <a:pt x="3319780" y="159131"/>
                  </a:lnTo>
                  <a:cubicBezTo>
                    <a:pt x="3319780" y="166116"/>
                    <a:pt x="3314065" y="171831"/>
                    <a:pt x="3307080" y="171831"/>
                  </a:cubicBezTo>
                  <a:lnTo>
                    <a:pt x="12700" y="171831"/>
                  </a:lnTo>
                  <a:cubicBezTo>
                    <a:pt x="5715" y="171831"/>
                    <a:pt x="0" y="166116"/>
                    <a:pt x="0" y="159131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59131"/>
                  </a:lnTo>
                  <a:lnTo>
                    <a:pt x="12700" y="159131"/>
                  </a:lnTo>
                  <a:lnTo>
                    <a:pt x="12700" y="146431"/>
                  </a:lnTo>
                  <a:lnTo>
                    <a:pt x="3307080" y="146431"/>
                  </a:lnTo>
                  <a:lnTo>
                    <a:pt x="3307080" y="159131"/>
                  </a:lnTo>
                  <a:lnTo>
                    <a:pt x="3294380" y="159131"/>
                  </a:lnTo>
                  <a:lnTo>
                    <a:pt x="3294380" y="12700"/>
                  </a:lnTo>
                  <a:lnTo>
                    <a:pt x="3307080" y="12700"/>
                  </a:lnTo>
                  <a:lnTo>
                    <a:pt x="33070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81709C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324642" y="5678672"/>
            <a:ext cx="2489873" cy="823598"/>
            <a:chOff x="0" y="0"/>
            <a:chExt cx="2695416" cy="8915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695412" cy="891593"/>
            </a:xfrm>
            <a:custGeom>
              <a:avLst/>
              <a:gdLst/>
              <a:ahLst/>
              <a:cxnLst/>
              <a:rect r="r" b="b" t="t" l="l"/>
              <a:pathLst>
                <a:path h="891593" w="2695412">
                  <a:moveTo>
                    <a:pt x="0" y="0"/>
                  </a:moveTo>
                  <a:lnTo>
                    <a:pt x="2695412" y="0"/>
                  </a:lnTo>
                  <a:lnTo>
                    <a:pt x="2695412" y="891593"/>
                  </a:lnTo>
                  <a:lnTo>
                    <a:pt x="0" y="891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85" r="-5926" b="989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2695416" cy="901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7"/>
                </a:lnSpc>
              </a:pPr>
              <a:r>
                <a:rPr lang="en-US" sz="168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Retrospective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19975" y="7746063"/>
            <a:ext cx="8255098" cy="815216"/>
            <a:chOff x="0" y="0"/>
            <a:chExt cx="11006798" cy="108695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2700" y="12700"/>
              <a:ext cx="10981437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981437">
                  <a:moveTo>
                    <a:pt x="0" y="146431"/>
                  </a:moveTo>
                  <a:cubicBezTo>
                    <a:pt x="0" y="65532"/>
                    <a:pt x="66929" y="0"/>
                    <a:pt x="149606" y="0"/>
                  </a:cubicBezTo>
                  <a:lnTo>
                    <a:pt x="10831830" y="0"/>
                  </a:lnTo>
                  <a:cubicBezTo>
                    <a:pt x="10914380" y="0"/>
                    <a:pt x="10981437" y="65532"/>
                    <a:pt x="10981437" y="146431"/>
                  </a:cubicBezTo>
                  <a:lnTo>
                    <a:pt x="10981437" y="915162"/>
                  </a:lnTo>
                  <a:cubicBezTo>
                    <a:pt x="10981437" y="996061"/>
                    <a:pt x="10914507" y="1061593"/>
                    <a:pt x="10831830" y="1061593"/>
                  </a:cubicBezTo>
                  <a:lnTo>
                    <a:pt x="149606" y="1061593"/>
                  </a:lnTo>
                  <a:cubicBezTo>
                    <a:pt x="66929" y="1061593"/>
                    <a:pt x="0" y="995934"/>
                    <a:pt x="0" y="9151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006837" cy="1086993"/>
            </a:xfrm>
            <a:custGeom>
              <a:avLst/>
              <a:gdLst/>
              <a:ahLst/>
              <a:cxnLst/>
              <a:rect r="r" b="b" t="t" l="l"/>
              <a:pathLst>
                <a:path h="1086993" w="11006837">
                  <a:moveTo>
                    <a:pt x="0" y="159131"/>
                  </a:moveTo>
                  <a:cubicBezTo>
                    <a:pt x="0" y="70993"/>
                    <a:pt x="72898" y="0"/>
                    <a:pt x="162306" y="0"/>
                  </a:cubicBezTo>
                  <a:lnTo>
                    <a:pt x="10844530" y="0"/>
                  </a:lnTo>
                  <a:lnTo>
                    <a:pt x="10844530" y="12700"/>
                  </a:lnTo>
                  <a:lnTo>
                    <a:pt x="10844530" y="0"/>
                  </a:lnTo>
                  <a:cubicBezTo>
                    <a:pt x="10933938" y="0"/>
                    <a:pt x="11006837" y="70993"/>
                    <a:pt x="11006837" y="159131"/>
                  </a:cubicBezTo>
                  <a:lnTo>
                    <a:pt x="10994137" y="159131"/>
                  </a:lnTo>
                  <a:lnTo>
                    <a:pt x="11006837" y="159131"/>
                  </a:lnTo>
                  <a:lnTo>
                    <a:pt x="11006837" y="927862"/>
                  </a:lnTo>
                  <a:lnTo>
                    <a:pt x="10994137" y="927862"/>
                  </a:lnTo>
                  <a:lnTo>
                    <a:pt x="11006837" y="927862"/>
                  </a:lnTo>
                  <a:cubicBezTo>
                    <a:pt x="11006837" y="1016000"/>
                    <a:pt x="10933938" y="1086993"/>
                    <a:pt x="10844530" y="1086993"/>
                  </a:cubicBezTo>
                  <a:lnTo>
                    <a:pt x="10844530" y="1074293"/>
                  </a:lnTo>
                  <a:lnTo>
                    <a:pt x="10844530" y="1086993"/>
                  </a:lnTo>
                  <a:lnTo>
                    <a:pt x="162306" y="1086993"/>
                  </a:lnTo>
                  <a:lnTo>
                    <a:pt x="162306" y="1074293"/>
                  </a:lnTo>
                  <a:lnTo>
                    <a:pt x="162306" y="1086993"/>
                  </a:lnTo>
                  <a:cubicBezTo>
                    <a:pt x="72898" y="1086993"/>
                    <a:pt x="0" y="1016000"/>
                    <a:pt x="0" y="927862"/>
                  </a:cubicBezTo>
                  <a:lnTo>
                    <a:pt x="0" y="159131"/>
                  </a:lnTo>
                  <a:lnTo>
                    <a:pt x="12700" y="159131"/>
                  </a:lnTo>
                  <a:lnTo>
                    <a:pt x="0" y="159131"/>
                  </a:lnTo>
                  <a:moveTo>
                    <a:pt x="25400" y="159131"/>
                  </a:moveTo>
                  <a:lnTo>
                    <a:pt x="25400" y="927862"/>
                  </a:lnTo>
                  <a:lnTo>
                    <a:pt x="12700" y="927862"/>
                  </a:lnTo>
                  <a:lnTo>
                    <a:pt x="25400" y="927862"/>
                  </a:lnTo>
                  <a:cubicBezTo>
                    <a:pt x="25400" y="1001395"/>
                    <a:pt x="86360" y="1061593"/>
                    <a:pt x="162306" y="1061593"/>
                  </a:cubicBezTo>
                  <a:lnTo>
                    <a:pt x="10844530" y="1061593"/>
                  </a:lnTo>
                  <a:cubicBezTo>
                    <a:pt x="10920349" y="1061593"/>
                    <a:pt x="10981437" y="1001522"/>
                    <a:pt x="10981437" y="927862"/>
                  </a:cubicBezTo>
                  <a:lnTo>
                    <a:pt x="10981437" y="159131"/>
                  </a:lnTo>
                  <a:cubicBezTo>
                    <a:pt x="10981436" y="85598"/>
                    <a:pt x="10920349" y="25400"/>
                    <a:pt x="10844530" y="25400"/>
                  </a:cubicBezTo>
                  <a:lnTo>
                    <a:pt x="162306" y="25400"/>
                  </a:lnTo>
                  <a:lnTo>
                    <a:pt x="162306" y="12700"/>
                  </a:lnTo>
                  <a:lnTo>
                    <a:pt x="162306" y="25400"/>
                  </a:lnTo>
                  <a:cubicBezTo>
                    <a:pt x="86487" y="25400"/>
                    <a:pt x="25400" y="85598"/>
                    <a:pt x="25400" y="159131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31490" y="7961500"/>
            <a:ext cx="7632059" cy="411804"/>
            <a:chOff x="0" y="0"/>
            <a:chExt cx="10176078" cy="5490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176078" cy="549069"/>
            </a:xfrm>
            <a:custGeom>
              <a:avLst/>
              <a:gdLst/>
              <a:ahLst/>
              <a:cxnLst/>
              <a:rect r="r" b="b" t="t" l="l"/>
              <a:pathLst>
                <a:path h="549069" w="10176078">
                  <a:moveTo>
                    <a:pt x="0" y="0"/>
                  </a:moveTo>
                  <a:lnTo>
                    <a:pt x="10176078" y="0"/>
                  </a:lnTo>
                  <a:lnTo>
                    <a:pt x="10176078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122" r="0" b="-311122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10176078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Scrum lets us test assumptions early instead of discovering problems at the end.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51059" y="9718519"/>
            <a:ext cx="8785108" cy="274539"/>
            <a:chOff x="0" y="0"/>
            <a:chExt cx="11713477" cy="3660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713471" cy="366046"/>
            </a:xfrm>
            <a:custGeom>
              <a:avLst/>
              <a:gdLst/>
              <a:ahLst/>
              <a:cxnLst/>
              <a:rect r="r" b="b" t="t" l="l"/>
              <a:pathLst>
                <a:path h="366046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0" r="0" b="-57352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1171347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6952500" y="9718519"/>
            <a:ext cx="576520" cy="274539"/>
            <a:chOff x="0" y="0"/>
            <a:chExt cx="768693" cy="3660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8697" cy="366046"/>
            </a:xfrm>
            <a:custGeom>
              <a:avLst/>
              <a:gdLst/>
              <a:ahLst/>
              <a:cxnLst/>
              <a:rect r="r" b="b" t="t" l="l"/>
              <a:pathLst>
                <a:path h="366046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76869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sp>
        <p:nvSpPr>
          <p:cNvPr name="AutoShape 103" id="103"/>
          <p:cNvSpPr/>
          <p:nvPr/>
        </p:nvSpPr>
        <p:spPr>
          <a:xfrm flipV="true">
            <a:off x="10569578" y="3678688"/>
            <a:ext cx="0" cy="18239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4" id="104"/>
          <p:cNvSpPr/>
          <p:nvPr/>
        </p:nvSpPr>
        <p:spPr>
          <a:xfrm flipH="true">
            <a:off x="11789363" y="6026029"/>
            <a:ext cx="5551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5" id="105"/>
          <p:cNvSpPr/>
          <p:nvPr/>
        </p:nvSpPr>
        <p:spPr>
          <a:xfrm>
            <a:off x="13589460" y="3688290"/>
            <a:ext cx="0" cy="186149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6" id="106"/>
          <p:cNvSpPr/>
          <p:nvPr/>
        </p:nvSpPr>
        <p:spPr>
          <a:xfrm>
            <a:off x="11814515" y="3263051"/>
            <a:ext cx="53000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20264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31443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1808588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302754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2796911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291078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3785235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279402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477356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5267725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5761892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6256049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6750215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7244372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7738539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8232696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3334" y="8726862"/>
            <a:ext cx="18308517" cy="6677"/>
            <a:chOff x="0" y="0"/>
            <a:chExt cx="24411356" cy="89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3334" y="9221019"/>
            <a:ext cx="18308517" cy="6677"/>
            <a:chOff x="0" y="0"/>
            <a:chExt cx="24411356" cy="89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-3334" y="9715186"/>
            <a:ext cx="18308517" cy="6677"/>
            <a:chOff x="0" y="0"/>
            <a:chExt cx="24411356" cy="89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-9535" y="-9535"/>
            <a:ext cx="18320909" cy="224961"/>
            <a:chOff x="0" y="0"/>
            <a:chExt cx="24427878" cy="2999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-9535" y="10079612"/>
            <a:ext cx="18320909" cy="224961"/>
            <a:chOff x="0" y="0"/>
            <a:chExt cx="24427878" cy="2999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1059" y="658882"/>
            <a:ext cx="9883245" cy="631431"/>
            <a:chOff x="0" y="0"/>
            <a:chExt cx="13177660" cy="8419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77655" cy="841906"/>
            </a:xfrm>
            <a:custGeom>
              <a:avLst/>
              <a:gdLst/>
              <a:ahLst/>
              <a:cxnLst/>
              <a:rect r="r" b="b" t="t" l="l"/>
              <a:pathLst>
                <a:path h="841906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3177660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4"/>
                </a:lnSpc>
              </a:pPr>
              <a:r>
                <a:rPr lang="en-US" sz="4353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 Backlog &amp; Sprint Plan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8510" y="1455029"/>
            <a:ext cx="8304667" cy="343167"/>
            <a:chOff x="0" y="0"/>
            <a:chExt cx="11072889" cy="4575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72891" cy="457557"/>
            </a:xfrm>
            <a:custGeom>
              <a:avLst/>
              <a:gdLst/>
              <a:ahLst/>
              <a:cxnLst/>
              <a:rect r="r" b="b" t="t" l="l"/>
              <a:pathLst>
                <a:path h="457557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8" r="0" b="-4215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107288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615A"/>
                  </a:solidFill>
                  <a:latin typeface="Aptos"/>
                  <a:ea typeface="Aptos"/>
                  <a:cs typeface="Aptos"/>
                  <a:sym typeface="Aptos"/>
                </a:rPr>
                <a:t>From infrastructure to intelligent user features.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56583" y="1940995"/>
            <a:ext cx="4848206" cy="43853"/>
            <a:chOff x="0" y="0"/>
            <a:chExt cx="6464275" cy="584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9210" y="0"/>
              <a:ext cx="6405880" cy="58420"/>
            </a:xfrm>
            <a:custGeom>
              <a:avLst/>
              <a:gdLst/>
              <a:ahLst/>
              <a:cxnLst/>
              <a:rect r="r" b="b" t="t" l="l"/>
              <a:pathLst>
                <a:path h="58420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5842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78789" y="2735809"/>
            <a:ext cx="2929128" cy="3107579"/>
            <a:chOff x="0" y="0"/>
            <a:chExt cx="3905504" cy="414343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2700" y="12700"/>
              <a:ext cx="3880104" cy="4117975"/>
            </a:xfrm>
            <a:custGeom>
              <a:avLst/>
              <a:gdLst/>
              <a:ahLst/>
              <a:cxnLst/>
              <a:rect r="r" b="b" t="t" l="l"/>
              <a:pathLst>
                <a:path h="4117975" w="388010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3715385" y="0"/>
                  </a:lnTo>
                  <a:cubicBezTo>
                    <a:pt x="3806317" y="0"/>
                    <a:pt x="3880104" y="73787"/>
                    <a:pt x="3880104" y="164719"/>
                  </a:cubicBezTo>
                  <a:lnTo>
                    <a:pt x="3880104" y="3953256"/>
                  </a:lnTo>
                  <a:cubicBezTo>
                    <a:pt x="3880104" y="4044315"/>
                    <a:pt x="3806317" y="4117975"/>
                    <a:pt x="3715385" y="4117975"/>
                  </a:cubicBezTo>
                  <a:lnTo>
                    <a:pt x="164719" y="4117975"/>
                  </a:lnTo>
                  <a:cubicBezTo>
                    <a:pt x="73787" y="4117975"/>
                    <a:pt x="0" y="4044315"/>
                    <a:pt x="0" y="3953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905504" cy="4143375"/>
            </a:xfrm>
            <a:custGeom>
              <a:avLst/>
              <a:gdLst/>
              <a:ahLst/>
              <a:cxnLst/>
              <a:rect r="r" b="b" t="t" l="l"/>
              <a:pathLst>
                <a:path h="4143375" w="3905504">
                  <a:moveTo>
                    <a:pt x="0" y="177419"/>
                  </a:moveTo>
                  <a:cubicBezTo>
                    <a:pt x="0" y="79502"/>
                    <a:pt x="79375" y="0"/>
                    <a:pt x="177419" y="0"/>
                  </a:cubicBezTo>
                  <a:lnTo>
                    <a:pt x="3728085" y="0"/>
                  </a:lnTo>
                  <a:lnTo>
                    <a:pt x="3728085" y="12700"/>
                  </a:lnTo>
                  <a:lnTo>
                    <a:pt x="3728085" y="0"/>
                  </a:lnTo>
                  <a:cubicBezTo>
                    <a:pt x="3826129" y="0"/>
                    <a:pt x="3905504" y="79502"/>
                    <a:pt x="3905504" y="177419"/>
                  </a:cubicBezTo>
                  <a:lnTo>
                    <a:pt x="3892804" y="177419"/>
                  </a:lnTo>
                  <a:lnTo>
                    <a:pt x="3905504" y="177419"/>
                  </a:lnTo>
                  <a:lnTo>
                    <a:pt x="3905504" y="3965956"/>
                  </a:lnTo>
                  <a:lnTo>
                    <a:pt x="3892804" y="3965956"/>
                  </a:lnTo>
                  <a:lnTo>
                    <a:pt x="3905504" y="3965956"/>
                  </a:lnTo>
                  <a:cubicBezTo>
                    <a:pt x="3905504" y="4064000"/>
                    <a:pt x="3826129" y="4143375"/>
                    <a:pt x="3728085" y="4143375"/>
                  </a:cubicBezTo>
                  <a:lnTo>
                    <a:pt x="3728085" y="4130675"/>
                  </a:lnTo>
                  <a:lnTo>
                    <a:pt x="3728085" y="4143375"/>
                  </a:lnTo>
                  <a:lnTo>
                    <a:pt x="177419" y="4143375"/>
                  </a:lnTo>
                  <a:lnTo>
                    <a:pt x="177419" y="4130675"/>
                  </a:lnTo>
                  <a:lnTo>
                    <a:pt x="177419" y="4143375"/>
                  </a:lnTo>
                  <a:cubicBezTo>
                    <a:pt x="79375" y="4143375"/>
                    <a:pt x="0" y="4064000"/>
                    <a:pt x="0" y="396595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3965956"/>
                  </a:lnTo>
                  <a:lnTo>
                    <a:pt x="12700" y="3965956"/>
                  </a:lnTo>
                  <a:lnTo>
                    <a:pt x="25400" y="3965956"/>
                  </a:lnTo>
                  <a:cubicBezTo>
                    <a:pt x="25400" y="4049903"/>
                    <a:pt x="93472" y="4117975"/>
                    <a:pt x="177419" y="4117975"/>
                  </a:cubicBezTo>
                  <a:lnTo>
                    <a:pt x="3728085" y="4117975"/>
                  </a:lnTo>
                  <a:cubicBezTo>
                    <a:pt x="3812032" y="4117975"/>
                    <a:pt x="3880104" y="4049903"/>
                    <a:pt x="3880104" y="3965956"/>
                  </a:cubicBezTo>
                  <a:lnTo>
                    <a:pt x="3880104" y="177419"/>
                  </a:lnTo>
                  <a:cubicBezTo>
                    <a:pt x="3880104" y="93472"/>
                    <a:pt x="3812032" y="25400"/>
                    <a:pt x="3728085" y="25400"/>
                  </a:cubicBezTo>
                  <a:lnTo>
                    <a:pt x="177419" y="25400"/>
                  </a:lnTo>
                  <a:lnTo>
                    <a:pt x="177419" y="12700"/>
                  </a:lnTo>
                  <a:lnTo>
                    <a:pt x="177419" y="25400"/>
                  </a:lnTo>
                  <a:cubicBezTo>
                    <a:pt x="93472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57240" y="2914259"/>
            <a:ext cx="128883" cy="2750687"/>
            <a:chOff x="0" y="0"/>
            <a:chExt cx="171844" cy="366758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146431" cy="3642106"/>
            </a:xfrm>
            <a:custGeom>
              <a:avLst/>
              <a:gdLst/>
              <a:ahLst/>
              <a:cxnLst/>
              <a:rect r="r" b="b" t="t" l="l"/>
              <a:pathLst>
                <a:path h="364210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42106"/>
                  </a:lnTo>
                  <a:lnTo>
                    <a:pt x="0" y="3642106"/>
                  </a:lnTo>
                  <a:close/>
                </a:path>
              </a:pathLst>
            </a:custGeom>
            <a:solidFill>
              <a:srgbClr val="6E9F73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1831" cy="3667506"/>
            </a:xfrm>
            <a:custGeom>
              <a:avLst/>
              <a:gdLst/>
              <a:ahLst/>
              <a:cxnLst/>
              <a:rect r="r" b="b" t="t" l="l"/>
              <a:pathLst>
                <a:path h="366750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3654806"/>
                  </a:lnTo>
                  <a:cubicBezTo>
                    <a:pt x="171831" y="3661791"/>
                    <a:pt x="166116" y="3667506"/>
                    <a:pt x="159131" y="3667506"/>
                  </a:cubicBezTo>
                  <a:lnTo>
                    <a:pt x="12700" y="3667506"/>
                  </a:lnTo>
                  <a:cubicBezTo>
                    <a:pt x="5715" y="3667506"/>
                    <a:pt x="0" y="3661791"/>
                    <a:pt x="0" y="365480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54806"/>
                  </a:lnTo>
                  <a:lnTo>
                    <a:pt x="12700" y="3654806"/>
                  </a:lnTo>
                  <a:lnTo>
                    <a:pt x="12700" y="3642106"/>
                  </a:lnTo>
                  <a:lnTo>
                    <a:pt x="159131" y="3642106"/>
                  </a:lnTo>
                  <a:lnTo>
                    <a:pt x="159131" y="3654806"/>
                  </a:lnTo>
                  <a:lnTo>
                    <a:pt x="146431" y="365480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55029" y="2978696"/>
            <a:ext cx="2196274" cy="398078"/>
            <a:chOff x="0" y="0"/>
            <a:chExt cx="2928366" cy="5307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28368" cy="530767"/>
            </a:xfrm>
            <a:custGeom>
              <a:avLst/>
              <a:gdLst/>
              <a:ahLst/>
              <a:cxnLst/>
              <a:rect r="r" b="b" t="t" l="l"/>
              <a:pathLst>
                <a:path h="530767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03" r="0" b="-5750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2928366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Sprint 1 (8 days)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55029" y="3541490"/>
            <a:ext cx="2196274" cy="214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6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Database planning</a:t>
            </a:r>
          </a:p>
          <a:p>
            <a:pPr algn="l">
              <a:lnSpc>
                <a:spcPts val="1873"/>
              </a:lnSpc>
            </a:pPr>
            <a:r>
              <a:rPr lang="en-US" sz="156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User registration</a:t>
            </a:r>
          </a:p>
          <a:p>
            <a:pPr algn="l">
              <a:lnSpc>
                <a:spcPts val="1873"/>
              </a:lnSpc>
            </a:pPr>
            <a:r>
              <a:rPr lang="en-US" sz="156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Premium membership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3900202" y="4243368"/>
            <a:ext cx="435635" cy="23832"/>
            <a:chOff x="0" y="0"/>
            <a:chExt cx="580847" cy="3177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5875" y="0"/>
              <a:ext cx="549021" cy="31750"/>
            </a:xfrm>
            <a:custGeom>
              <a:avLst/>
              <a:gdLst/>
              <a:ahLst/>
              <a:cxnLst/>
              <a:rect r="r" b="b" t="t" l="l"/>
              <a:pathLst>
                <a:path h="31750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369289" y="2735809"/>
            <a:ext cx="2929128" cy="3107579"/>
            <a:chOff x="0" y="0"/>
            <a:chExt cx="3905504" cy="414343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2700" y="12700"/>
              <a:ext cx="3880104" cy="4117975"/>
            </a:xfrm>
            <a:custGeom>
              <a:avLst/>
              <a:gdLst/>
              <a:ahLst/>
              <a:cxnLst/>
              <a:rect r="r" b="b" t="t" l="l"/>
              <a:pathLst>
                <a:path h="4117975" w="388010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3715385" y="0"/>
                  </a:lnTo>
                  <a:cubicBezTo>
                    <a:pt x="3806317" y="0"/>
                    <a:pt x="3880104" y="73787"/>
                    <a:pt x="3880104" y="164719"/>
                  </a:cubicBezTo>
                  <a:lnTo>
                    <a:pt x="3880104" y="3953256"/>
                  </a:lnTo>
                  <a:cubicBezTo>
                    <a:pt x="3880104" y="4044315"/>
                    <a:pt x="3806317" y="4117975"/>
                    <a:pt x="3715385" y="4117975"/>
                  </a:cubicBezTo>
                  <a:lnTo>
                    <a:pt x="164719" y="4117975"/>
                  </a:lnTo>
                  <a:cubicBezTo>
                    <a:pt x="73787" y="4117975"/>
                    <a:pt x="0" y="4044315"/>
                    <a:pt x="0" y="3953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905504" cy="4143375"/>
            </a:xfrm>
            <a:custGeom>
              <a:avLst/>
              <a:gdLst/>
              <a:ahLst/>
              <a:cxnLst/>
              <a:rect r="r" b="b" t="t" l="l"/>
              <a:pathLst>
                <a:path h="4143375" w="3905504">
                  <a:moveTo>
                    <a:pt x="0" y="177419"/>
                  </a:moveTo>
                  <a:cubicBezTo>
                    <a:pt x="0" y="79502"/>
                    <a:pt x="79375" y="0"/>
                    <a:pt x="177419" y="0"/>
                  </a:cubicBezTo>
                  <a:lnTo>
                    <a:pt x="3728085" y="0"/>
                  </a:lnTo>
                  <a:lnTo>
                    <a:pt x="3728085" y="12700"/>
                  </a:lnTo>
                  <a:lnTo>
                    <a:pt x="3728085" y="0"/>
                  </a:lnTo>
                  <a:cubicBezTo>
                    <a:pt x="3826129" y="0"/>
                    <a:pt x="3905504" y="79502"/>
                    <a:pt x="3905504" y="177419"/>
                  </a:cubicBezTo>
                  <a:lnTo>
                    <a:pt x="3892804" y="177419"/>
                  </a:lnTo>
                  <a:lnTo>
                    <a:pt x="3905504" y="177419"/>
                  </a:lnTo>
                  <a:lnTo>
                    <a:pt x="3905504" y="3965956"/>
                  </a:lnTo>
                  <a:lnTo>
                    <a:pt x="3892804" y="3965956"/>
                  </a:lnTo>
                  <a:lnTo>
                    <a:pt x="3905504" y="3965956"/>
                  </a:lnTo>
                  <a:cubicBezTo>
                    <a:pt x="3905504" y="4064000"/>
                    <a:pt x="3826129" y="4143375"/>
                    <a:pt x="3728085" y="4143375"/>
                  </a:cubicBezTo>
                  <a:lnTo>
                    <a:pt x="3728085" y="4130675"/>
                  </a:lnTo>
                  <a:lnTo>
                    <a:pt x="3728085" y="4143375"/>
                  </a:lnTo>
                  <a:lnTo>
                    <a:pt x="177419" y="4143375"/>
                  </a:lnTo>
                  <a:lnTo>
                    <a:pt x="177419" y="4130675"/>
                  </a:lnTo>
                  <a:lnTo>
                    <a:pt x="177419" y="4143375"/>
                  </a:lnTo>
                  <a:cubicBezTo>
                    <a:pt x="79375" y="4143375"/>
                    <a:pt x="0" y="4064000"/>
                    <a:pt x="0" y="396595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3965956"/>
                  </a:lnTo>
                  <a:lnTo>
                    <a:pt x="12700" y="3965956"/>
                  </a:lnTo>
                  <a:lnTo>
                    <a:pt x="25400" y="3965956"/>
                  </a:lnTo>
                  <a:cubicBezTo>
                    <a:pt x="25400" y="4049903"/>
                    <a:pt x="93472" y="4117975"/>
                    <a:pt x="177419" y="4117975"/>
                  </a:cubicBezTo>
                  <a:lnTo>
                    <a:pt x="3728085" y="4117975"/>
                  </a:lnTo>
                  <a:cubicBezTo>
                    <a:pt x="3812032" y="4117975"/>
                    <a:pt x="3880104" y="4049903"/>
                    <a:pt x="3880104" y="3965956"/>
                  </a:cubicBezTo>
                  <a:lnTo>
                    <a:pt x="3880104" y="177419"/>
                  </a:lnTo>
                  <a:cubicBezTo>
                    <a:pt x="3880104" y="93472"/>
                    <a:pt x="3812032" y="25400"/>
                    <a:pt x="3728085" y="25400"/>
                  </a:cubicBezTo>
                  <a:lnTo>
                    <a:pt x="177419" y="25400"/>
                  </a:lnTo>
                  <a:lnTo>
                    <a:pt x="177419" y="12700"/>
                  </a:lnTo>
                  <a:lnTo>
                    <a:pt x="177419" y="25400"/>
                  </a:lnTo>
                  <a:cubicBezTo>
                    <a:pt x="93472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4547740" y="2914259"/>
            <a:ext cx="128883" cy="2750687"/>
            <a:chOff x="0" y="0"/>
            <a:chExt cx="171844" cy="366758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2700" y="12700"/>
              <a:ext cx="146431" cy="3642106"/>
            </a:xfrm>
            <a:custGeom>
              <a:avLst/>
              <a:gdLst/>
              <a:ahLst/>
              <a:cxnLst/>
              <a:rect r="r" b="b" t="t" l="l"/>
              <a:pathLst>
                <a:path h="364210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42106"/>
                  </a:lnTo>
                  <a:lnTo>
                    <a:pt x="0" y="3642106"/>
                  </a:lnTo>
                  <a:close/>
                </a:path>
              </a:pathLst>
            </a:custGeom>
            <a:solidFill>
              <a:srgbClr val="6D91A6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71831" cy="3667506"/>
            </a:xfrm>
            <a:custGeom>
              <a:avLst/>
              <a:gdLst/>
              <a:ahLst/>
              <a:cxnLst/>
              <a:rect r="r" b="b" t="t" l="l"/>
              <a:pathLst>
                <a:path h="366750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3654806"/>
                  </a:lnTo>
                  <a:cubicBezTo>
                    <a:pt x="171831" y="3661791"/>
                    <a:pt x="166116" y="3667506"/>
                    <a:pt x="159131" y="3667506"/>
                  </a:cubicBezTo>
                  <a:lnTo>
                    <a:pt x="12700" y="3667506"/>
                  </a:lnTo>
                  <a:cubicBezTo>
                    <a:pt x="5715" y="3667506"/>
                    <a:pt x="0" y="3661791"/>
                    <a:pt x="0" y="365480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54806"/>
                  </a:lnTo>
                  <a:lnTo>
                    <a:pt x="12700" y="3654806"/>
                  </a:lnTo>
                  <a:lnTo>
                    <a:pt x="12700" y="3642106"/>
                  </a:lnTo>
                  <a:lnTo>
                    <a:pt x="159131" y="3642106"/>
                  </a:lnTo>
                  <a:lnTo>
                    <a:pt x="159131" y="3654806"/>
                  </a:lnTo>
                  <a:lnTo>
                    <a:pt x="146431" y="365480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D91A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4845529" y="2978696"/>
            <a:ext cx="2196274" cy="398078"/>
            <a:chOff x="0" y="0"/>
            <a:chExt cx="2928366" cy="53077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28368" cy="530767"/>
            </a:xfrm>
            <a:custGeom>
              <a:avLst/>
              <a:gdLst/>
              <a:ahLst/>
              <a:cxnLst/>
              <a:rect r="r" b="b" t="t" l="l"/>
              <a:pathLst>
                <a:path h="530767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03" r="0" b="-5750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2928366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Sprint 2 (8 days)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4845529" y="3541490"/>
            <a:ext cx="2196274" cy="214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6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In-app purchase</a:t>
            </a:r>
          </a:p>
          <a:p>
            <a:pPr algn="l">
              <a:lnSpc>
                <a:spcPts val="1873"/>
              </a:lnSpc>
            </a:pPr>
            <a:r>
              <a:rPr lang="en-US" sz="156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Profile management</a:t>
            </a:r>
          </a:p>
          <a:p>
            <a:pPr algn="l">
              <a:lnSpc>
                <a:spcPts val="1873"/>
              </a:lnSpc>
            </a:pPr>
            <a:r>
              <a:rPr lang="en-US" sz="156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Admin panel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7290702" y="4243368"/>
            <a:ext cx="435635" cy="23832"/>
            <a:chOff x="0" y="0"/>
            <a:chExt cx="580847" cy="3177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5875" y="0"/>
              <a:ext cx="549021" cy="31750"/>
            </a:xfrm>
            <a:custGeom>
              <a:avLst/>
              <a:gdLst/>
              <a:ahLst/>
              <a:cxnLst/>
              <a:rect r="r" b="b" t="t" l="l"/>
              <a:pathLst>
                <a:path h="31750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7759789" y="2735809"/>
            <a:ext cx="2929128" cy="3107579"/>
            <a:chOff x="0" y="0"/>
            <a:chExt cx="3905504" cy="414343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2700" y="12700"/>
              <a:ext cx="3880104" cy="4117975"/>
            </a:xfrm>
            <a:custGeom>
              <a:avLst/>
              <a:gdLst/>
              <a:ahLst/>
              <a:cxnLst/>
              <a:rect r="r" b="b" t="t" l="l"/>
              <a:pathLst>
                <a:path h="4117975" w="388010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3715385" y="0"/>
                  </a:lnTo>
                  <a:cubicBezTo>
                    <a:pt x="3806317" y="0"/>
                    <a:pt x="3880104" y="73787"/>
                    <a:pt x="3880104" y="164719"/>
                  </a:cubicBezTo>
                  <a:lnTo>
                    <a:pt x="3880104" y="3953256"/>
                  </a:lnTo>
                  <a:cubicBezTo>
                    <a:pt x="3880104" y="4044315"/>
                    <a:pt x="3806317" y="4117975"/>
                    <a:pt x="3715385" y="4117975"/>
                  </a:cubicBezTo>
                  <a:lnTo>
                    <a:pt x="164719" y="4117975"/>
                  </a:lnTo>
                  <a:cubicBezTo>
                    <a:pt x="73787" y="4117975"/>
                    <a:pt x="0" y="4044315"/>
                    <a:pt x="0" y="3953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905504" cy="4143375"/>
            </a:xfrm>
            <a:custGeom>
              <a:avLst/>
              <a:gdLst/>
              <a:ahLst/>
              <a:cxnLst/>
              <a:rect r="r" b="b" t="t" l="l"/>
              <a:pathLst>
                <a:path h="4143375" w="3905504">
                  <a:moveTo>
                    <a:pt x="0" y="177419"/>
                  </a:moveTo>
                  <a:cubicBezTo>
                    <a:pt x="0" y="79502"/>
                    <a:pt x="79375" y="0"/>
                    <a:pt x="177419" y="0"/>
                  </a:cubicBezTo>
                  <a:lnTo>
                    <a:pt x="3728085" y="0"/>
                  </a:lnTo>
                  <a:lnTo>
                    <a:pt x="3728085" y="12700"/>
                  </a:lnTo>
                  <a:lnTo>
                    <a:pt x="3728085" y="0"/>
                  </a:lnTo>
                  <a:cubicBezTo>
                    <a:pt x="3826129" y="0"/>
                    <a:pt x="3905504" y="79502"/>
                    <a:pt x="3905504" y="177419"/>
                  </a:cubicBezTo>
                  <a:lnTo>
                    <a:pt x="3892804" y="177419"/>
                  </a:lnTo>
                  <a:lnTo>
                    <a:pt x="3905504" y="177419"/>
                  </a:lnTo>
                  <a:lnTo>
                    <a:pt x="3905504" y="3965956"/>
                  </a:lnTo>
                  <a:lnTo>
                    <a:pt x="3892804" y="3965956"/>
                  </a:lnTo>
                  <a:lnTo>
                    <a:pt x="3905504" y="3965956"/>
                  </a:lnTo>
                  <a:cubicBezTo>
                    <a:pt x="3905504" y="4064000"/>
                    <a:pt x="3826129" y="4143375"/>
                    <a:pt x="3728085" y="4143375"/>
                  </a:cubicBezTo>
                  <a:lnTo>
                    <a:pt x="3728085" y="4130675"/>
                  </a:lnTo>
                  <a:lnTo>
                    <a:pt x="3728085" y="4143375"/>
                  </a:lnTo>
                  <a:lnTo>
                    <a:pt x="177419" y="4143375"/>
                  </a:lnTo>
                  <a:lnTo>
                    <a:pt x="177419" y="4130675"/>
                  </a:lnTo>
                  <a:lnTo>
                    <a:pt x="177419" y="4143375"/>
                  </a:lnTo>
                  <a:cubicBezTo>
                    <a:pt x="79375" y="4143375"/>
                    <a:pt x="0" y="4064000"/>
                    <a:pt x="0" y="396595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3965956"/>
                  </a:lnTo>
                  <a:lnTo>
                    <a:pt x="12700" y="3965956"/>
                  </a:lnTo>
                  <a:lnTo>
                    <a:pt x="25400" y="3965956"/>
                  </a:lnTo>
                  <a:cubicBezTo>
                    <a:pt x="25400" y="4049903"/>
                    <a:pt x="93472" y="4117975"/>
                    <a:pt x="177419" y="4117975"/>
                  </a:cubicBezTo>
                  <a:lnTo>
                    <a:pt x="3728085" y="4117975"/>
                  </a:lnTo>
                  <a:cubicBezTo>
                    <a:pt x="3812032" y="4117975"/>
                    <a:pt x="3880104" y="4049903"/>
                    <a:pt x="3880104" y="3965956"/>
                  </a:cubicBezTo>
                  <a:lnTo>
                    <a:pt x="3880104" y="177419"/>
                  </a:lnTo>
                  <a:cubicBezTo>
                    <a:pt x="3880104" y="93472"/>
                    <a:pt x="3812032" y="25400"/>
                    <a:pt x="3728085" y="25400"/>
                  </a:cubicBezTo>
                  <a:lnTo>
                    <a:pt x="177419" y="25400"/>
                  </a:lnTo>
                  <a:lnTo>
                    <a:pt x="177419" y="12700"/>
                  </a:lnTo>
                  <a:lnTo>
                    <a:pt x="177419" y="25400"/>
                  </a:lnTo>
                  <a:cubicBezTo>
                    <a:pt x="93472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7938240" y="2914259"/>
            <a:ext cx="128883" cy="2750687"/>
            <a:chOff x="0" y="0"/>
            <a:chExt cx="171844" cy="366758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2700" y="12700"/>
              <a:ext cx="146431" cy="3642106"/>
            </a:xfrm>
            <a:custGeom>
              <a:avLst/>
              <a:gdLst/>
              <a:ahLst/>
              <a:cxnLst/>
              <a:rect r="r" b="b" t="t" l="l"/>
              <a:pathLst>
                <a:path h="364210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42106"/>
                  </a:lnTo>
                  <a:lnTo>
                    <a:pt x="0" y="3642106"/>
                  </a:lnTo>
                  <a:close/>
                </a:path>
              </a:pathLst>
            </a:custGeom>
            <a:solidFill>
              <a:srgbClr val="D9954B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71831" cy="3667506"/>
            </a:xfrm>
            <a:custGeom>
              <a:avLst/>
              <a:gdLst/>
              <a:ahLst/>
              <a:cxnLst/>
              <a:rect r="r" b="b" t="t" l="l"/>
              <a:pathLst>
                <a:path h="366750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3654806"/>
                  </a:lnTo>
                  <a:cubicBezTo>
                    <a:pt x="171831" y="3661791"/>
                    <a:pt x="166116" y="3667506"/>
                    <a:pt x="159131" y="3667506"/>
                  </a:cubicBezTo>
                  <a:lnTo>
                    <a:pt x="12700" y="3667506"/>
                  </a:lnTo>
                  <a:cubicBezTo>
                    <a:pt x="5715" y="3667506"/>
                    <a:pt x="0" y="3661791"/>
                    <a:pt x="0" y="365480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54806"/>
                  </a:lnTo>
                  <a:lnTo>
                    <a:pt x="12700" y="3654806"/>
                  </a:lnTo>
                  <a:lnTo>
                    <a:pt x="12700" y="3642106"/>
                  </a:lnTo>
                  <a:lnTo>
                    <a:pt x="159131" y="3642106"/>
                  </a:lnTo>
                  <a:lnTo>
                    <a:pt x="159131" y="3654806"/>
                  </a:lnTo>
                  <a:lnTo>
                    <a:pt x="146431" y="365480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954B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8236039" y="2978696"/>
            <a:ext cx="2196274" cy="398078"/>
            <a:chOff x="0" y="0"/>
            <a:chExt cx="2928366" cy="53077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928368" cy="530767"/>
            </a:xfrm>
            <a:custGeom>
              <a:avLst/>
              <a:gdLst/>
              <a:ahLst/>
              <a:cxnLst/>
              <a:rect r="r" b="b" t="t" l="l"/>
              <a:pathLst>
                <a:path h="530767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03" r="0" b="-5750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2928366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Sprint 3 (15 days)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8236039" y="3541490"/>
            <a:ext cx="2196274" cy="214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AI infrastructure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Hugging Face API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Scientific summaries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AI fine-tuning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0681202" y="4243368"/>
            <a:ext cx="435635" cy="23832"/>
            <a:chOff x="0" y="0"/>
            <a:chExt cx="580847" cy="3177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5875" y="0"/>
              <a:ext cx="549021" cy="31750"/>
            </a:xfrm>
            <a:custGeom>
              <a:avLst/>
              <a:gdLst/>
              <a:ahLst/>
              <a:cxnLst/>
              <a:rect r="r" b="b" t="t" l="l"/>
              <a:pathLst>
                <a:path h="31750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150298" y="2735809"/>
            <a:ext cx="2929128" cy="3107579"/>
            <a:chOff x="0" y="0"/>
            <a:chExt cx="3905504" cy="414343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2700" y="12700"/>
              <a:ext cx="3880104" cy="4117975"/>
            </a:xfrm>
            <a:custGeom>
              <a:avLst/>
              <a:gdLst/>
              <a:ahLst/>
              <a:cxnLst/>
              <a:rect r="r" b="b" t="t" l="l"/>
              <a:pathLst>
                <a:path h="4117975" w="388010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3715385" y="0"/>
                  </a:lnTo>
                  <a:cubicBezTo>
                    <a:pt x="3806317" y="0"/>
                    <a:pt x="3880104" y="73787"/>
                    <a:pt x="3880104" y="164719"/>
                  </a:cubicBezTo>
                  <a:lnTo>
                    <a:pt x="3880104" y="3953256"/>
                  </a:lnTo>
                  <a:cubicBezTo>
                    <a:pt x="3880104" y="4044315"/>
                    <a:pt x="3806317" y="4117975"/>
                    <a:pt x="3715385" y="4117975"/>
                  </a:cubicBezTo>
                  <a:lnTo>
                    <a:pt x="164719" y="4117975"/>
                  </a:lnTo>
                  <a:cubicBezTo>
                    <a:pt x="73787" y="4117975"/>
                    <a:pt x="0" y="4044315"/>
                    <a:pt x="0" y="3953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905504" cy="4143375"/>
            </a:xfrm>
            <a:custGeom>
              <a:avLst/>
              <a:gdLst/>
              <a:ahLst/>
              <a:cxnLst/>
              <a:rect r="r" b="b" t="t" l="l"/>
              <a:pathLst>
                <a:path h="4143375" w="3905504">
                  <a:moveTo>
                    <a:pt x="0" y="177419"/>
                  </a:moveTo>
                  <a:cubicBezTo>
                    <a:pt x="0" y="79502"/>
                    <a:pt x="79375" y="0"/>
                    <a:pt x="177419" y="0"/>
                  </a:cubicBezTo>
                  <a:lnTo>
                    <a:pt x="3728085" y="0"/>
                  </a:lnTo>
                  <a:lnTo>
                    <a:pt x="3728085" y="12700"/>
                  </a:lnTo>
                  <a:lnTo>
                    <a:pt x="3728085" y="0"/>
                  </a:lnTo>
                  <a:cubicBezTo>
                    <a:pt x="3826129" y="0"/>
                    <a:pt x="3905504" y="79502"/>
                    <a:pt x="3905504" y="177419"/>
                  </a:cubicBezTo>
                  <a:lnTo>
                    <a:pt x="3892804" y="177419"/>
                  </a:lnTo>
                  <a:lnTo>
                    <a:pt x="3905504" y="177419"/>
                  </a:lnTo>
                  <a:lnTo>
                    <a:pt x="3905504" y="3965956"/>
                  </a:lnTo>
                  <a:lnTo>
                    <a:pt x="3892804" y="3965956"/>
                  </a:lnTo>
                  <a:lnTo>
                    <a:pt x="3905504" y="3965956"/>
                  </a:lnTo>
                  <a:cubicBezTo>
                    <a:pt x="3905504" y="4064000"/>
                    <a:pt x="3826129" y="4143375"/>
                    <a:pt x="3728085" y="4143375"/>
                  </a:cubicBezTo>
                  <a:lnTo>
                    <a:pt x="3728085" y="4130675"/>
                  </a:lnTo>
                  <a:lnTo>
                    <a:pt x="3728085" y="4143375"/>
                  </a:lnTo>
                  <a:lnTo>
                    <a:pt x="177419" y="4143375"/>
                  </a:lnTo>
                  <a:lnTo>
                    <a:pt x="177419" y="4130675"/>
                  </a:lnTo>
                  <a:lnTo>
                    <a:pt x="177419" y="4143375"/>
                  </a:lnTo>
                  <a:cubicBezTo>
                    <a:pt x="79375" y="4143375"/>
                    <a:pt x="0" y="4064000"/>
                    <a:pt x="0" y="396595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3965956"/>
                  </a:lnTo>
                  <a:lnTo>
                    <a:pt x="12700" y="3965956"/>
                  </a:lnTo>
                  <a:lnTo>
                    <a:pt x="25400" y="3965956"/>
                  </a:lnTo>
                  <a:cubicBezTo>
                    <a:pt x="25400" y="4049903"/>
                    <a:pt x="93472" y="4117975"/>
                    <a:pt x="177419" y="4117975"/>
                  </a:cubicBezTo>
                  <a:lnTo>
                    <a:pt x="3728085" y="4117975"/>
                  </a:lnTo>
                  <a:cubicBezTo>
                    <a:pt x="3812032" y="4117975"/>
                    <a:pt x="3880104" y="4049903"/>
                    <a:pt x="3880104" y="3965956"/>
                  </a:cubicBezTo>
                  <a:lnTo>
                    <a:pt x="3880104" y="177419"/>
                  </a:lnTo>
                  <a:cubicBezTo>
                    <a:pt x="3880104" y="93472"/>
                    <a:pt x="3812032" y="25400"/>
                    <a:pt x="3728085" y="25400"/>
                  </a:cubicBezTo>
                  <a:lnTo>
                    <a:pt x="177419" y="25400"/>
                  </a:lnTo>
                  <a:lnTo>
                    <a:pt x="177419" y="12700"/>
                  </a:lnTo>
                  <a:lnTo>
                    <a:pt x="177419" y="25400"/>
                  </a:lnTo>
                  <a:cubicBezTo>
                    <a:pt x="93472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1328740" y="2914259"/>
            <a:ext cx="128883" cy="2750687"/>
            <a:chOff x="0" y="0"/>
            <a:chExt cx="171844" cy="366758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2700" y="12700"/>
              <a:ext cx="146431" cy="3642106"/>
            </a:xfrm>
            <a:custGeom>
              <a:avLst/>
              <a:gdLst/>
              <a:ahLst/>
              <a:cxnLst/>
              <a:rect r="r" b="b" t="t" l="l"/>
              <a:pathLst>
                <a:path h="364210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42106"/>
                  </a:lnTo>
                  <a:lnTo>
                    <a:pt x="0" y="3642106"/>
                  </a:lnTo>
                  <a:close/>
                </a:path>
              </a:pathLst>
            </a:custGeom>
            <a:solidFill>
              <a:srgbClr val="81709C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71831" cy="3667506"/>
            </a:xfrm>
            <a:custGeom>
              <a:avLst/>
              <a:gdLst/>
              <a:ahLst/>
              <a:cxnLst/>
              <a:rect r="r" b="b" t="t" l="l"/>
              <a:pathLst>
                <a:path h="366750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3654806"/>
                  </a:lnTo>
                  <a:cubicBezTo>
                    <a:pt x="171831" y="3661791"/>
                    <a:pt x="166116" y="3667506"/>
                    <a:pt x="159131" y="3667506"/>
                  </a:cubicBezTo>
                  <a:lnTo>
                    <a:pt x="12700" y="3667506"/>
                  </a:lnTo>
                  <a:cubicBezTo>
                    <a:pt x="5715" y="3667506"/>
                    <a:pt x="0" y="3661791"/>
                    <a:pt x="0" y="365480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54806"/>
                  </a:lnTo>
                  <a:lnTo>
                    <a:pt x="12700" y="3654806"/>
                  </a:lnTo>
                  <a:lnTo>
                    <a:pt x="12700" y="3642106"/>
                  </a:lnTo>
                  <a:lnTo>
                    <a:pt x="159131" y="3642106"/>
                  </a:lnTo>
                  <a:lnTo>
                    <a:pt x="159131" y="3654806"/>
                  </a:lnTo>
                  <a:lnTo>
                    <a:pt x="146431" y="365480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81709C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1626539" y="2978696"/>
            <a:ext cx="2196274" cy="398078"/>
            <a:chOff x="0" y="0"/>
            <a:chExt cx="2928366" cy="53077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28368" cy="530767"/>
            </a:xfrm>
            <a:custGeom>
              <a:avLst/>
              <a:gdLst/>
              <a:ahLst/>
              <a:cxnLst/>
              <a:rect r="r" b="b" t="t" l="l"/>
              <a:pathLst>
                <a:path h="530767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03" r="0" b="-5750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2928366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Sprint 4 (9 days)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11626539" y="3541490"/>
            <a:ext cx="2196274" cy="214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Meal/workout plans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Plan components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Home layouts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Push notifications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14071702" y="4243368"/>
            <a:ext cx="435635" cy="23832"/>
            <a:chOff x="0" y="0"/>
            <a:chExt cx="580847" cy="3177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5875" y="0"/>
              <a:ext cx="549021" cy="31750"/>
            </a:xfrm>
            <a:custGeom>
              <a:avLst/>
              <a:gdLst/>
              <a:ahLst/>
              <a:cxnLst/>
              <a:rect r="r" b="b" t="t" l="l"/>
              <a:pathLst>
                <a:path h="31750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4540798" y="2735809"/>
            <a:ext cx="2929128" cy="3107579"/>
            <a:chOff x="0" y="0"/>
            <a:chExt cx="3905504" cy="414343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2700" y="12700"/>
              <a:ext cx="3880104" cy="4117975"/>
            </a:xfrm>
            <a:custGeom>
              <a:avLst/>
              <a:gdLst/>
              <a:ahLst/>
              <a:cxnLst/>
              <a:rect r="r" b="b" t="t" l="l"/>
              <a:pathLst>
                <a:path h="4117975" w="3880104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3715385" y="0"/>
                  </a:lnTo>
                  <a:cubicBezTo>
                    <a:pt x="3806317" y="0"/>
                    <a:pt x="3880104" y="73787"/>
                    <a:pt x="3880104" y="164719"/>
                  </a:cubicBezTo>
                  <a:lnTo>
                    <a:pt x="3880104" y="3953256"/>
                  </a:lnTo>
                  <a:cubicBezTo>
                    <a:pt x="3880104" y="4044315"/>
                    <a:pt x="3806317" y="4117975"/>
                    <a:pt x="3715385" y="4117975"/>
                  </a:cubicBezTo>
                  <a:lnTo>
                    <a:pt x="164719" y="4117975"/>
                  </a:lnTo>
                  <a:cubicBezTo>
                    <a:pt x="73787" y="4117975"/>
                    <a:pt x="0" y="4044315"/>
                    <a:pt x="0" y="3953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905504" cy="4143375"/>
            </a:xfrm>
            <a:custGeom>
              <a:avLst/>
              <a:gdLst/>
              <a:ahLst/>
              <a:cxnLst/>
              <a:rect r="r" b="b" t="t" l="l"/>
              <a:pathLst>
                <a:path h="4143375" w="3905504">
                  <a:moveTo>
                    <a:pt x="0" y="177419"/>
                  </a:moveTo>
                  <a:cubicBezTo>
                    <a:pt x="0" y="79502"/>
                    <a:pt x="79375" y="0"/>
                    <a:pt x="177419" y="0"/>
                  </a:cubicBezTo>
                  <a:lnTo>
                    <a:pt x="3728085" y="0"/>
                  </a:lnTo>
                  <a:lnTo>
                    <a:pt x="3728085" y="12700"/>
                  </a:lnTo>
                  <a:lnTo>
                    <a:pt x="3728085" y="0"/>
                  </a:lnTo>
                  <a:cubicBezTo>
                    <a:pt x="3826129" y="0"/>
                    <a:pt x="3905504" y="79502"/>
                    <a:pt x="3905504" y="177419"/>
                  </a:cubicBezTo>
                  <a:lnTo>
                    <a:pt x="3892804" y="177419"/>
                  </a:lnTo>
                  <a:lnTo>
                    <a:pt x="3905504" y="177419"/>
                  </a:lnTo>
                  <a:lnTo>
                    <a:pt x="3905504" y="3965956"/>
                  </a:lnTo>
                  <a:lnTo>
                    <a:pt x="3892804" y="3965956"/>
                  </a:lnTo>
                  <a:lnTo>
                    <a:pt x="3905504" y="3965956"/>
                  </a:lnTo>
                  <a:cubicBezTo>
                    <a:pt x="3905504" y="4064000"/>
                    <a:pt x="3826129" y="4143375"/>
                    <a:pt x="3728085" y="4143375"/>
                  </a:cubicBezTo>
                  <a:lnTo>
                    <a:pt x="3728085" y="4130675"/>
                  </a:lnTo>
                  <a:lnTo>
                    <a:pt x="3728085" y="4143375"/>
                  </a:lnTo>
                  <a:lnTo>
                    <a:pt x="177419" y="4143375"/>
                  </a:lnTo>
                  <a:lnTo>
                    <a:pt x="177419" y="4130675"/>
                  </a:lnTo>
                  <a:lnTo>
                    <a:pt x="177419" y="4143375"/>
                  </a:lnTo>
                  <a:cubicBezTo>
                    <a:pt x="79375" y="4143375"/>
                    <a:pt x="0" y="4064000"/>
                    <a:pt x="0" y="396595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3965956"/>
                  </a:lnTo>
                  <a:lnTo>
                    <a:pt x="12700" y="3965956"/>
                  </a:lnTo>
                  <a:lnTo>
                    <a:pt x="25400" y="3965956"/>
                  </a:lnTo>
                  <a:cubicBezTo>
                    <a:pt x="25400" y="4049903"/>
                    <a:pt x="93472" y="4117975"/>
                    <a:pt x="177419" y="4117975"/>
                  </a:cubicBezTo>
                  <a:lnTo>
                    <a:pt x="3728085" y="4117975"/>
                  </a:lnTo>
                  <a:cubicBezTo>
                    <a:pt x="3812032" y="4117975"/>
                    <a:pt x="3880104" y="4049903"/>
                    <a:pt x="3880104" y="3965956"/>
                  </a:cubicBezTo>
                  <a:lnTo>
                    <a:pt x="3880104" y="177419"/>
                  </a:lnTo>
                  <a:cubicBezTo>
                    <a:pt x="3880104" y="93472"/>
                    <a:pt x="3812032" y="25400"/>
                    <a:pt x="3728085" y="25400"/>
                  </a:cubicBezTo>
                  <a:lnTo>
                    <a:pt x="177419" y="25400"/>
                  </a:lnTo>
                  <a:lnTo>
                    <a:pt x="177419" y="12700"/>
                  </a:lnTo>
                  <a:lnTo>
                    <a:pt x="177419" y="25400"/>
                  </a:lnTo>
                  <a:cubicBezTo>
                    <a:pt x="93472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4719240" y="2914259"/>
            <a:ext cx="128883" cy="2750687"/>
            <a:chOff x="0" y="0"/>
            <a:chExt cx="171844" cy="366758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12700" y="12700"/>
              <a:ext cx="146431" cy="3642106"/>
            </a:xfrm>
            <a:custGeom>
              <a:avLst/>
              <a:gdLst/>
              <a:ahLst/>
              <a:cxnLst/>
              <a:rect r="r" b="b" t="t" l="l"/>
              <a:pathLst>
                <a:path h="364210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642106"/>
                  </a:lnTo>
                  <a:lnTo>
                    <a:pt x="0" y="3642106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71831" cy="3667506"/>
            </a:xfrm>
            <a:custGeom>
              <a:avLst/>
              <a:gdLst/>
              <a:ahLst/>
              <a:cxnLst/>
              <a:rect r="r" b="b" t="t" l="l"/>
              <a:pathLst>
                <a:path h="366750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3654806"/>
                  </a:lnTo>
                  <a:cubicBezTo>
                    <a:pt x="171831" y="3661791"/>
                    <a:pt x="166116" y="3667506"/>
                    <a:pt x="159131" y="3667506"/>
                  </a:cubicBezTo>
                  <a:lnTo>
                    <a:pt x="12700" y="3667506"/>
                  </a:lnTo>
                  <a:cubicBezTo>
                    <a:pt x="5715" y="3667506"/>
                    <a:pt x="0" y="3661791"/>
                    <a:pt x="0" y="365480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54806"/>
                  </a:lnTo>
                  <a:lnTo>
                    <a:pt x="12700" y="3654806"/>
                  </a:lnTo>
                  <a:lnTo>
                    <a:pt x="12700" y="3642106"/>
                  </a:lnTo>
                  <a:lnTo>
                    <a:pt x="159131" y="3642106"/>
                  </a:lnTo>
                  <a:lnTo>
                    <a:pt x="159131" y="3654806"/>
                  </a:lnTo>
                  <a:lnTo>
                    <a:pt x="146431" y="365480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5017039" y="2978696"/>
            <a:ext cx="2196274" cy="398078"/>
            <a:chOff x="0" y="0"/>
            <a:chExt cx="2928366" cy="53077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928368" cy="530767"/>
            </a:xfrm>
            <a:custGeom>
              <a:avLst/>
              <a:gdLst/>
              <a:ahLst/>
              <a:cxnLst/>
              <a:rect r="r" b="b" t="t" l="l"/>
              <a:pathLst>
                <a:path h="530767" w="2928368">
                  <a:moveTo>
                    <a:pt x="0" y="0"/>
                  </a:moveTo>
                  <a:lnTo>
                    <a:pt x="2928368" y="0"/>
                  </a:lnTo>
                  <a:lnTo>
                    <a:pt x="292836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03" r="0" b="-5750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2928366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98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Sprint 5 (9 days)</a:t>
              </a:r>
            </a:p>
          </p:txBody>
        </p:sp>
      </p:grpSp>
      <p:sp>
        <p:nvSpPr>
          <p:cNvPr name="TextBox 111" id="111"/>
          <p:cNvSpPr txBox="true"/>
          <p:nvPr/>
        </p:nvSpPr>
        <p:spPr>
          <a:xfrm rot="0">
            <a:off x="15017039" y="3541490"/>
            <a:ext cx="2196274" cy="214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Apple Health &amp; Google Fit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Challenge system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Leaderboard algorithm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1843573" y="7334269"/>
            <a:ext cx="13608520" cy="911304"/>
            <a:chOff x="0" y="0"/>
            <a:chExt cx="18144693" cy="121507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2700" y="12700"/>
              <a:ext cx="18119344" cy="1189609"/>
            </a:xfrm>
            <a:custGeom>
              <a:avLst/>
              <a:gdLst/>
              <a:ahLst/>
              <a:cxnLst/>
              <a:rect r="r" b="b" t="t" l="l"/>
              <a:pathLst>
                <a:path h="1189609" w="18119344">
                  <a:moveTo>
                    <a:pt x="0" y="146431"/>
                  </a:moveTo>
                  <a:cubicBezTo>
                    <a:pt x="0" y="65532"/>
                    <a:pt x="66929" y="0"/>
                    <a:pt x="149352" y="0"/>
                  </a:cubicBezTo>
                  <a:lnTo>
                    <a:pt x="17969992" y="0"/>
                  </a:lnTo>
                  <a:cubicBezTo>
                    <a:pt x="18052414" y="0"/>
                    <a:pt x="18119344" y="65532"/>
                    <a:pt x="18119344" y="146431"/>
                  </a:cubicBezTo>
                  <a:lnTo>
                    <a:pt x="18119344" y="1043178"/>
                  </a:lnTo>
                  <a:cubicBezTo>
                    <a:pt x="18119344" y="1124077"/>
                    <a:pt x="18052542" y="1189609"/>
                    <a:pt x="17969992" y="1189609"/>
                  </a:cubicBezTo>
                  <a:lnTo>
                    <a:pt x="149352" y="1189609"/>
                  </a:lnTo>
                  <a:cubicBezTo>
                    <a:pt x="66929" y="1189609"/>
                    <a:pt x="0" y="1124077"/>
                    <a:pt x="0" y="10431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8144744" cy="1215009"/>
            </a:xfrm>
            <a:custGeom>
              <a:avLst/>
              <a:gdLst/>
              <a:ahLst/>
              <a:cxnLst/>
              <a:rect r="r" b="b" t="t" l="l"/>
              <a:pathLst>
                <a:path h="1215009" w="18144744">
                  <a:moveTo>
                    <a:pt x="0" y="159131"/>
                  </a:moveTo>
                  <a:cubicBezTo>
                    <a:pt x="0" y="70993"/>
                    <a:pt x="72771" y="0"/>
                    <a:pt x="162052" y="0"/>
                  </a:cubicBezTo>
                  <a:lnTo>
                    <a:pt x="17982692" y="0"/>
                  </a:lnTo>
                  <a:lnTo>
                    <a:pt x="17982692" y="12700"/>
                  </a:lnTo>
                  <a:lnTo>
                    <a:pt x="17982692" y="0"/>
                  </a:lnTo>
                  <a:cubicBezTo>
                    <a:pt x="18071973" y="0"/>
                    <a:pt x="18144744" y="70993"/>
                    <a:pt x="18144744" y="159131"/>
                  </a:cubicBezTo>
                  <a:lnTo>
                    <a:pt x="18132044" y="159131"/>
                  </a:lnTo>
                  <a:lnTo>
                    <a:pt x="18144744" y="159131"/>
                  </a:lnTo>
                  <a:lnTo>
                    <a:pt x="18144744" y="1055878"/>
                  </a:lnTo>
                  <a:lnTo>
                    <a:pt x="18132044" y="1055878"/>
                  </a:lnTo>
                  <a:lnTo>
                    <a:pt x="18144744" y="1055878"/>
                  </a:lnTo>
                  <a:cubicBezTo>
                    <a:pt x="18144744" y="1144016"/>
                    <a:pt x="18071973" y="1215009"/>
                    <a:pt x="17982692" y="1215009"/>
                  </a:cubicBezTo>
                  <a:lnTo>
                    <a:pt x="17982692" y="1202309"/>
                  </a:lnTo>
                  <a:lnTo>
                    <a:pt x="17982692" y="1215009"/>
                  </a:lnTo>
                  <a:lnTo>
                    <a:pt x="162052" y="1215009"/>
                  </a:lnTo>
                  <a:lnTo>
                    <a:pt x="162052" y="1202309"/>
                  </a:lnTo>
                  <a:lnTo>
                    <a:pt x="162052" y="1215009"/>
                  </a:lnTo>
                  <a:cubicBezTo>
                    <a:pt x="72771" y="1215009"/>
                    <a:pt x="0" y="1144016"/>
                    <a:pt x="0" y="1055878"/>
                  </a:cubicBezTo>
                  <a:lnTo>
                    <a:pt x="0" y="159131"/>
                  </a:lnTo>
                  <a:lnTo>
                    <a:pt x="12700" y="159131"/>
                  </a:lnTo>
                  <a:lnTo>
                    <a:pt x="0" y="159131"/>
                  </a:lnTo>
                  <a:moveTo>
                    <a:pt x="25400" y="159131"/>
                  </a:moveTo>
                  <a:lnTo>
                    <a:pt x="25400" y="1055878"/>
                  </a:lnTo>
                  <a:lnTo>
                    <a:pt x="12700" y="1055878"/>
                  </a:lnTo>
                  <a:lnTo>
                    <a:pt x="25400" y="1055878"/>
                  </a:lnTo>
                  <a:cubicBezTo>
                    <a:pt x="25400" y="1129538"/>
                    <a:pt x="86360" y="1189609"/>
                    <a:pt x="162052" y="1189609"/>
                  </a:cubicBezTo>
                  <a:lnTo>
                    <a:pt x="17982692" y="1189609"/>
                  </a:lnTo>
                  <a:cubicBezTo>
                    <a:pt x="18058383" y="1189609"/>
                    <a:pt x="18119344" y="1129538"/>
                    <a:pt x="18119344" y="1055878"/>
                  </a:cubicBezTo>
                  <a:lnTo>
                    <a:pt x="18119344" y="159131"/>
                  </a:lnTo>
                  <a:cubicBezTo>
                    <a:pt x="18119344" y="85471"/>
                    <a:pt x="18058383" y="25400"/>
                    <a:pt x="17982692" y="25400"/>
                  </a:cubicBezTo>
                  <a:lnTo>
                    <a:pt x="162052" y="25400"/>
                  </a:lnTo>
                  <a:lnTo>
                    <a:pt x="162052" y="12700"/>
                  </a:lnTo>
                  <a:lnTo>
                    <a:pt x="162052" y="25400"/>
                  </a:lnTo>
                  <a:cubicBezTo>
                    <a:pt x="86360" y="25400"/>
                    <a:pt x="25400" y="85471"/>
                    <a:pt x="25400" y="159131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2155098" y="7549696"/>
            <a:ext cx="12985480" cy="507892"/>
            <a:chOff x="0" y="0"/>
            <a:chExt cx="17313974" cy="67718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7313974" cy="677185"/>
            </a:xfrm>
            <a:custGeom>
              <a:avLst/>
              <a:gdLst/>
              <a:ahLst/>
              <a:cxnLst/>
              <a:rect r="r" b="b" t="t" l="l"/>
              <a:pathLst>
                <a:path h="677185" w="17313974">
                  <a:moveTo>
                    <a:pt x="0" y="0"/>
                  </a:moveTo>
                  <a:lnTo>
                    <a:pt x="17313974" y="0"/>
                  </a:lnTo>
                  <a:lnTo>
                    <a:pt x="17313974" y="677185"/>
                  </a:lnTo>
                  <a:lnTo>
                    <a:pt x="0" y="6771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8184" r="0" b="-448185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17313974" cy="677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The sprint plan moves from technical foundation to AI features and user motivation features.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851059" y="9718519"/>
            <a:ext cx="8785108" cy="274539"/>
            <a:chOff x="0" y="0"/>
            <a:chExt cx="11713477" cy="36605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1713471" cy="366046"/>
            </a:xfrm>
            <a:custGeom>
              <a:avLst/>
              <a:gdLst/>
              <a:ahLst/>
              <a:cxnLst/>
              <a:rect r="r" b="b" t="t" l="l"/>
              <a:pathLst>
                <a:path h="366046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0" r="0" b="-573522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0"/>
              <a:ext cx="1171347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6952500" y="9718519"/>
            <a:ext cx="576520" cy="274539"/>
            <a:chOff x="0" y="0"/>
            <a:chExt cx="768693" cy="3660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768697" cy="366046"/>
            </a:xfrm>
            <a:custGeom>
              <a:avLst/>
              <a:gdLst/>
              <a:ahLst/>
              <a:cxnLst/>
              <a:rect r="r" b="b" t="t" l="l"/>
              <a:pathLst>
                <a:path h="366046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1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76869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20264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31443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1808588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302754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2796911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291078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3785235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279402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477356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5267725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5761892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6256049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6750215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7244372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7738539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8232696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3334" y="8726862"/>
            <a:ext cx="18308517" cy="6677"/>
            <a:chOff x="0" y="0"/>
            <a:chExt cx="24411356" cy="89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3334" y="9221019"/>
            <a:ext cx="18308517" cy="6677"/>
            <a:chOff x="0" y="0"/>
            <a:chExt cx="24411356" cy="89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-3334" y="9715186"/>
            <a:ext cx="18308517" cy="6677"/>
            <a:chOff x="0" y="0"/>
            <a:chExt cx="24411356" cy="89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-9535" y="-9535"/>
            <a:ext cx="18320909" cy="224961"/>
            <a:chOff x="0" y="0"/>
            <a:chExt cx="24427878" cy="2999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-9535" y="10079612"/>
            <a:ext cx="18320909" cy="224961"/>
            <a:chOff x="0" y="0"/>
            <a:chExt cx="24427878" cy="2999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1059" y="658882"/>
            <a:ext cx="9883245" cy="631431"/>
            <a:chOff x="0" y="0"/>
            <a:chExt cx="13177660" cy="8419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77655" cy="841906"/>
            </a:xfrm>
            <a:custGeom>
              <a:avLst/>
              <a:gdLst/>
              <a:ahLst/>
              <a:cxnLst/>
              <a:rect r="r" b="b" t="t" l="l"/>
              <a:pathLst>
                <a:path h="841906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3177660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4"/>
                </a:lnSpc>
              </a:pPr>
              <a:r>
                <a:rPr lang="en-US" sz="4353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Software Tools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8510" y="1455029"/>
            <a:ext cx="8304667" cy="343167"/>
            <a:chOff x="0" y="0"/>
            <a:chExt cx="11072889" cy="4575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72891" cy="457557"/>
            </a:xfrm>
            <a:custGeom>
              <a:avLst/>
              <a:gdLst/>
              <a:ahLst/>
              <a:cxnLst/>
              <a:rect r="r" b="b" t="t" l="l"/>
              <a:pathLst>
                <a:path h="457557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8" r="0" b="-4215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107288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615A"/>
                  </a:solidFill>
                  <a:latin typeface="Aptos"/>
                  <a:ea typeface="Aptos"/>
                  <a:cs typeface="Aptos"/>
                  <a:sym typeface="Aptos"/>
                </a:rPr>
                <a:t>Selected tools and why they fit the project.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56583" y="1940995"/>
            <a:ext cx="4848206" cy="43853"/>
            <a:chOff x="0" y="0"/>
            <a:chExt cx="6464275" cy="584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9210" y="0"/>
              <a:ext cx="6405880" cy="58420"/>
            </a:xfrm>
            <a:custGeom>
              <a:avLst/>
              <a:gdLst/>
              <a:ahLst/>
              <a:cxnLst/>
              <a:rect r="r" b="b" t="t" l="l"/>
              <a:pathLst>
                <a:path h="58420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5842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19975" y="2324014"/>
            <a:ext cx="4892050" cy="2009442"/>
            <a:chOff x="0" y="0"/>
            <a:chExt cx="6522733" cy="26792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2700" y="12700"/>
              <a:ext cx="6497320" cy="2653792"/>
            </a:xfrm>
            <a:custGeom>
              <a:avLst/>
              <a:gdLst/>
              <a:ahLst/>
              <a:cxnLst/>
              <a:rect r="r" b="b" t="t" l="l"/>
              <a:pathLst>
                <a:path h="2653792" w="6497320">
                  <a:moveTo>
                    <a:pt x="0" y="164719"/>
                  </a:moveTo>
                  <a:cubicBezTo>
                    <a:pt x="0" y="73787"/>
                    <a:pt x="74168" y="0"/>
                    <a:pt x="165608" y="0"/>
                  </a:cubicBezTo>
                  <a:lnTo>
                    <a:pt x="6331712" y="0"/>
                  </a:lnTo>
                  <a:cubicBezTo>
                    <a:pt x="6423152" y="0"/>
                    <a:pt x="6497320" y="73787"/>
                    <a:pt x="6497320" y="164719"/>
                  </a:cubicBezTo>
                  <a:lnTo>
                    <a:pt x="6497320" y="2489073"/>
                  </a:lnTo>
                  <a:cubicBezTo>
                    <a:pt x="6497320" y="2580005"/>
                    <a:pt x="6423152" y="2653792"/>
                    <a:pt x="6331712" y="2653792"/>
                  </a:cubicBezTo>
                  <a:lnTo>
                    <a:pt x="165608" y="2653792"/>
                  </a:lnTo>
                  <a:cubicBezTo>
                    <a:pt x="74168" y="2653792"/>
                    <a:pt x="0" y="2580132"/>
                    <a:pt x="0" y="24890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22720" cy="2679192"/>
            </a:xfrm>
            <a:custGeom>
              <a:avLst/>
              <a:gdLst/>
              <a:ahLst/>
              <a:cxnLst/>
              <a:rect r="r" b="b" t="t" l="l"/>
              <a:pathLst>
                <a:path h="2679192" w="6522720">
                  <a:moveTo>
                    <a:pt x="0" y="177419"/>
                  </a:moveTo>
                  <a:cubicBezTo>
                    <a:pt x="0" y="79375"/>
                    <a:pt x="79883" y="0"/>
                    <a:pt x="178308" y="0"/>
                  </a:cubicBezTo>
                  <a:lnTo>
                    <a:pt x="6344412" y="0"/>
                  </a:lnTo>
                  <a:lnTo>
                    <a:pt x="6344412" y="12700"/>
                  </a:lnTo>
                  <a:lnTo>
                    <a:pt x="6344412" y="0"/>
                  </a:lnTo>
                  <a:cubicBezTo>
                    <a:pt x="6442837" y="0"/>
                    <a:pt x="6522720" y="79375"/>
                    <a:pt x="6522720" y="177419"/>
                  </a:cubicBezTo>
                  <a:lnTo>
                    <a:pt x="6510020" y="177419"/>
                  </a:lnTo>
                  <a:lnTo>
                    <a:pt x="6522720" y="177419"/>
                  </a:lnTo>
                  <a:lnTo>
                    <a:pt x="6522720" y="2501773"/>
                  </a:lnTo>
                  <a:lnTo>
                    <a:pt x="6510020" y="2501773"/>
                  </a:lnTo>
                  <a:lnTo>
                    <a:pt x="6522720" y="2501773"/>
                  </a:lnTo>
                  <a:cubicBezTo>
                    <a:pt x="6522720" y="2599817"/>
                    <a:pt x="6442837" y="2679192"/>
                    <a:pt x="6344412" y="2679192"/>
                  </a:cubicBezTo>
                  <a:lnTo>
                    <a:pt x="6344412" y="2666492"/>
                  </a:lnTo>
                  <a:lnTo>
                    <a:pt x="6344412" y="2679192"/>
                  </a:lnTo>
                  <a:lnTo>
                    <a:pt x="178308" y="2679192"/>
                  </a:lnTo>
                  <a:lnTo>
                    <a:pt x="178308" y="2666492"/>
                  </a:lnTo>
                  <a:lnTo>
                    <a:pt x="178308" y="2679192"/>
                  </a:lnTo>
                  <a:cubicBezTo>
                    <a:pt x="79883" y="2679192"/>
                    <a:pt x="0" y="2599944"/>
                    <a:pt x="0" y="2501773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501773"/>
                  </a:lnTo>
                  <a:lnTo>
                    <a:pt x="12700" y="2501773"/>
                  </a:lnTo>
                  <a:lnTo>
                    <a:pt x="25400" y="2501773"/>
                  </a:lnTo>
                  <a:cubicBezTo>
                    <a:pt x="25400" y="2585720"/>
                    <a:pt x="93853" y="2653792"/>
                    <a:pt x="178308" y="2653792"/>
                  </a:cubicBezTo>
                  <a:lnTo>
                    <a:pt x="6344412" y="2653792"/>
                  </a:lnTo>
                  <a:cubicBezTo>
                    <a:pt x="6428994" y="2653792"/>
                    <a:pt x="6497320" y="2585720"/>
                    <a:pt x="6497320" y="2501773"/>
                  </a:cubicBezTo>
                  <a:lnTo>
                    <a:pt x="6497320" y="177419"/>
                  </a:lnTo>
                  <a:cubicBezTo>
                    <a:pt x="6497320" y="93599"/>
                    <a:pt x="6428867" y="25400"/>
                    <a:pt x="6344412" y="25400"/>
                  </a:cubicBezTo>
                  <a:lnTo>
                    <a:pt x="178308" y="25400"/>
                  </a:lnTo>
                  <a:lnTo>
                    <a:pt x="178308" y="12700"/>
                  </a:lnTo>
                  <a:lnTo>
                    <a:pt x="178308" y="25400"/>
                  </a:lnTo>
                  <a:cubicBezTo>
                    <a:pt x="93853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98416" y="2502456"/>
            <a:ext cx="128883" cy="1652549"/>
            <a:chOff x="0" y="0"/>
            <a:chExt cx="171844" cy="220339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146431" cy="2177923"/>
            </a:xfrm>
            <a:custGeom>
              <a:avLst/>
              <a:gdLst/>
              <a:ahLst/>
              <a:cxnLst/>
              <a:rect r="r" b="b" t="t" l="l"/>
              <a:pathLst>
                <a:path h="217792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177923"/>
                  </a:lnTo>
                  <a:lnTo>
                    <a:pt x="0" y="2177923"/>
                  </a:lnTo>
                  <a:close/>
                </a:path>
              </a:pathLst>
            </a:custGeom>
            <a:solidFill>
              <a:srgbClr val="6E9F73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1831" cy="2203323"/>
            </a:xfrm>
            <a:custGeom>
              <a:avLst/>
              <a:gdLst/>
              <a:ahLst/>
              <a:cxnLst/>
              <a:rect r="r" b="b" t="t" l="l"/>
              <a:pathLst>
                <a:path h="2203323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190623"/>
                  </a:lnTo>
                  <a:cubicBezTo>
                    <a:pt x="171831" y="2197608"/>
                    <a:pt x="166116" y="2203323"/>
                    <a:pt x="159131" y="2203323"/>
                  </a:cubicBezTo>
                  <a:lnTo>
                    <a:pt x="12700" y="2203323"/>
                  </a:lnTo>
                  <a:cubicBezTo>
                    <a:pt x="5715" y="2203323"/>
                    <a:pt x="0" y="2197608"/>
                    <a:pt x="0" y="2190623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90623"/>
                  </a:lnTo>
                  <a:lnTo>
                    <a:pt x="12700" y="2190623"/>
                  </a:lnTo>
                  <a:lnTo>
                    <a:pt x="12700" y="2177923"/>
                  </a:lnTo>
                  <a:lnTo>
                    <a:pt x="159131" y="2177923"/>
                  </a:lnTo>
                  <a:lnTo>
                    <a:pt x="159131" y="2190623"/>
                  </a:lnTo>
                  <a:lnTo>
                    <a:pt x="146431" y="2190623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96216" y="2566902"/>
            <a:ext cx="4159196" cy="398078"/>
            <a:chOff x="0" y="0"/>
            <a:chExt cx="5545595" cy="5307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45596" cy="530767"/>
            </a:xfrm>
            <a:custGeom>
              <a:avLst/>
              <a:gdLst/>
              <a:ahLst/>
              <a:cxnLst/>
              <a:rect r="r" b="b" t="t" l="l"/>
              <a:pathLst>
                <a:path h="530767" w="5545596">
                  <a:moveTo>
                    <a:pt x="0" y="0"/>
                  </a:moveTo>
                  <a:lnTo>
                    <a:pt x="5545596" y="0"/>
                  </a:lnTo>
                  <a:lnTo>
                    <a:pt x="5545596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84" r="0" b="-15358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545595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Hugging Face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96216" y="3129696"/>
            <a:ext cx="4159196" cy="104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Selected for the AI recommendation engine because it supports pre-trained models, fine-tuning, and low initial cost.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647926" y="2324014"/>
            <a:ext cx="4892050" cy="2009442"/>
            <a:chOff x="0" y="0"/>
            <a:chExt cx="6522733" cy="26792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700"/>
              <a:ext cx="6497320" cy="2653792"/>
            </a:xfrm>
            <a:custGeom>
              <a:avLst/>
              <a:gdLst/>
              <a:ahLst/>
              <a:cxnLst/>
              <a:rect r="r" b="b" t="t" l="l"/>
              <a:pathLst>
                <a:path h="2653792" w="6497320">
                  <a:moveTo>
                    <a:pt x="0" y="164719"/>
                  </a:moveTo>
                  <a:cubicBezTo>
                    <a:pt x="0" y="73787"/>
                    <a:pt x="74168" y="0"/>
                    <a:pt x="165608" y="0"/>
                  </a:cubicBezTo>
                  <a:lnTo>
                    <a:pt x="6331712" y="0"/>
                  </a:lnTo>
                  <a:cubicBezTo>
                    <a:pt x="6423152" y="0"/>
                    <a:pt x="6497320" y="73787"/>
                    <a:pt x="6497320" y="164719"/>
                  </a:cubicBezTo>
                  <a:lnTo>
                    <a:pt x="6497320" y="2489073"/>
                  </a:lnTo>
                  <a:cubicBezTo>
                    <a:pt x="6497320" y="2580005"/>
                    <a:pt x="6423152" y="2653792"/>
                    <a:pt x="6331712" y="2653792"/>
                  </a:cubicBezTo>
                  <a:lnTo>
                    <a:pt x="165608" y="2653792"/>
                  </a:lnTo>
                  <a:cubicBezTo>
                    <a:pt x="74168" y="2653792"/>
                    <a:pt x="0" y="2580132"/>
                    <a:pt x="0" y="24890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22720" cy="2679192"/>
            </a:xfrm>
            <a:custGeom>
              <a:avLst/>
              <a:gdLst/>
              <a:ahLst/>
              <a:cxnLst/>
              <a:rect r="r" b="b" t="t" l="l"/>
              <a:pathLst>
                <a:path h="2679192" w="6522720">
                  <a:moveTo>
                    <a:pt x="0" y="177419"/>
                  </a:moveTo>
                  <a:cubicBezTo>
                    <a:pt x="0" y="79375"/>
                    <a:pt x="79883" y="0"/>
                    <a:pt x="178308" y="0"/>
                  </a:cubicBezTo>
                  <a:lnTo>
                    <a:pt x="6344412" y="0"/>
                  </a:lnTo>
                  <a:lnTo>
                    <a:pt x="6344412" y="12700"/>
                  </a:lnTo>
                  <a:lnTo>
                    <a:pt x="6344412" y="0"/>
                  </a:lnTo>
                  <a:cubicBezTo>
                    <a:pt x="6442837" y="0"/>
                    <a:pt x="6522720" y="79375"/>
                    <a:pt x="6522720" y="177419"/>
                  </a:cubicBezTo>
                  <a:lnTo>
                    <a:pt x="6510020" y="177419"/>
                  </a:lnTo>
                  <a:lnTo>
                    <a:pt x="6522720" y="177419"/>
                  </a:lnTo>
                  <a:lnTo>
                    <a:pt x="6522720" y="2501773"/>
                  </a:lnTo>
                  <a:lnTo>
                    <a:pt x="6510020" y="2501773"/>
                  </a:lnTo>
                  <a:lnTo>
                    <a:pt x="6522720" y="2501773"/>
                  </a:lnTo>
                  <a:cubicBezTo>
                    <a:pt x="6522720" y="2599817"/>
                    <a:pt x="6442837" y="2679192"/>
                    <a:pt x="6344412" y="2679192"/>
                  </a:cubicBezTo>
                  <a:lnTo>
                    <a:pt x="6344412" y="2666492"/>
                  </a:lnTo>
                  <a:lnTo>
                    <a:pt x="6344412" y="2679192"/>
                  </a:lnTo>
                  <a:lnTo>
                    <a:pt x="178308" y="2679192"/>
                  </a:lnTo>
                  <a:lnTo>
                    <a:pt x="178308" y="2666492"/>
                  </a:lnTo>
                  <a:lnTo>
                    <a:pt x="178308" y="2679192"/>
                  </a:lnTo>
                  <a:cubicBezTo>
                    <a:pt x="79883" y="2679192"/>
                    <a:pt x="0" y="2599944"/>
                    <a:pt x="0" y="2501773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501773"/>
                  </a:lnTo>
                  <a:lnTo>
                    <a:pt x="12700" y="2501773"/>
                  </a:lnTo>
                  <a:lnTo>
                    <a:pt x="25400" y="2501773"/>
                  </a:lnTo>
                  <a:cubicBezTo>
                    <a:pt x="25400" y="2585720"/>
                    <a:pt x="93853" y="2653792"/>
                    <a:pt x="178308" y="2653792"/>
                  </a:cubicBezTo>
                  <a:lnTo>
                    <a:pt x="6344412" y="2653792"/>
                  </a:lnTo>
                  <a:cubicBezTo>
                    <a:pt x="6428994" y="2653792"/>
                    <a:pt x="6497320" y="2585720"/>
                    <a:pt x="6497320" y="2501773"/>
                  </a:cubicBezTo>
                  <a:lnTo>
                    <a:pt x="6497320" y="177419"/>
                  </a:lnTo>
                  <a:cubicBezTo>
                    <a:pt x="6497320" y="93599"/>
                    <a:pt x="6428867" y="25400"/>
                    <a:pt x="6344412" y="25400"/>
                  </a:cubicBezTo>
                  <a:lnTo>
                    <a:pt x="178308" y="25400"/>
                  </a:lnTo>
                  <a:lnTo>
                    <a:pt x="178308" y="12700"/>
                  </a:lnTo>
                  <a:lnTo>
                    <a:pt x="178308" y="25400"/>
                  </a:lnTo>
                  <a:cubicBezTo>
                    <a:pt x="93853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826377" y="2502456"/>
            <a:ext cx="128883" cy="1652549"/>
            <a:chOff x="0" y="0"/>
            <a:chExt cx="171844" cy="220339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146431" cy="2177923"/>
            </a:xfrm>
            <a:custGeom>
              <a:avLst/>
              <a:gdLst/>
              <a:ahLst/>
              <a:cxnLst/>
              <a:rect r="r" b="b" t="t" l="l"/>
              <a:pathLst>
                <a:path h="217792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177923"/>
                  </a:lnTo>
                  <a:lnTo>
                    <a:pt x="0" y="2177923"/>
                  </a:lnTo>
                  <a:close/>
                </a:path>
              </a:pathLst>
            </a:custGeom>
            <a:solidFill>
              <a:srgbClr val="6D91A6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1831" cy="2203323"/>
            </a:xfrm>
            <a:custGeom>
              <a:avLst/>
              <a:gdLst/>
              <a:ahLst/>
              <a:cxnLst/>
              <a:rect r="r" b="b" t="t" l="l"/>
              <a:pathLst>
                <a:path h="2203323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190623"/>
                  </a:lnTo>
                  <a:cubicBezTo>
                    <a:pt x="171831" y="2197608"/>
                    <a:pt x="166116" y="2203323"/>
                    <a:pt x="159131" y="2203323"/>
                  </a:cubicBezTo>
                  <a:lnTo>
                    <a:pt x="12700" y="2203323"/>
                  </a:lnTo>
                  <a:cubicBezTo>
                    <a:pt x="5715" y="2203323"/>
                    <a:pt x="0" y="2197608"/>
                    <a:pt x="0" y="2190623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90623"/>
                  </a:lnTo>
                  <a:lnTo>
                    <a:pt x="12700" y="2190623"/>
                  </a:lnTo>
                  <a:lnTo>
                    <a:pt x="12700" y="2177923"/>
                  </a:lnTo>
                  <a:lnTo>
                    <a:pt x="159131" y="2177923"/>
                  </a:lnTo>
                  <a:lnTo>
                    <a:pt x="159131" y="2190623"/>
                  </a:lnTo>
                  <a:lnTo>
                    <a:pt x="146431" y="2190623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D91A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124167" y="2566902"/>
            <a:ext cx="4159196" cy="398078"/>
            <a:chOff x="0" y="0"/>
            <a:chExt cx="5545595" cy="5307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545596" cy="530767"/>
            </a:xfrm>
            <a:custGeom>
              <a:avLst/>
              <a:gdLst/>
              <a:ahLst/>
              <a:cxnLst/>
              <a:rect r="r" b="b" t="t" l="l"/>
              <a:pathLst>
                <a:path h="530767" w="5545596">
                  <a:moveTo>
                    <a:pt x="0" y="0"/>
                  </a:moveTo>
                  <a:lnTo>
                    <a:pt x="5545596" y="0"/>
                  </a:lnTo>
                  <a:lnTo>
                    <a:pt x="5545596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84" r="0" b="-15358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5545595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PostgreSQL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7124167" y="3129696"/>
            <a:ext cx="4159196" cy="104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Selected for structured health, meal, workout, and user data with reliability, indexing, and complex queries.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2275887" y="2324014"/>
            <a:ext cx="4892050" cy="2009442"/>
            <a:chOff x="0" y="0"/>
            <a:chExt cx="6522733" cy="26792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6497320" cy="2653792"/>
            </a:xfrm>
            <a:custGeom>
              <a:avLst/>
              <a:gdLst/>
              <a:ahLst/>
              <a:cxnLst/>
              <a:rect r="r" b="b" t="t" l="l"/>
              <a:pathLst>
                <a:path h="2653792" w="6497320">
                  <a:moveTo>
                    <a:pt x="0" y="164719"/>
                  </a:moveTo>
                  <a:cubicBezTo>
                    <a:pt x="0" y="73787"/>
                    <a:pt x="74168" y="0"/>
                    <a:pt x="165608" y="0"/>
                  </a:cubicBezTo>
                  <a:lnTo>
                    <a:pt x="6331712" y="0"/>
                  </a:lnTo>
                  <a:cubicBezTo>
                    <a:pt x="6423152" y="0"/>
                    <a:pt x="6497320" y="73787"/>
                    <a:pt x="6497320" y="164719"/>
                  </a:cubicBezTo>
                  <a:lnTo>
                    <a:pt x="6497320" y="2489073"/>
                  </a:lnTo>
                  <a:cubicBezTo>
                    <a:pt x="6497320" y="2580005"/>
                    <a:pt x="6423152" y="2653792"/>
                    <a:pt x="6331712" y="2653792"/>
                  </a:cubicBezTo>
                  <a:lnTo>
                    <a:pt x="165608" y="2653792"/>
                  </a:lnTo>
                  <a:cubicBezTo>
                    <a:pt x="74168" y="2653792"/>
                    <a:pt x="0" y="2580132"/>
                    <a:pt x="0" y="24890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22720" cy="2679192"/>
            </a:xfrm>
            <a:custGeom>
              <a:avLst/>
              <a:gdLst/>
              <a:ahLst/>
              <a:cxnLst/>
              <a:rect r="r" b="b" t="t" l="l"/>
              <a:pathLst>
                <a:path h="2679192" w="6522720">
                  <a:moveTo>
                    <a:pt x="0" y="177419"/>
                  </a:moveTo>
                  <a:cubicBezTo>
                    <a:pt x="0" y="79375"/>
                    <a:pt x="79883" y="0"/>
                    <a:pt x="178308" y="0"/>
                  </a:cubicBezTo>
                  <a:lnTo>
                    <a:pt x="6344412" y="0"/>
                  </a:lnTo>
                  <a:lnTo>
                    <a:pt x="6344412" y="12700"/>
                  </a:lnTo>
                  <a:lnTo>
                    <a:pt x="6344412" y="0"/>
                  </a:lnTo>
                  <a:cubicBezTo>
                    <a:pt x="6442837" y="0"/>
                    <a:pt x="6522720" y="79375"/>
                    <a:pt x="6522720" y="177419"/>
                  </a:cubicBezTo>
                  <a:lnTo>
                    <a:pt x="6510020" y="177419"/>
                  </a:lnTo>
                  <a:lnTo>
                    <a:pt x="6522720" y="177419"/>
                  </a:lnTo>
                  <a:lnTo>
                    <a:pt x="6522720" y="2501773"/>
                  </a:lnTo>
                  <a:lnTo>
                    <a:pt x="6510020" y="2501773"/>
                  </a:lnTo>
                  <a:lnTo>
                    <a:pt x="6522720" y="2501773"/>
                  </a:lnTo>
                  <a:cubicBezTo>
                    <a:pt x="6522720" y="2599817"/>
                    <a:pt x="6442837" y="2679192"/>
                    <a:pt x="6344412" y="2679192"/>
                  </a:cubicBezTo>
                  <a:lnTo>
                    <a:pt x="6344412" y="2666492"/>
                  </a:lnTo>
                  <a:lnTo>
                    <a:pt x="6344412" y="2679192"/>
                  </a:lnTo>
                  <a:lnTo>
                    <a:pt x="178308" y="2679192"/>
                  </a:lnTo>
                  <a:lnTo>
                    <a:pt x="178308" y="2666492"/>
                  </a:lnTo>
                  <a:lnTo>
                    <a:pt x="178308" y="2679192"/>
                  </a:lnTo>
                  <a:cubicBezTo>
                    <a:pt x="79883" y="2679192"/>
                    <a:pt x="0" y="2599944"/>
                    <a:pt x="0" y="2501773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501773"/>
                  </a:lnTo>
                  <a:lnTo>
                    <a:pt x="12700" y="2501773"/>
                  </a:lnTo>
                  <a:lnTo>
                    <a:pt x="25400" y="2501773"/>
                  </a:lnTo>
                  <a:cubicBezTo>
                    <a:pt x="25400" y="2585720"/>
                    <a:pt x="93853" y="2653792"/>
                    <a:pt x="178308" y="2653792"/>
                  </a:cubicBezTo>
                  <a:lnTo>
                    <a:pt x="6344412" y="2653792"/>
                  </a:lnTo>
                  <a:cubicBezTo>
                    <a:pt x="6428994" y="2653792"/>
                    <a:pt x="6497320" y="2585720"/>
                    <a:pt x="6497320" y="2501773"/>
                  </a:cubicBezTo>
                  <a:lnTo>
                    <a:pt x="6497320" y="177419"/>
                  </a:lnTo>
                  <a:cubicBezTo>
                    <a:pt x="6497320" y="93599"/>
                    <a:pt x="6428867" y="25400"/>
                    <a:pt x="6344412" y="25400"/>
                  </a:cubicBezTo>
                  <a:lnTo>
                    <a:pt x="178308" y="25400"/>
                  </a:lnTo>
                  <a:lnTo>
                    <a:pt x="178308" y="12700"/>
                  </a:lnTo>
                  <a:lnTo>
                    <a:pt x="178308" y="25400"/>
                  </a:lnTo>
                  <a:cubicBezTo>
                    <a:pt x="93853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454338" y="2502456"/>
            <a:ext cx="128883" cy="1652549"/>
            <a:chOff x="0" y="0"/>
            <a:chExt cx="171844" cy="220339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146431" cy="2177923"/>
            </a:xfrm>
            <a:custGeom>
              <a:avLst/>
              <a:gdLst/>
              <a:ahLst/>
              <a:cxnLst/>
              <a:rect r="r" b="b" t="t" l="l"/>
              <a:pathLst>
                <a:path h="217792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177923"/>
                  </a:lnTo>
                  <a:lnTo>
                    <a:pt x="0" y="2177923"/>
                  </a:lnTo>
                  <a:close/>
                </a:path>
              </a:pathLst>
            </a:custGeom>
            <a:solidFill>
              <a:srgbClr val="D9954B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1831" cy="2203323"/>
            </a:xfrm>
            <a:custGeom>
              <a:avLst/>
              <a:gdLst/>
              <a:ahLst/>
              <a:cxnLst/>
              <a:rect r="r" b="b" t="t" l="l"/>
              <a:pathLst>
                <a:path h="2203323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190623"/>
                  </a:lnTo>
                  <a:cubicBezTo>
                    <a:pt x="171831" y="2197608"/>
                    <a:pt x="166116" y="2203323"/>
                    <a:pt x="159131" y="2203323"/>
                  </a:cubicBezTo>
                  <a:lnTo>
                    <a:pt x="12700" y="2203323"/>
                  </a:lnTo>
                  <a:cubicBezTo>
                    <a:pt x="5715" y="2203323"/>
                    <a:pt x="0" y="2197608"/>
                    <a:pt x="0" y="2190623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90623"/>
                  </a:lnTo>
                  <a:lnTo>
                    <a:pt x="12700" y="2190623"/>
                  </a:lnTo>
                  <a:lnTo>
                    <a:pt x="12700" y="2177923"/>
                  </a:lnTo>
                  <a:lnTo>
                    <a:pt x="159131" y="2177923"/>
                  </a:lnTo>
                  <a:lnTo>
                    <a:pt x="159131" y="2190623"/>
                  </a:lnTo>
                  <a:lnTo>
                    <a:pt x="146431" y="2190623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954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752127" y="2566902"/>
            <a:ext cx="4159196" cy="398078"/>
            <a:chOff x="0" y="0"/>
            <a:chExt cx="5545595" cy="5307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545596" cy="530767"/>
            </a:xfrm>
            <a:custGeom>
              <a:avLst/>
              <a:gdLst/>
              <a:ahLst/>
              <a:cxnLst/>
              <a:rect r="r" b="b" t="t" l="l"/>
              <a:pathLst>
                <a:path h="530767" w="5545596">
                  <a:moveTo>
                    <a:pt x="0" y="0"/>
                  </a:moveTo>
                  <a:lnTo>
                    <a:pt x="5545596" y="0"/>
                  </a:lnTo>
                  <a:lnTo>
                    <a:pt x="5545596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84" r="0" b="-15358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5545595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PyCharm Professional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2752127" y="3129696"/>
            <a:ext cx="4159196" cy="104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53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Selected for Python AI/backend development with debugging, testing, database tools, and framework integration.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582987" y="5123145"/>
            <a:ext cx="5766025" cy="2493839"/>
            <a:chOff x="0" y="0"/>
            <a:chExt cx="5621811" cy="2431466"/>
          </a:xfrm>
        </p:grpSpPr>
        <p:sp>
          <p:nvSpPr>
            <p:cNvPr name="Freeform 85" id="85" descr="/mnt/data/spotter_assets_v2/ai_engine_v2.png"/>
            <p:cNvSpPr/>
            <p:nvPr/>
          </p:nvSpPr>
          <p:spPr>
            <a:xfrm flipH="false" flipV="false" rot="0">
              <a:off x="0" y="0"/>
              <a:ext cx="5621811" cy="2431415"/>
            </a:xfrm>
            <a:custGeom>
              <a:avLst/>
              <a:gdLst/>
              <a:ahLst/>
              <a:cxnLst/>
              <a:rect r="r" b="b" t="t" l="l"/>
              <a:pathLst>
                <a:path h="2431415" w="5621811">
                  <a:moveTo>
                    <a:pt x="0" y="0"/>
                  </a:moveTo>
                  <a:lnTo>
                    <a:pt x="5621811" y="0"/>
                  </a:lnTo>
                  <a:lnTo>
                    <a:pt x="5621811" y="2431415"/>
                  </a:lnTo>
                  <a:lnTo>
                    <a:pt x="0" y="2431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89" t="0" r="-2089" b="-2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447499" y="5123145"/>
            <a:ext cx="5945338" cy="2468251"/>
            <a:chOff x="0" y="0"/>
            <a:chExt cx="5856732" cy="2431466"/>
          </a:xfrm>
        </p:grpSpPr>
        <p:sp>
          <p:nvSpPr>
            <p:cNvPr name="Freeform 87" id="87" descr="/mnt/data/spotter_assets_v2/backend_v2.png"/>
            <p:cNvSpPr/>
            <p:nvPr/>
          </p:nvSpPr>
          <p:spPr>
            <a:xfrm flipH="false" flipV="false" rot="0">
              <a:off x="0" y="0"/>
              <a:ext cx="5856732" cy="2431415"/>
            </a:xfrm>
            <a:custGeom>
              <a:avLst/>
              <a:gdLst/>
              <a:ahLst/>
              <a:cxnLst/>
              <a:rect r="r" b="b" t="t" l="l"/>
              <a:pathLst>
                <a:path h="243141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431415"/>
                  </a:lnTo>
                  <a:lnTo>
                    <a:pt x="0" y="2431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353431" y="5143500"/>
            <a:ext cx="5957944" cy="2473485"/>
            <a:chOff x="0" y="0"/>
            <a:chExt cx="5856732" cy="2431466"/>
          </a:xfrm>
        </p:grpSpPr>
        <p:sp>
          <p:nvSpPr>
            <p:cNvPr name="Freeform 89" id="89" descr="/mnt/data/spotter_assets_v2/ide_v2.png"/>
            <p:cNvSpPr/>
            <p:nvPr/>
          </p:nvSpPr>
          <p:spPr>
            <a:xfrm flipH="false" flipV="false" rot="0">
              <a:off x="0" y="0"/>
              <a:ext cx="5856732" cy="2431415"/>
            </a:xfrm>
            <a:custGeom>
              <a:avLst/>
              <a:gdLst/>
              <a:ahLst/>
              <a:cxnLst/>
              <a:rect r="r" b="b" t="t" l="l"/>
              <a:pathLst>
                <a:path h="243141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431415"/>
                  </a:lnTo>
                  <a:lnTo>
                    <a:pt x="0" y="2431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51059" y="9718519"/>
            <a:ext cx="8785108" cy="274539"/>
            <a:chOff x="0" y="0"/>
            <a:chExt cx="11713477" cy="3660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713471" cy="366046"/>
            </a:xfrm>
            <a:custGeom>
              <a:avLst/>
              <a:gdLst/>
              <a:ahLst/>
              <a:cxnLst/>
              <a:rect r="r" b="b" t="t" l="l"/>
              <a:pathLst>
                <a:path h="366046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0" r="0" b="-57352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1171347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6952500" y="9718519"/>
            <a:ext cx="576520" cy="274539"/>
            <a:chOff x="0" y="0"/>
            <a:chExt cx="768693" cy="3660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68697" cy="366046"/>
            </a:xfrm>
            <a:custGeom>
              <a:avLst/>
              <a:gdLst/>
              <a:ahLst/>
              <a:cxnLst/>
              <a:rect r="r" b="b" t="t" l="l"/>
              <a:pathLst>
                <a:path h="366046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76869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20264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31443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1808588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302754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2796911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291078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3785235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279402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477356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5267725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5761892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6256049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6750215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7244372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7738539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8232696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3334" y="9715186"/>
            <a:ext cx="18308517" cy="6677"/>
            <a:chOff x="0" y="0"/>
            <a:chExt cx="24411356" cy="89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9535" y="-9535"/>
            <a:ext cx="18320909" cy="224961"/>
            <a:chOff x="0" y="0"/>
            <a:chExt cx="24427878" cy="2999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-9535" y="10079612"/>
            <a:ext cx="18320909" cy="224961"/>
            <a:chOff x="0" y="0"/>
            <a:chExt cx="24427878" cy="29994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51059" y="658882"/>
            <a:ext cx="9883245" cy="631431"/>
            <a:chOff x="0" y="0"/>
            <a:chExt cx="13177660" cy="8419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177655" cy="841906"/>
            </a:xfrm>
            <a:custGeom>
              <a:avLst/>
              <a:gdLst/>
              <a:ahLst/>
              <a:cxnLst/>
              <a:rect r="r" b="b" t="t" l="l"/>
              <a:pathLst>
                <a:path h="841906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3177660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4"/>
                </a:lnSpc>
              </a:pPr>
              <a:r>
                <a:rPr lang="en-US" sz="4353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Schedule and Effort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78510" y="1455029"/>
            <a:ext cx="8304667" cy="343167"/>
            <a:chOff x="0" y="0"/>
            <a:chExt cx="11072889" cy="4575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72891" cy="457557"/>
            </a:xfrm>
            <a:custGeom>
              <a:avLst/>
              <a:gdLst/>
              <a:ahLst/>
              <a:cxnLst/>
              <a:rect r="r" b="b" t="t" l="l"/>
              <a:pathLst>
                <a:path h="457557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8" r="0" b="-42153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107288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615A"/>
                  </a:solidFill>
                  <a:latin typeface="Aptos"/>
                  <a:ea typeface="Aptos"/>
                  <a:cs typeface="Aptos"/>
                  <a:sym typeface="Aptos"/>
                </a:rPr>
                <a:t>The project is planned as a five-sprint schedule.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56583" y="1940995"/>
            <a:ext cx="4848206" cy="43853"/>
            <a:chOff x="0" y="0"/>
            <a:chExt cx="6464275" cy="584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29210" y="0"/>
              <a:ext cx="6405880" cy="58420"/>
            </a:xfrm>
            <a:custGeom>
              <a:avLst/>
              <a:gdLst/>
              <a:ahLst/>
              <a:cxnLst/>
              <a:rect r="r" b="b" t="t" l="l"/>
              <a:pathLst>
                <a:path h="58420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5842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51059" y="9718519"/>
            <a:ext cx="8785108" cy="274539"/>
            <a:chOff x="0" y="0"/>
            <a:chExt cx="11713477" cy="3660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713471" cy="366046"/>
            </a:xfrm>
            <a:custGeom>
              <a:avLst/>
              <a:gdLst/>
              <a:ahLst/>
              <a:cxnLst/>
              <a:rect r="r" b="b" t="t" l="l"/>
              <a:pathLst>
                <a:path h="366046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0" r="0" b="-57352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171347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952500" y="9718519"/>
            <a:ext cx="576520" cy="274539"/>
            <a:chOff x="0" y="0"/>
            <a:chExt cx="768693" cy="3660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8697" cy="366046"/>
            </a:xfrm>
            <a:custGeom>
              <a:avLst/>
              <a:gdLst/>
              <a:ahLst/>
              <a:cxnLst/>
              <a:rect r="r" b="b" t="t" l="l"/>
              <a:pathLst>
                <a:path h="366046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76869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09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830017" y="2081219"/>
            <a:ext cx="14706319" cy="7537595"/>
          </a:xfrm>
          <a:custGeom>
            <a:avLst/>
            <a:gdLst/>
            <a:ahLst/>
            <a:cxnLst/>
            <a:rect r="r" b="b" t="t" l="l"/>
            <a:pathLst>
              <a:path h="7537595" w="14706319">
                <a:moveTo>
                  <a:pt x="0" y="0"/>
                </a:moveTo>
                <a:lnTo>
                  <a:pt x="14706319" y="0"/>
                </a:lnTo>
                <a:lnTo>
                  <a:pt x="14706319" y="7537595"/>
                </a:lnTo>
                <a:lnTo>
                  <a:pt x="0" y="7537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22" r="0" b="-2922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20264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31443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1808588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302754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2796911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291078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3785235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279402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477356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5267725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5761892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6256049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6750215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7244372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7738539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8232696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3334" y="8726862"/>
            <a:ext cx="18308517" cy="6677"/>
            <a:chOff x="0" y="0"/>
            <a:chExt cx="24411356" cy="89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3334" y="9221019"/>
            <a:ext cx="18308517" cy="6677"/>
            <a:chOff x="0" y="0"/>
            <a:chExt cx="24411356" cy="89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-3334" y="9715186"/>
            <a:ext cx="18308517" cy="6677"/>
            <a:chOff x="0" y="0"/>
            <a:chExt cx="24411356" cy="89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-9535" y="-9535"/>
            <a:ext cx="18320909" cy="224961"/>
            <a:chOff x="0" y="0"/>
            <a:chExt cx="24427878" cy="2999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-9535" y="10079612"/>
            <a:ext cx="18320909" cy="224961"/>
            <a:chOff x="0" y="0"/>
            <a:chExt cx="24427878" cy="2999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1059" y="658882"/>
            <a:ext cx="9883245" cy="631431"/>
            <a:chOff x="0" y="0"/>
            <a:chExt cx="13177660" cy="8419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77655" cy="841906"/>
            </a:xfrm>
            <a:custGeom>
              <a:avLst/>
              <a:gdLst/>
              <a:ahLst/>
              <a:cxnLst/>
              <a:rect r="r" b="b" t="t" l="l"/>
              <a:pathLst>
                <a:path h="841906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3177660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4"/>
                </a:lnSpc>
              </a:pPr>
              <a:r>
                <a:rPr lang="en-US" sz="4353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Stakeholders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8510" y="1455029"/>
            <a:ext cx="8304667" cy="343167"/>
            <a:chOff x="0" y="0"/>
            <a:chExt cx="11072889" cy="4575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72891" cy="457557"/>
            </a:xfrm>
            <a:custGeom>
              <a:avLst/>
              <a:gdLst/>
              <a:ahLst/>
              <a:cxnLst/>
              <a:rect r="r" b="b" t="t" l="l"/>
              <a:pathLst>
                <a:path h="457557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8" r="0" b="-4215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107288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615A"/>
                  </a:solidFill>
                  <a:latin typeface="Aptos"/>
                  <a:ea typeface="Aptos"/>
                  <a:cs typeface="Aptos"/>
                  <a:sym typeface="Aptos"/>
                </a:rPr>
                <a:t>Who is affected by project success or failure?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56583" y="1940995"/>
            <a:ext cx="4848206" cy="43853"/>
            <a:chOff x="0" y="0"/>
            <a:chExt cx="6464275" cy="584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9210" y="0"/>
              <a:ext cx="6405880" cy="58420"/>
            </a:xfrm>
            <a:custGeom>
              <a:avLst/>
              <a:gdLst/>
              <a:ahLst/>
              <a:cxnLst/>
              <a:rect r="r" b="b" t="t" l="l"/>
              <a:pathLst>
                <a:path h="58420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5842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82701" y="2392642"/>
            <a:ext cx="3656647" cy="2105530"/>
            <a:chOff x="0" y="0"/>
            <a:chExt cx="4875530" cy="280737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2700" y="12700"/>
              <a:ext cx="4850130" cy="2781935"/>
            </a:xfrm>
            <a:custGeom>
              <a:avLst/>
              <a:gdLst/>
              <a:ahLst/>
              <a:cxnLst/>
              <a:rect r="r" b="b" t="t" l="l"/>
              <a:pathLst>
                <a:path h="2781935" w="4850130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684776" y="0"/>
                  </a:lnTo>
                  <a:cubicBezTo>
                    <a:pt x="4776089" y="0"/>
                    <a:pt x="4850130" y="73787"/>
                    <a:pt x="4850130" y="164719"/>
                  </a:cubicBezTo>
                  <a:lnTo>
                    <a:pt x="4850130" y="2617216"/>
                  </a:lnTo>
                  <a:cubicBezTo>
                    <a:pt x="4850130" y="2708148"/>
                    <a:pt x="4776089" y="2781935"/>
                    <a:pt x="4684776" y="2781935"/>
                  </a:cubicBezTo>
                  <a:lnTo>
                    <a:pt x="165354" y="2781935"/>
                  </a:lnTo>
                  <a:cubicBezTo>
                    <a:pt x="74041" y="2781935"/>
                    <a:pt x="0" y="2708275"/>
                    <a:pt x="0" y="26172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875530" cy="2807335"/>
            </a:xfrm>
            <a:custGeom>
              <a:avLst/>
              <a:gdLst/>
              <a:ahLst/>
              <a:cxnLst/>
              <a:rect r="r" b="b" t="t" l="l"/>
              <a:pathLst>
                <a:path h="2807335" w="4875530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697476" y="0"/>
                  </a:lnTo>
                  <a:lnTo>
                    <a:pt x="4697476" y="12700"/>
                  </a:lnTo>
                  <a:lnTo>
                    <a:pt x="4697476" y="0"/>
                  </a:lnTo>
                  <a:cubicBezTo>
                    <a:pt x="4795774" y="0"/>
                    <a:pt x="4875530" y="79375"/>
                    <a:pt x="4875530" y="177419"/>
                  </a:cubicBezTo>
                  <a:lnTo>
                    <a:pt x="4862830" y="177419"/>
                  </a:lnTo>
                  <a:lnTo>
                    <a:pt x="4875530" y="177419"/>
                  </a:lnTo>
                  <a:lnTo>
                    <a:pt x="4875530" y="2629916"/>
                  </a:lnTo>
                  <a:lnTo>
                    <a:pt x="4862830" y="2629916"/>
                  </a:lnTo>
                  <a:lnTo>
                    <a:pt x="4875530" y="2629916"/>
                  </a:lnTo>
                  <a:cubicBezTo>
                    <a:pt x="4875530" y="2727960"/>
                    <a:pt x="4795774" y="2807335"/>
                    <a:pt x="4697476" y="2807335"/>
                  </a:cubicBezTo>
                  <a:lnTo>
                    <a:pt x="4697476" y="2794635"/>
                  </a:lnTo>
                  <a:lnTo>
                    <a:pt x="4697476" y="2807335"/>
                  </a:lnTo>
                  <a:lnTo>
                    <a:pt x="178054" y="2807335"/>
                  </a:lnTo>
                  <a:lnTo>
                    <a:pt x="178054" y="2794635"/>
                  </a:lnTo>
                  <a:lnTo>
                    <a:pt x="178054" y="2807335"/>
                  </a:lnTo>
                  <a:cubicBezTo>
                    <a:pt x="79756" y="2807335"/>
                    <a:pt x="0" y="2727960"/>
                    <a:pt x="0" y="262991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29916"/>
                  </a:lnTo>
                  <a:lnTo>
                    <a:pt x="12700" y="2629916"/>
                  </a:lnTo>
                  <a:lnTo>
                    <a:pt x="25400" y="2629916"/>
                  </a:lnTo>
                  <a:cubicBezTo>
                    <a:pt x="25400" y="2713863"/>
                    <a:pt x="93726" y="2781935"/>
                    <a:pt x="178054" y="2781935"/>
                  </a:cubicBezTo>
                  <a:lnTo>
                    <a:pt x="4697476" y="2781935"/>
                  </a:lnTo>
                  <a:cubicBezTo>
                    <a:pt x="4781804" y="2781935"/>
                    <a:pt x="4850130" y="2713863"/>
                    <a:pt x="4850130" y="2629916"/>
                  </a:cubicBezTo>
                  <a:lnTo>
                    <a:pt x="4850130" y="177419"/>
                  </a:lnTo>
                  <a:cubicBezTo>
                    <a:pt x="4850130" y="93472"/>
                    <a:pt x="4781804" y="25400"/>
                    <a:pt x="4697476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61152" y="2571093"/>
            <a:ext cx="128883" cy="1748628"/>
            <a:chOff x="0" y="0"/>
            <a:chExt cx="171844" cy="23315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146431" cy="2306066"/>
            </a:xfrm>
            <a:custGeom>
              <a:avLst/>
              <a:gdLst/>
              <a:ahLst/>
              <a:cxnLst/>
              <a:rect r="r" b="b" t="t" l="l"/>
              <a:pathLst>
                <a:path h="230606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06066"/>
                  </a:lnTo>
                  <a:lnTo>
                    <a:pt x="0" y="2306066"/>
                  </a:lnTo>
                  <a:close/>
                </a:path>
              </a:pathLst>
            </a:custGeom>
            <a:solidFill>
              <a:srgbClr val="6E9F73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1831" cy="2331466"/>
            </a:xfrm>
            <a:custGeom>
              <a:avLst/>
              <a:gdLst/>
              <a:ahLst/>
              <a:cxnLst/>
              <a:rect r="r" b="b" t="t" l="l"/>
              <a:pathLst>
                <a:path h="233146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18766"/>
                  </a:lnTo>
                  <a:cubicBezTo>
                    <a:pt x="171831" y="2325751"/>
                    <a:pt x="166116" y="2331466"/>
                    <a:pt x="159131" y="2331466"/>
                  </a:cubicBezTo>
                  <a:lnTo>
                    <a:pt x="12700" y="2331466"/>
                  </a:lnTo>
                  <a:cubicBezTo>
                    <a:pt x="5715" y="2331466"/>
                    <a:pt x="0" y="2325751"/>
                    <a:pt x="0" y="231876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8766"/>
                  </a:lnTo>
                  <a:lnTo>
                    <a:pt x="12700" y="2318766"/>
                  </a:lnTo>
                  <a:lnTo>
                    <a:pt x="12700" y="2306066"/>
                  </a:lnTo>
                  <a:lnTo>
                    <a:pt x="159131" y="2306066"/>
                  </a:lnTo>
                  <a:lnTo>
                    <a:pt x="159131" y="2318766"/>
                  </a:lnTo>
                  <a:lnTo>
                    <a:pt x="146431" y="231876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58941" y="2635529"/>
            <a:ext cx="2923794" cy="398078"/>
            <a:chOff x="0" y="0"/>
            <a:chExt cx="3898392" cy="5307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898390" cy="530767"/>
            </a:xfrm>
            <a:custGeom>
              <a:avLst/>
              <a:gdLst/>
              <a:ahLst/>
              <a:cxnLst/>
              <a:rect r="r" b="b" t="t" l="l"/>
              <a:pathLst>
                <a:path h="530767" w="3898390">
                  <a:moveTo>
                    <a:pt x="0" y="0"/>
                  </a:moveTo>
                  <a:lnTo>
                    <a:pt x="3898390" y="0"/>
                  </a:lnTo>
                  <a:lnTo>
                    <a:pt x="3898390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13" r="0" b="-9311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3898392" cy="52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Users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358941" y="3198324"/>
            <a:ext cx="2923794" cy="11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Receive personalized coaching and motivation.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5137985" y="2392642"/>
            <a:ext cx="3656647" cy="2105530"/>
            <a:chOff x="0" y="0"/>
            <a:chExt cx="4875530" cy="280737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700"/>
              <a:ext cx="4850130" cy="2781935"/>
            </a:xfrm>
            <a:custGeom>
              <a:avLst/>
              <a:gdLst/>
              <a:ahLst/>
              <a:cxnLst/>
              <a:rect r="r" b="b" t="t" l="l"/>
              <a:pathLst>
                <a:path h="2781935" w="4850130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684776" y="0"/>
                  </a:lnTo>
                  <a:cubicBezTo>
                    <a:pt x="4776089" y="0"/>
                    <a:pt x="4850130" y="73787"/>
                    <a:pt x="4850130" y="164719"/>
                  </a:cubicBezTo>
                  <a:lnTo>
                    <a:pt x="4850130" y="2617216"/>
                  </a:lnTo>
                  <a:cubicBezTo>
                    <a:pt x="4850130" y="2708148"/>
                    <a:pt x="4776089" y="2781935"/>
                    <a:pt x="4684776" y="2781935"/>
                  </a:cubicBezTo>
                  <a:lnTo>
                    <a:pt x="165354" y="2781935"/>
                  </a:lnTo>
                  <a:cubicBezTo>
                    <a:pt x="74041" y="2781935"/>
                    <a:pt x="0" y="2708275"/>
                    <a:pt x="0" y="26172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5530" cy="2807335"/>
            </a:xfrm>
            <a:custGeom>
              <a:avLst/>
              <a:gdLst/>
              <a:ahLst/>
              <a:cxnLst/>
              <a:rect r="r" b="b" t="t" l="l"/>
              <a:pathLst>
                <a:path h="2807335" w="4875530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697476" y="0"/>
                  </a:lnTo>
                  <a:lnTo>
                    <a:pt x="4697476" y="12700"/>
                  </a:lnTo>
                  <a:lnTo>
                    <a:pt x="4697476" y="0"/>
                  </a:lnTo>
                  <a:cubicBezTo>
                    <a:pt x="4795774" y="0"/>
                    <a:pt x="4875530" y="79375"/>
                    <a:pt x="4875530" y="177419"/>
                  </a:cubicBezTo>
                  <a:lnTo>
                    <a:pt x="4862830" y="177419"/>
                  </a:lnTo>
                  <a:lnTo>
                    <a:pt x="4875530" y="177419"/>
                  </a:lnTo>
                  <a:lnTo>
                    <a:pt x="4875530" y="2629916"/>
                  </a:lnTo>
                  <a:lnTo>
                    <a:pt x="4862830" y="2629916"/>
                  </a:lnTo>
                  <a:lnTo>
                    <a:pt x="4875530" y="2629916"/>
                  </a:lnTo>
                  <a:cubicBezTo>
                    <a:pt x="4875530" y="2727960"/>
                    <a:pt x="4795774" y="2807335"/>
                    <a:pt x="4697476" y="2807335"/>
                  </a:cubicBezTo>
                  <a:lnTo>
                    <a:pt x="4697476" y="2794635"/>
                  </a:lnTo>
                  <a:lnTo>
                    <a:pt x="4697476" y="2807335"/>
                  </a:lnTo>
                  <a:lnTo>
                    <a:pt x="178054" y="2807335"/>
                  </a:lnTo>
                  <a:lnTo>
                    <a:pt x="178054" y="2794635"/>
                  </a:lnTo>
                  <a:lnTo>
                    <a:pt x="178054" y="2807335"/>
                  </a:lnTo>
                  <a:cubicBezTo>
                    <a:pt x="79756" y="2807335"/>
                    <a:pt x="0" y="2727960"/>
                    <a:pt x="0" y="262991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29916"/>
                  </a:lnTo>
                  <a:lnTo>
                    <a:pt x="12700" y="2629916"/>
                  </a:lnTo>
                  <a:lnTo>
                    <a:pt x="25400" y="2629916"/>
                  </a:lnTo>
                  <a:cubicBezTo>
                    <a:pt x="25400" y="2713863"/>
                    <a:pt x="93726" y="2781935"/>
                    <a:pt x="178054" y="2781935"/>
                  </a:cubicBezTo>
                  <a:lnTo>
                    <a:pt x="4697476" y="2781935"/>
                  </a:lnTo>
                  <a:cubicBezTo>
                    <a:pt x="4781804" y="2781935"/>
                    <a:pt x="4850130" y="2713863"/>
                    <a:pt x="4850130" y="2629916"/>
                  </a:cubicBezTo>
                  <a:lnTo>
                    <a:pt x="4850130" y="177419"/>
                  </a:lnTo>
                  <a:cubicBezTo>
                    <a:pt x="4850130" y="93472"/>
                    <a:pt x="4781804" y="25400"/>
                    <a:pt x="4697476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316436" y="2571093"/>
            <a:ext cx="128883" cy="1748628"/>
            <a:chOff x="0" y="0"/>
            <a:chExt cx="171844" cy="233150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146431" cy="2306066"/>
            </a:xfrm>
            <a:custGeom>
              <a:avLst/>
              <a:gdLst/>
              <a:ahLst/>
              <a:cxnLst/>
              <a:rect r="r" b="b" t="t" l="l"/>
              <a:pathLst>
                <a:path h="230606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06066"/>
                  </a:lnTo>
                  <a:lnTo>
                    <a:pt x="0" y="2306066"/>
                  </a:lnTo>
                  <a:close/>
                </a:path>
              </a:pathLst>
            </a:custGeom>
            <a:solidFill>
              <a:srgbClr val="6D91A6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1831" cy="2331466"/>
            </a:xfrm>
            <a:custGeom>
              <a:avLst/>
              <a:gdLst/>
              <a:ahLst/>
              <a:cxnLst/>
              <a:rect r="r" b="b" t="t" l="l"/>
              <a:pathLst>
                <a:path h="233146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18766"/>
                  </a:lnTo>
                  <a:cubicBezTo>
                    <a:pt x="171831" y="2325751"/>
                    <a:pt x="166116" y="2331466"/>
                    <a:pt x="159131" y="2331466"/>
                  </a:cubicBezTo>
                  <a:lnTo>
                    <a:pt x="12700" y="2331466"/>
                  </a:lnTo>
                  <a:cubicBezTo>
                    <a:pt x="5715" y="2331466"/>
                    <a:pt x="0" y="2325751"/>
                    <a:pt x="0" y="231876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8766"/>
                  </a:lnTo>
                  <a:lnTo>
                    <a:pt x="12700" y="2318766"/>
                  </a:lnTo>
                  <a:lnTo>
                    <a:pt x="12700" y="2306066"/>
                  </a:lnTo>
                  <a:lnTo>
                    <a:pt x="159131" y="2306066"/>
                  </a:lnTo>
                  <a:lnTo>
                    <a:pt x="159131" y="2318766"/>
                  </a:lnTo>
                  <a:lnTo>
                    <a:pt x="146431" y="231876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D91A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5614225" y="2635529"/>
            <a:ext cx="2923794" cy="398078"/>
            <a:chOff x="0" y="0"/>
            <a:chExt cx="3898392" cy="5307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898390" cy="530767"/>
            </a:xfrm>
            <a:custGeom>
              <a:avLst/>
              <a:gdLst/>
              <a:ahLst/>
              <a:cxnLst/>
              <a:rect r="r" b="b" t="t" l="l"/>
              <a:pathLst>
                <a:path h="530767" w="3898390">
                  <a:moveTo>
                    <a:pt x="0" y="0"/>
                  </a:moveTo>
                  <a:lnTo>
                    <a:pt x="3898390" y="0"/>
                  </a:lnTo>
                  <a:lnTo>
                    <a:pt x="3898390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13" r="0" b="-9311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9525"/>
              <a:ext cx="3898392" cy="52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Owner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5614225" y="3198324"/>
            <a:ext cx="2923794" cy="11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Benefits from growth, profit, and recognition.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393269" y="2392642"/>
            <a:ext cx="3656647" cy="2105530"/>
            <a:chOff x="0" y="0"/>
            <a:chExt cx="4875530" cy="280737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4850130" cy="2781935"/>
            </a:xfrm>
            <a:custGeom>
              <a:avLst/>
              <a:gdLst/>
              <a:ahLst/>
              <a:cxnLst/>
              <a:rect r="r" b="b" t="t" l="l"/>
              <a:pathLst>
                <a:path h="2781935" w="4850130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684776" y="0"/>
                  </a:lnTo>
                  <a:cubicBezTo>
                    <a:pt x="4776089" y="0"/>
                    <a:pt x="4850130" y="73787"/>
                    <a:pt x="4850130" y="164719"/>
                  </a:cubicBezTo>
                  <a:lnTo>
                    <a:pt x="4850130" y="2617216"/>
                  </a:lnTo>
                  <a:cubicBezTo>
                    <a:pt x="4850130" y="2708148"/>
                    <a:pt x="4776089" y="2781935"/>
                    <a:pt x="4684776" y="2781935"/>
                  </a:cubicBezTo>
                  <a:lnTo>
                    <a:pt x="165354" y="2781935"/>
                  </a:lnTo>
                  <a:cubicBezTo>
                    <a:pt x="74041" y="2781935"/>
                    <a:pt x="0" y="2708275"/>
                    <a:pt x="0" y="26172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875530" cy="2807335"/>
            </a:xfrm>
            <a:custGeom>
              <a:avLst/>
              <a:gdLst/>
              <a:ahLst/>
              <a:cxnLst/>
              <a:rect r="r" b="b" t="t" l="l"/>
              <a:pathLst>
                <a:path h="2807335" w="4875530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697476" y="0"/>
                  </a:lnTo>
                  <a:lnTo>
                    <a:pt x="4697476" y="12700"/>
                  </a:lnTo>
                  <a:lnTo>
                    <a:pt x="4697476" y="0"/>
                  </a:lnTo>
                  <a:cubicBezTo>
                    <a:pt x="4795774" y="0"/>
                    <a:pt x="4875530" y="79375"/>
                    <a:pt x="4875530" y="177419"/>
                  </a:cubicBezTo>
                  <a:lnTo>
                    <a:pt x="4862830" y="177419"/>
                  </a:lnTo>
                  <a:lnTo>
                    <a:pt x="4875530" y="177419"/>
                  </a:lnTo>
                  <a:lnTo>
                    <a:pt x="4875530" y="2629916"/>
                  </a:lnTo>
                  <a:lnTo>
                    <a:pt x="4862830" y="2629916"/>
                  </a:lnTo>
                  <a:lnTo>
                    <a:pt x="4875530" y="2629916"/>
                  </a:lnTo>
                  <a:cubicBezTo>
                    <a:pt x="4875530" y="2727960"/>
                    <a:pt x="4795774" y="2807335"/>
                    <a:pt x="4697476" y="2807335"/>
                  </a:cubicBezTo>
                  <a:lnTo>
                    <a:pt x="4697476" y="2794635"/>
                  </a:lnTo>
                  <a:lnTo>
                    <a:pt x="4697476" y="2807335"/>
                  </a:lnTo>
                  <a:lnTo>
                    <a:pt x="178054" y="2807335"/>
                  </a:lnTo>
                  <a:lnTo>
                    <a:pt x="178054" y="2794635"/>
                  </a:lnTo>
                  <a:lnTo>
                    <a:pt x="178054" y="2807335"/>
                  </a:lnTo>
                  <a:cubicBezTo>
                    <a:pt x="79756" y="2807335"/>
                    <a:pt x="0" y="2727960"/>
                    <a:pt x="0" y="262991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29916"/>
                  </a:lnTo>
                  <a:lnTo>
                    <a:pt x="12700" y="2629916"/>
                  </a:lnTo>
                  <a:lnTo>
                    <a:pt x="25400" y="2629916"/>
                  </a:lnTo>
                  <a:cubicBezTo>
                    <a:pt x="25400" y="2713863"/>
                    <a:pt x="93726" y="2781935"/>
                    <a:pt x="178054" y="2781935"/>
                  </a:cubicBezTo>
                  <a:lnTo>
                    <a:pt x="4697476" y="2781935"/>
                  </a:lnTo>
                  <a:cubicBezTo>
                    <a:pt x="4781804" y="2781935"/>
                    <a:pt x="4850130" y="2713863"/>
                    <a:pt x="4850130" y="2629916"/>
                  </a:cubicBezTo>
                  <a:lnTo>
                    <a:pt x="4850130" y="177419"/>
                  </a:lnTo>
                  <a:cubicBezTo>
                    <a:pt x="4850130" y="93472"/>
                    <a:pt x="4781804" y="25400"/>
                    <a:pt x="4697476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71720" y="2571093"/>
            <a:ext cx="128883" cy="1748628"/>
            <a:chOff x="0" y="0"/>
            <a:chExt cx="171844" cy="233150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146431" cy="2306066"/>
            </a:xfrm>
            <a:custGeom>
              <a:avLst/>
              <a:gdLst/>
              <a:ahLst/>
              <a:cxnLst/>
              <a:rect r="r" b="b" t="t" l="l"/>
              <a:pathLst>
                <a:path h="230606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06066"/>
                  </a:lnTo>
                  <a:lnTo>
                    <a:pt x="0" y="2306066"/>
                  </a:lnTo>
                  <a:close/>
                </a:path>
              </a:pathLst>
            </a:custGeom>
            <a:solidFill>
              <a:srgbClr val="D9954B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1831" cy="2331466"/>
            </a:xfrm>
            <a:custGeom>
              <a:avLst/>
              <a:gdLst/>
              <a:ahLst/>
              <a:cxnLst/>
              <a:rect r="r" b="b" t="t" l="l"/>
              <a:pathLst>
                <a:path h="233146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18766"/>
                  </a:lnTo>
                  <a:cubicBezTo>
                    <a:pt x="171831" y="2325751"/>
                    <a:pt x="166116" y="2331466"/>
                    <a:pt x="159131" y="2331466"/>
                  </a:cubicBezTo>
                  <a:lnTo>
                    <a:pt x="12700" y="2331466"/>
                  </a:lnTo>
                  <a:cubicBezTo>
                    <a:pt x="5715" y="2331466"/>
                    <a:pt x="0" y="2325751"/>
                    <a:pt x="0" y="231876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8766"/>
                  </a:lnTo>
                  <a:lnTo>
                    <a:pt x="12700" y="2318766"/>
                  </a:lnTo>
                  <a:lnTo>
                    <a:pt x="12700" y="2306066"/>
                  </a:lnTo>
                  <a:lnTo>
                    <a:pt x="159131" y="2306066"/>
                  </a:lnTo>
                  <a:lnTo>
                    <a:pt x="159131" y="2318766"/>
                  </a:lnTo>
                  <a:lnTo>
                    <a:pt x="146431" y="231876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954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869519" y="2635529"/>
            <a:ext cx="2923794" cy="398078"/>
            <a:chOff x="0" y="0"/>
            <a:chExt cx="3898392" cy="5307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98390" cy="530767"/>
            </a:xfrm>
            <a:custGeom>
              <a:avLst/>
              <a:gdLst/>
              <a:ahLst/>
              <a:cxnLst/>
              <a:rect r="r" b="b" t="t" l="l"/>
              <a:pathLst>
                <a:path h="530767" w="3898390">
                  <a:moveTo>
                    <a:pt x="0" y="0"/>
                  </a:moveTo>
                  <a:lnTo>
                    <a:pt x="3898390" y="0"/>
                  </a:lnTo>
                  <a:lnTo>
                    <a:pt x="3898390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13" r="0" b="-9311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9525"/>
              <a:ext cx="3898392" cy="52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Health &amp; Fitness Experts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9869519" y="3198324"/>
            <a:ext cx="2923794" cy="11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Support safer, more accurate guidance.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3648553" y="2392642"/>
            <a:ext cx="3656647" cy="2105530"/>
            <a:chOff x="0" y="0"/>
            <a:chExt cx="4875530" cy="280737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2700" y="12700"/>
              <a:ext cx="4850130" cy="2781935"/>
            </a:xfrm>
            <a:custGeom>
              <a:avLst/>
              <a:gdLst/>
              <a:ahLst/>
              <a:cxnLst/>
              <a:rect r="r" b="b" t="t" l="l"/>
              <a:pathLst>
                <a:path h="2781935" w="4850130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684776" y="0"/>
                  </a:lnTo>
                  <a:cubicBezTo>
                    <a:pt x="4776089" y="0"/>
                    <a:pt x="4850130" y="73787"/>
                    <a:pt x="4850130" y="164719"/>
                  </a:cubicBezTo>
                  <a:lnTo>
                    <a:pt x="4850130" y="2617216"/>
                  </a:lnTo>
                  <a:cubicBezTo>
                    <a:pt x="4850130" y="2708148"/>
                    <a:pt x="4776089" y="2781935"/>
                    <a:pt x="4684776" y="2781935"/>
                  </a:cubicBezTo>
                  <a:lnTo>
                    <a:pt x="165354" y="2781935"/>
                  </a:lnTo>
                  <a:cubicBezTo>
                    <a:pt x="74041" y="2781935"/>
                    <a:pt x="0" y="2708275"/>
                    <a:pt x="0" y="26172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875530" cy="2807335"/>
            </a:xfrm>
            <a:custGeom>
              <a:avLst/>
              <a:gdLst/>
              <a:ahLst/>
              <a:cxnLst/>
              <a:rect r="r" b="b" t="t" l="l"/>
              <a:pathLst>
                <a:path h="2807335" w="4875530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697476" y="0"/>
                  </a:lnTo>
                  <a:lnTo>
                    <a:pt x="4697476" y="12700"/>
                  </a:lnTo>
                  <a:lnTo>
                    <a:pt x="4697476" y="0"/>
                  </a:lnTo>
                  <a:cubicBezTo>
                    <a:pt x="4795774" y="0"/>
                    <a:pt x="4875530" y="79375"/>
                    <a:pt x="4875530" y="177419"/>
                  </a:cubicBezTo>
                  <a:lnTo>
                    <a:pt x="4862830" y="177419"/>
                  </a:lnTo>
                  <a:lnTo>
                    <a:pt x="4875530" y="177419"/>
                  </a:lnTo>
                  <a:lnTo>
                    <a:pt x="4875530" y="2629916"/>
                  </a:lnTo>
                  <a:lnTo>
                    <a:pt x="4862830" y="2629916"/>
                  </a:lnTo>
                  <a:lnTo>
                    <a:pt x="4875530" y="2629916"/>
                  </a:lnTo>
                  <a:cubicBezTo>
                    <a:pt x="4875530" y="2727960"/>
                    <a:pt x="4795774" y="2807335"/>
                    <a:pt x="4697476" y="2807335"/>
                  </a:cubicBezTo>
                  <a:lnTo>
                    <a:pt x="4697476" y="2794635"/>
                  </a:lnTo>
                  <a:lnTo>
                    <a:pt x="4697476" y="2807335"/>
                  </a:lnTo>
                  <a:lnTo>
                    <a:pt x="178054" y="2807335"/>
                  </a:lnTo>
                  <a:lnTo>
                    <a:pt x="178054" y="2794635"/>
                  </a:lnTo>
                  <a:lnTo>
                    <a:pt x="178054" y="2807335"/>
                  </a:lnTo>
                  <a:cubicBezTo>
                    <a:pt x="79756" y="2807335"/>
                    <a:pt x="0" y="2727960"/>
                    <a:pt x="0" y="262991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29916"/>
                  </a:lnTo>
                  <a:lnTo>
                    <a:pt x="12700" y="2629916"/>
                  </a:lnTo>
                  <a:lnTo>
                    <a:pt x="25400" y="2629916"/>
                  </a:lnTo>
                  <a:cubicBezTo>
                    <a:pt x="25400" y="2713863"/>
                    <a:pt x="93726" y="2781935"/>
                    <a:pt x="178054" y="2781935"/>
                  </a:cubicBezTo>
                  <a:lnTo>
                    <a:pt x="4697476" y="2781935"/>
                  </a:lnTo>
                  <a:cubicBezTo>
                    <a:pt x="4781804" y="2781935"/>
                    <a:pt x="4850130" y="2713863"/>
                    <a:pt x="4850130" y="2629916"/>
                  </a:cubicBezTo>
                  <a:lnTo>
                    <a:pt x="4850130" y="177419"/>
                  </a:lnTo>
                  <a:cubicBezTo>
                    <a:pt x="4850130" y="93472"/>
                    <a:pt x="4781804" y="25400"/>
                    <a:pt x="4697476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827004" y="2571093"/>
            <a:ext cx="128883" cy="1748628"/>
            <a:chOff x="0" y="0"/>
            <a:chExt cx="171844" cy="233150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2700" y="12700"/>
              <a:ext cx="146431" cy="2306066"/>
            </a:xfrm>
            <a:custGeom>
              <a:avLst/>
              <a:gdLst/>
              <a:ahLst/>
              <a:cxnLst/>
              <a:rect r="r" b="b" t="t" l="l"/>
              <a:pathLst>
                <a:path h="230606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06066"/>
                  </a:lnTo>
                  <a:lnTo>
                    <a:pt x="0" y="2306066"/>
                  </a:lnTo>
                  <a:close/>
                </a:path>
              </a:pathLst>
            </a:custGeom>
            <a:solidFill>
              <a:srgbClr val="81709C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71831" cy="2331466"/>
            </a:xfrm>
            <a:custGeom>
              <a:avLst/>
              <a:gdLst/>
              <a:ahLst/>
              <a:cxnLst/>
              <a:rect r="r" b="b" t="t" l="l"/>
              <a:pathLst>
                <a:path h="233146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18766"/>
                  </a:lnTo>
                  <a:cubicBezTo>
                    <a:pt x="171831" y="2325751"/>
                    <a:pt x="166116" y="2331466"/>
                    <a:pt x="159131" y="2331466"/>
                  </a:cubicBezTo>
                  <a:lnTo>
                    <a:pt x="12700" y="2331466"/>
                  </a:lnTo>
                  <a:cubicBezTo>
                    <a:pt x="5715" y="2331466"/>
                    <a:pt x="0" y="2325751"/>
                    <a:pt x="0" y="231876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8766"/>
                  </a:lnTo>
                  <a:lnTo>
                    <a:pt x="12700" y="2318766"/>
                  </a:lnTo>
                  <a:lnTo>
                    <a:pt x="12700" y="2306066"/>
                  </a:lnTo>
                  <a:lnTo>
                    <a:pt x="159131" y="2306066"/>
                  </a:lnTo>
                  <a:lnTo>
                    <a:pt x="159131" y="2318766"/>
                  </a:lnTo>
                  <a:lnTo>
                    <a:pt x="146431" y="231876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81709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4124803" y="2635529"/>
            <a:ext cx="2923794" cy="398078"/>
            <a:chOff x="0" y="0"/>
            <a:chExt cx="3898392" cy="53077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898390" cy="530767"/>
            </a:xfrm>
            <a:custGeom>
              <a:avLst/>
              <a:gdLst/>
              <a:ahLst/>
              <a:cxnLst/>
              <a:rect r="r" b="b" t="t" l="l"/>
              <a:pathLst>
                <a:path h="530767" w="3898390">
                  <a:moveTo>
                    <a:pt x="0" y="0"/>
                  </a:moveTo>
                  <a:lnTo>
                    <a:pt x="3898390" y="0"/>
                  </a:lnTo>
                  <a:lnTo>
                    <a:pt x="3898390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13" r="0" b="-9311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9525"/>
              <a:ext cx="3898392" cy="52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Service Providers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4124803" y="3198324"/>
            <a:ext cx="2923794" cy="11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Provide AI APIs, hosting, and infrastructure.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882701" y="5439975"/>
            <a:ext cx="3656647" cy="2105530"/>
            <a:chOff x="0" y="0"/>
            <a:chExt cx="4875530" cy="280737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2700" y="12700"/>
              <a:ext cx="4850130" cy="2781935"/>
            </a:xfrm>
            <a:custGeom>
              <a:avLst/>
              <a:gdLst/>
              <a:ahLst/>
              <a:cxnLst/>
              <a:rect r="r" b="b" t="t" l="l"/>
              <a:pathLst>
                <a:path h="2781935" w="4850130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684776" y="0"/>
                  </a:lnTo>
                  <a:cubicBezTo>
                    <a:pt x="4776089" y="0"/>
                    <a:pt x="4850130" y="73787"/>
                    <a:pt x="4850130" y="164719"/>
                  </a:cubicBezTo>
                  <a:lnTo>
                    <a:pt x="4850130" y="2617216"/>
                  </a:lnTo>
                  <a:cubicBezTo>
                    <a:pt x="4850130" y="2708148"/>
                    <a:pt x="4776089" y="2781935"/>
                    <a:pt x="4684776" y="2781935"/>
                  </a:cubicBezTo>
                  <a:lnTo>
                    <a:pt x="165354" y="2781935"/>
                  </a:lnTo>
                  <a:cubicBezTo>
                    <a:pt x="74041" y="2781935"/>
                    <a:pt x="0" y="2708275"/>
                    <a:pt x="0" y="26172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75530" cy="2807335"/>
            </a:xfrm>
            <a:custGeom>
              <a:avLst/>
              <a:gdLst/>
              <a:ahLst/>
              <a:cxnLst/>
              <a:rect r="r" b="b" t="t" l="l"/>
              <a:pathLst>
                <a:path h="2807335" w="4875530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697476" y="0"/>
                  </a:lnTo>
                  <a:lnTo>
                    <a:pt x="4697476" y="12700"/>
                  </a:lnTo>
                  <a:lnTo>
                    <a:pt x="4697476" y="0"/>
                  </a:lnTo>
                  <a:cubicBezTo>
                    <a:pt x="4795774" y="0"/>
                    <a:pt x="4875530" y="79375"/>
                    <a:pt x="4875530" y="177419"/>
                  </a:cubicBezTo>
                  <a:lnTo>
                    <a:pt x="4862830" y="177419"/>
                  </a:lnTo>
                  <a:lnTo>
                    <a:pt x="4875530" y="177419"/>
                  </a:lnTo>
                  <a:lnTo>
                    <a:pt x="4875530" y="2629916"/>
                  </a:lnTo>
                  <a:lnTo>
                    <a:pt x="4862830" y="2629916"/>
                  </a:lnTo>
                  <a:lnTo>
                    <a:pt x="4875530" y="2629916"/>
                  </a:lnTo>
                  <a:cubicBezTo>
                    <a:pt x="4875530" y="2727960"/>
                    <a:pt x="4795774" y="2807335"/>
                    <a:pt x="4697476" y="2807335"/>
                  </a:cubicBezTo>
                  <a:lnTo>
                    <a:pt x="4697476" y="2794635"/>
                  </a:lnTo>
                  <a:lnTo>
                    <a:pt x="4697476" y="2807335"/>
                  </a:lnTo>
                  <a:lnTo>
                    <a:pt x="178054" y="2807335"/>
                  </a:lnTo>
                  <a:lnTo>
                    <a:pt x="178054" y="2794635"/>
                  </a:lnTo>
                  <a:lnTo>
                    <a:pt x="178054" y="2807335"/>
                  </a:lnTo>
                  <a:cubicBezTo>
                    <a:pt x="79756" y="2807335"/>
                    <a:pt x="0" y="2727960"/>
                    <a:pt x="0" y="262991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29916"/>
                  </a:lnTo>
                  <a:lnTo>
                    <a:pt x="12700" y="2629916"/>
                  </a:lnTo>
                  <a:lnTo>
                    <a:pt x="25400" y="2629916"/>
                  </a:lnTo>
                  <a:cubicBezTo>
                    <a:pt x="25400" y="2713863"/>
                    <a:pt x="93726" y="2781935"/>
                    <a:pt x="178054" y="2781935"/>
                  </a:cubicBezTo>
                  <a:lnTo>
                    <a:pt x="4697476" y="2781935"/>
                  </a:lnTo>
                  <a:cubicBezTo>
                    <a:pt x="4781804" y="2781935"/>
                    <a:pt x="4850130" y="2713863"/>
                    <a:pt x="4850130" y="2629916"/>
                  </a:cubicBezTo>
                  <a:lnTo>
                    <a:pt x="4850130" y="177419"/>
                  </a:lnTo>
                  <a:cubicBezTo>
                    <a:pt x="4850130" y="93472"/>
                    <a:pt x="4781804" y="25400"/>
                    <a:pt x="4697476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61152" y="5618426"/>
            <a:ext cx="128883" cy="1748628"/>
            <a:chOff x="0" y="0"/>
            <a:chExt cx="171844" cy="233150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2700" y="12700"/>
              <a:ext cx="146431" cy="2306066"/>
            </a:xfrm>
            <a:custGeom>
              <a:avLst/>
              <a:gdLst/>
              <a:ahLst/>
              <a:cxnLst/>
              <a:rect r="r" b="b" t="t" l="l"/>
              <a:pathLst>
                <a:path h="230606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06066"/>
                  </a:lnTo>
                  <a:lnTo>
                    <a:pt x="0" y="2306066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1831" cy="2331466"/>
            </a:xfrm>
            <a:custGeom>
              <a:avLst/>
              <a:gdLst/>
              <a:ahLst/>
              <a:cxnLst/>
              <a:rect r="r" b="b" t="t" l="l"/>
              <a:pathLst>
                <a:path h="233146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18766"/>
                  </a:lnTo>
                  <a:cubicBezTo>
                    <a:pt x="171831" y="2325751"/>
                    <a:pt x="166116" y="2331466"/>
                    <a:pt x="159131" y="2331466"/>
                  </a:cubicBezTo>
                  <a:lnTo>
                    <a:pt x="12700" y="2331466"/>
                  </a:lnTo>
                  <a:cubicBezTo>
                    <a:pt x="5715" y="2331466"/>
                    <a:pt x="0" y="2325751"/>
                    <a:pt x="0" y="231876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8766"/>
                  </a:lnTo>
                  <a:lnTo>
                    <a:pt x="12700" y="2318766"/>
                  </a:lnTo>
                  <a:lnTo>
                    <a:pt x="12700" y="2306066"/>
                  </a:lnTo>
                  <a:lnTo>
                    <a:pt x="159131" y="2306066"/>
                  </a:lnTo>
                  <a:lnTo>
                    <a:pt x="159131" y="2318766"/>
                  </a:lnTo>
                  <a:lnTo>
                    <a:pt x="146431" y="231876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58941" y="5682863"/>
            <a:ext cx="2923794" cy="398078"/>
            <a:chOff x="0" y="0"/>
            <a:chExt cx="3898392" cy="53077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898390" cy="530767"/>
            </a:xfrm>
            <a:custGeom>
              <a:avLst/>
              <a:gdLst/>
              <a:ahLst/>
              <a:cxnLst/>
              <a:rect r="r" b="b" t="t" l="l"/>
              <a:pathLst>
                <a:path h="530767" w="3898390">
                  <a:moveTo>
                    <a:pt x="0" y="0"/>
                  </a:moveTo>
                  <a:lnTo>
                    <a:pt x="3898390" y="0"/>
                  </a:lnTo>
                  <a:lnTo>
                    <a:pt x="3898390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13" r="0" b="-9311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9525"/>
              <a:ext cx="3898392" cy="52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Wearable Companies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358941" y="6245657"/>
            <a:ext cx="2923794" cy="11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Connect health data with the app.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5137985" y="5439975"/>
            <a:ext cx="3656647" cy="2105530"/>
            <a:chOff x="0" y="0"/>
            <a:chExt cx="4875530" cy="280737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2700" y="12700"/>
              <a:ext cx="4850130" cy="2781935"/>
            </a:xfrm>
            <a:custGeom>
              <a:avLst/>
              <a:gdLst/>
              <a:ahLst/>
              <a:cxnLst/>
              <a:rect r="r" b="b" t="t" l="l"/>
              <a:pathLst>
                <a:path h="2781935" w="4850130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684776" y="0"/>
                  </a:lnTo>
                  <a:cubicBezTo>
                    <a:pt x="4776089" y="0"/>
                    <a:pt x="4850130" y="73787"/>
                    <a:pt x="4850130" y="164719"/>
                  </a:cubicBezTo>
                  <a:lnTo>
                    <a:pt x="4850130" y="2617216"/>
                  </a:lnTo>
                  <a:cubicBezTo>
                    <a:pt x="4850130" y="2708148"/>
                    <a:pt x="4776089" y="2781935"/>
                    <a:pt x="4684776" y="2781935"/>
                  </a:cubicBezTo>
                  <a:lnTo>
                    <a:pt x="165354" y="2781935"/>
                  </a:lnTo>
                  <a:cubicBezTo>
                    <a:pt x="74041" y="2781935"/>
                    <a:pt x="0" y="2708275"/>
                    <a:pt x="0" y="26172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875530" cy="2807335"/>
            </a:xfrm>
            <a:custGeom>
              <a:avLst/>
              <a:gdLst/>
              <a:ahLst/>
              <a:cxnLst/>
              <a:rect r="r" b="b" t="t" l="l"/>
              <a:pathLst>
                <a:path h="2807335" w="4875530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697476" y="0"/>
                  </a:lnTo>
                  <a:lnTo>
                    <a:pt x="4697476" y="12700"/>
                  </a:lnTo>
                  <a:lnTo>
                    <a:pt x="4697476" y="0"/>
                  </a:lnTo>
                  <a:cubicBezTo>
                    <a:pt x="4795774" y="0"/>
                    <a:pt x="4875530" y="79375"/>
                    <a:pt x="4875530" y="177419"/>
                  </a:cubicBezTo>
                  <a:lnTo>
                    <a:pt x="4862830" y="177419"/>
                  </a:lnTo>
                  <a:lnTo>
                    <a:pt x="4875530" y="177419"/>
                  </a:lnTo>
                  <a:lnTo>
                    <a:pt x="4875530" y="2629916"/>
                  </a:lnTo>
                  <a:lnTo>
                    <a:pt x="4862830" y="2629916"/>
                  </a:lnTo>
                  <a:lnTo>
                    <a:pt x="4875530" y="2629916"/>
                  </a:lnTo>
                  <a:cubicBezTo>
                    <a:pt x="4875530" y="2727960"/>
                    <a:pt x="4795774" y="2807335"/>
                    <a:pt x="4697476" y="2807335"/>
                  </a:cubicBezTo>
                  <a:lnTo>
                    <a:pt x="4697476" y="2794635"/>
                  </a:lnTo>
                  <a:lnTo>
                    <a:pt x="4697476" y="2807335"/>
                  </a:lnTo>
                  <a:lnTo>
                    <a:pt x="178054" y="2807335"/>
                  </a:lnTo>
                  <a:lnTo>
                    <a:pt x="178054" y="2794635"/>
                  </a:lnTo>
                  <a:lnTo>
                    <a:pt x="178054" y="2807335"/>
                  </a:lnTo>
                  <a:cubicBezTo>
                    <a:pt x="79756" y="2807335"/>
                    <a:pt x="0" y="2727960"/>
                    <a:pt x="0" y="262991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29916"/>
                  </a:lnTo>
                  <a:lnTo>
                    <a:pt x="12700" y="2629916"/>
                  </a:lnTo>
                  <a:lnTo>
                    <a:pt x="25400" y="2629916"/>
                  </a:lnTo>
                  <a:cubicBezTo>
                    <a:pt x="25400" y="2713863"/>
                    <a:pt x="93726" y="2781935"/>
                    <a:pt x="178054" y="2781935"/>
                  </a:cubicBezTo>
                  <a:lnTo>
                    <a:pt x="4697476" y="2781935"/>
                  </a:lnTo>
                  <a:cubicBezTo>
                    <a:pt x="4781804" y="2781935"/>
                    <a:pt x="4850130" y="2713863"/>
                    <a:pt x="4850130" y="2629916"/>
                  </a:cubicBezTo>
                  <a:lnTo>
                    <a:pt x="4850130" y="177419"/>
                  </a:lnTo>
                  <a:cubicBezTo>
                    <a:pt x="4850130" y="93472"/>
                    <a:pt x="4781804" y="25400"/>
                    <a:pt x="4697476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5316436" y="5618426"/>
            <a:ext cx="128883" cy="1748628"/>
            <a:chOff x="0" y="0"/>
            <a:chExt cx="171844" cy="233150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2700" y="12700"/>
              <a:ext cx="146431" cy="2306066"/>
            </a:xfrm>
            <a:custGeom>
              <a:avLst/>
              <a:gdLst/>
              <a:ahLst/>
              <a:cxnLst/>
              <a:rect r="r" b="b" t="t" l="l"/>
              <a:pathLst>
                <a:path h="230606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06066"/>
                  </a:lnTo>
                  <a:lnTo>
                    <a:pt x="0" y="2306066"/>
                  </a:lnTo>
                  <a:close/>
                </a:path>
              </a:pathLst>
            </a:custGeom>
            <a:solidFill>
              <a:srgbClr val="C8635C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71831" cy="2331466"/>
            </a:xfrm>
            <a:custGeom>
              <a:avLst/>
              <a:gdLst/>
              <a:ahLst/>
              <a:cxnLst/>
              <a:rect r="r" b="b" t="t" l="l"/>
              <a:pathLst>
                <a:path h="233146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18766"/>
                  </a:lnTo>
                  <a:cubicBezTo>
                    <a:pt x="171831" y="2325751"/>
                    <a:pt x="166116" y="2331466"/>
                    <a:pt x="159131" y="2331466"/>
                  </a:cubicBezTo>
                  <a:lnTo>
                    <a:pt x="12700" y="2331466"/>
                  </a:lnTo>
                  <a:cubicBezTo>
                    <a:pt x="5715" y="2331466"/>
                    <a:pt x="0" y="2325751"/>
                    <a:pt x="0" y="231876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8766"/>
                  </a:lnTo>
                  <a:lnTo>
                    <a:pt x="12700" y="2318766"/>
                  </a:lnTo>
                  <a:lnTo>
                    <a:pt x="12700" y="2306066"/>
                  </a:lnTo>
                  <a:lnTo>
                    <a:pt x="159131" y="2306066"/>
                  </a:lnTo>
                  <a:lnTo>
                    <a:pt x="159131" y="2318766"/>
                  </a:lnTo>
                  <a:lnTo>
                    <a:pt x="146431" y="231876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8635C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5614225" y="5682863"/>
            <a:ext cx="2923794" cy="398078"/>
            <a:chOff x="0" y="0"/>
            <a:chExt cx="3898392" cy="53077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898390" cy="530767"/>
            </a:xfrm>
            <a:custGeom>
              <a:avLst/>
              <a:gdLst/>
              <a:ahLst/>
              <a:cxnLst/>
              <a:rect r="r" b="b" t="t" l="l"/>
              <a:pathLst>
                <a:path h="530767" w="3898390">
                  <a:moveTo>
                    <a:pt x="0" y="0"/>
                  </a:moveTo>
                  <a:lnTo>
                    <a:pt x="3898390" y="0"/>
                  </a:lnTo>
                  <a:lnTo>
                    <a:pt x="3898390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13" r="0" b="-9311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9525"/>
              <a:ext cx="3898392" cy="52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Centers</a:t>
              </a: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5614225" y="6245657"/>
            <a:ext cx="2923794" cy="11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Provide scientific sources for recommendations.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9393269" y="5439975"/>
            <a:ext cx="3656647" cy="2105530"/>
            <a:chOff x="0" y="0"/>
            <a:chExt cx="4875530" cy="2807373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2700" y="12700"/>
              <a:ext cx="4850130" cy="2781935"/>
            </a:xfrm>
            <a:custGeom>
              <a:avLst/>
              <a:gdLst/>
              <a:ahLst/>
              <a:cxnLst/>
              <a:rect r="r" b="b" t="t" l="l"/>
              <a:pathLst>
                <a:path h="2781935" w="4850130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684776" y="0"/>
                  </a:lnTo>
                  <a:cubicBezTo>
                    <a:pt x="4776089" y="0"/>
                    <a:pt x="4850130" y="73787"/>
                    <a:pt x="4850130" y="164719"/>
                  </a:cubicBezTo>
                  <a:lnTo>
                    <a:pt x="4850130" y="2617216"/>
                  </a:lnTo>
                  <a:cubicBezTo>
                    <a:pt x="4850130" y="2708148"/>
                    <a:pt x="4776089" y="2781935"/>
                    <a:pt x="4684776" y="2781935"/>
                  </a:cubicBezTo>
                  <a:lnTo>
                    <a:pt x="165354" y="2781935"/>
                  </a:lnTo>
                  <a:cubicBezTo>
                    <a:pt x="74041" y="2781935"/>
                    <a:pt x="0" y="2708275"/>
                    <a:pt x="0" y="26172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875530" cy="2807335"/>
            </a:xfrm>
            <a:custGeom>
              <a:avLst/>
              <a:gdLst/>
              <a:ahLst/>
              <a:cxnLst/>
              <a:rect r="r" b="b" t="t" l="l"/>
              <a:pathLst>
                <a:path h="2807335" w="4875530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697476" y="0"/>
                  </a:lnTo>
                  <a:lnTo>
                    <a:pt x="4697476" y="12700"/>
                  </a:lnTo>
                  <a:lnTo>
                    <a:pt x="4697476" y="0"/>
                  </a:lnTo>
                  <a:cubicBezTo>
                    <a:pt x="4795774" y="0"/>
                    <a:pt x="4875530" y="79375"/>
                    <a:pt x="4875530" y="177419"/>
                  </a:cubicBezTo>
                  <a:lnTo>
                    <a:pt x="4862830" y="177419"/>
                  </a:lnTo>
                  <a:lnTo>
                    <a:pt x="4875530" y="177419"/>
                  </a:lnTo>
                  <a:lnTo>
                    <a:pt x="4875530" y="2629916"/>
                  </a:lnTo>
                  <a:lnTo>
                    <a:pt x="4862830" y="2629916"/>
                  </a:lnTo>
                  <a:lnTo>
                    <a:pt x="4875530" y="2629916"/>
                  </a:lnTo>
                  <a:cubicBezTo>
                    <a:pt x="4875530" y="2727960"/>
                    <a:pt x="4795774" y="2807335"/>
                    <a:pt x="4697476" y="2807335"/>
                  </a:cubicBezTo>
                  <a:lnTo>
                    <a:pt x="4697476" y="2794635"/>
                  </a:lnTo>
                  <a:lnTo>
                    <a:pt x="4697476" y="2807335"/>
                  </a:lnTo>
                  <a:lnTo>
                    <a:pt x="178054" y="2807335"/>
                  </a:lnTo>
                  <a:lnTo>
                    <a:pt x="178054" y="2794635"/>
                  </a:lnTo>
                  <a:lnTo>
                    <a:pt x="178054" y="2807335"/>
                  </a:lnTo>
                  <a:cubicBezTo>
                    <a:pt x="79756" y="2807335"/>
                    <a:pt x="0" y="2727960"/>
                    <a:pt x="0" y="262991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29916"/>
                  </a:lnTo>
                  <a:lnTo>
                    <a:pt x="12700" y="2629916"/>
                  </a:lnTo>
                  <a:lnTo>
                    <a:pt x="25400" y="2629916"/>
                  </a:lnTo>
                  <a:cubicBezTo>
                    <a:pt x="25400" y="2713863"/>
                    <a:pt x="93726" y="2781935"/>
                    <a:pt x="178054" y="2781935"/>
                  </a:cubicBezTo>
                  <a:lnTo>
                    <a:pt x="4697476" y="2781935"/>
                  </a:lnTo>
                  <a:cubicBezTo>
                    <a:pt x="4781804" y="2781935"/>
                    <a:pt x="4850130" y="2713863"/>
                    <a:pt x="4850130" y="2629916"/>
                  </a:cubicBezTo>
                  <a:lnTo>
                    <a:pt x="4850130" y="177419"/>
                  </a:lnTo>
                  <a:cubicBezTo>
                    <a:pt x="4850130" y="93472"/>
                    <a:pt x="4781804" y="25400"/>
                    <a:pt x="4697476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571720" y="5618426"/>
            <a:ext cx="128883" cy="1748628"/>
            <a:chOff x="0" y="0"/>
            <a:chExt cx="171844" cy="233150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12700" y="12700"/>
              <a:ext cx="146431" cy="2306066"/>
            </a:xfrm>
            <a:custGeom>
              <a:avLst/>
              <a:gdLst/>
              <a:ahLst/>
              <a:cxnLst/>
              <a:rect r="r" b="b" t="t" l="l"/>
              <a:pathLst>
                <a:path h="230606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06066"/>
                  </a:lnTo>
                  <a:lnTo>
                    <a:pt x="0" y="2306066"/>
                  </a:lnTo>
                  <a:close/>
                </a:path>
              </a:pathLst>
            </a:custGeom>
            <a:solidFill>
              <a:srgbClr val="F0D377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71831" cy="2331466"/>
            </a:xfrm>
            <a:custGeom>
              <a:avLst/>
              <a:gdLst/>
              <a:ahLst/>
              <a:cxnLst/>
              <a:rect r="r" b="b" t="t" l="l"/>
              <a:pathLst>
                <a:path h="233146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18766"/>
                  </a:lnTo>
                  <a:cubicBezTo>
                    <a:pt x="171831" y="2325751"/>
                    <a:pt x="166116" y="2331466"/>
                    <a:pt x="159131" y="2331466"/>
                  </a:cubicBezTo>
                  <a:lnTo>
                    <a:pt x="12700" y="2331466"/>
                  </a:lnTo>
                  <a:cubicBezTo>
                    <a:pt x="5715" y="2331466"/>
                    <a:pt x="0" y="2325751"/>
                    <a:pt x="0" y="231876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8766"/>
                  </a:lnTo>
                  <a:lnTo>
                    <a:pt x="12700" y="2318766"/>
                  </a:lnTo>
                  <a:lnTo>
                    <a:pt x="12700" y="2306066"/>
                  </a:lnTo>
                  <a:lnTo>
                    <a:pt x="159131" y="2306066"/>
                  </a:lnTo>
                  <a:lnTo>
                    <a:pt x="159131" y="2318766"/>
                  </a:lnTo>
                  <a:lnTo>
                    <a:pt x="146431" y="231876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0D377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869519" y="5682863"/>
            <a:ext cx="3180397" cy="433015"/>
            <a:chOff x="0" y="0"/>
            <a:chExt cx="3898392" cy="53077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898390" cy="530767"/>
            </a:xfrm>
            <a:custGeom>
              <a:avLst/>
              <a:gdLst/>
              <a:ahLst/>
              <a:cxnLst/>
              <a:rect r="r" b="b" t="t" l="l"/>
              <a:pathLst>
                <a:path h="530767" w="3898390">
                  <a:moveTo>
                    <a:pt x="0" y="0"/>
                  </a:moveTo>
                  <a:lnTo>
                    <a:pt x="3898390" y="0"/>
                  </a:lnTo>
                  <a:lnTo>
                    <a:pt x="3898390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13" r="0" b="-93114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9525"/>
              <a:ext cx="3898392" cy="52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Gyms &amp; Nutrition Companies</a:t>
              </a:r>
            </a:p>
          </p:txBody>
        </p:sp>
      </p:grpSp>
      <p:sp>
        <p:nvSpPr>
          <p:cNvPr name="TextBox 123" id="123"/>
          <p:cNvSpPr txBox="true"/>
          <p:nvPr/>
        </p:nvSpPr>
        <p:spPr>
          <a:xfrm rot="0">
            <a:off x="9869519" y="6245657"/>
            <a:ext cx="2923794" cy="11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Potential partners for offers and services.</a:t>
            </a:r>
          </a:p>
        </p:txBody>
      </p:sp>
      <p:grpSp>
        <p:nvGrpSpPr>
          <p:cNvPr name="Group 124" id="124"/>
          <p:cNvGrpSpPr/>
          <p:nvPr/>
        </p:nvGrpSpPr>
        <p:grpSpPr>
          <a:xfrm rot="0">
            <a:off x="13648553" y="5439975"/>
            <a:ext cx="3656647" cy="2105530"/>
            <a:chOff x="0" y="0"/>
            <a:chExt cx="4875530" cy="280737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2700" y="12700"/>
              <a:ext cx="4850130" cy="2781935"/>
            </a:xfrm>
            <a:custGeom>
              <a:avLst/>
              <a:gdLst/>
              <a:ahLst/>
              <a:cxnLst/>
              <a:rect r="r" b="b" t="t" l="l"/>
              <a:pathLst>
                <a:path h="2781935" w="4850130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684776" y="0"/>
                  </a:lnTo>
                  <a:cubicBezTo>
                    <a:pt x="4776089" y="0"/>
                    <a:pt x="4850130" y="73787"/>
                    <a:pt x="4850130" y="164719"/>
                  </a:cubicBezTo>
                  <a:lnTo>
                    <a:pt x="4850130" y="2617216"/>
                  </a:lnTo>
                  <a:cubicBezTo>
                    <a:pt x="4850130" y="2708148"/>
                    <a:pt x="4776089" y="2781935"/>
                    <a:pt x="4684776" y="2781935"/>
                  </a:cubicBezTo>
                  <a:lnTo>
                    <a:pt x="165354" y="2781935"/>
                  </a:lnTo>
                  <a:cubicBezTo>
                    <a:pt x="74041" y="2781935"/>
                    <a:pt x="0" y="2708275"/>
                    <a:pt x="0" y="26172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875530" cy="2807335"/>
            </a:xfrm>
            <a:custGeom>
              <a:avLst/>
              <a:gdLst/>
              <a:ahLst/>
              <a:cxnLst/>
              <a:rect r="r" b="b" t="t" l="l"/>
              <a:pathLst>
                <a:path h="2807335" w="4875530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697476" y="0"/>
                  </a:lnTo>
                  <a:lnTo>
                    <a:pt x="4697476" y="12700"/>
                  </a:lnTo>
                  <a:lnTo>
                    <a:pt x="4697476" y="0"/>
                  </a:lnTo>
                  <a:cubicBezTo>
                    <a:pt x="4795774" y="0"/>
                    <a:pt x="4875530" y="79375"/>
                    <a:pt x="4875530" y="177419"/>
                  </a:cubicBezTo>
                  <a:lnTo>
                    <a:pt x="4862830" y="177419"/>
                  </a:lnTo>
                  <a:lnTo>
                    <a:pt x="4875530" y="177419"/>
                  </a:lnTo>
                  <a:lnTo>
                    <a:pt x="4875530" y="2629916"/>
                  </a:lnTo>
                  <a:lnTo>
                    <a:pt x="4862830" y="2629916"/>
                  </a:lnTo>
                  <a:lnTo>
                    <a:pt x="4875530" y="2629916"/>
                  </a:lnTo>
                  <a:cubicBezTo>
                    <a:pt x="4875530" y="2727960"/>
                    <a:pt x="4795774" y="2807335"/>
                    <a:pt x="4697476" y="2807335"/>
                  </a:cubicBezTo>
                  <a:lnTo>
                    <a:pt x="4697476" y="2794635"/>
                  </a:lnTo>
                  <a:lnTo>
                    <a:pt x="4697476" y="2807335"/>
                  </a:lnTo>
                  <a:lnTo>
                    <a:pt x="178054" y="2807335"/>
                  </a:lnTo>
                  <a:lnTo>
                    <a:pt x="178054" y="2794635"/>
                  </a:lnTo>
                  <a:lnTo>
                    <a:pt x="178054" y="2807335"/>
                  </a:lnTo>
                  <a:cubicBezTo>
                    <a:pt x="79756" y="2807335"/>
                    <a:pt x="0" y="2727960"/>
                    <a:pt x="0" y="2629916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29916"/>
                  </a:lnTo>
                  <a:lnTo>
                    <a:pt x="12700" y="2629916"/>
                  </a:lnTo>
                  <a:lnTo>
                    <a:pt x="25400" y="2629916"/>
                  </a:lnTo>
                  <a:cubicBezTo>
                    <a:pt x="25400" y="2713863"/>
                    <a:pt x="93726" y="2781935"/>
                    <a:pt x="178054" y="2781935"/>
                  </a:cubicBezTo>
                  <a:lnTo>
                    <a:pt x="4697476" y="2781935"/>
                  </a:lnTo>
                  <a:cubicBezTo>
                    <a:pt x="4781804" y="2781935"/>
                    <a:pt x="4850130" y="2713863"/>
                    <a:pt x="4850130" y="2629916"/>
                  </a:cubicBezTo>
                  <a:lnTo>
                    <a:pt x="4850130" y="177419"/>
                  </a:lnTo>
                  <a:cubicBezTo>
                    <a:pt x="4850130" y="93472"/>
                    <a:pt x="4781804" y="25400"/>
                    <a:pt x="4697476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3827004" y="5618426"/>
            <a:ext cx="128883" cy="1748628"/>
            <a:chOff x="0" y="0"/>
            <a:chExt cx="171844" cy="233150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2700" y="12700"/>
              <a:ext cx="146431" cy="2306066"/>
            </a:xfrm>
            <a:custGeom>
              <a:avLst/>
              <a:gdLst/>
              <a:ahLst/>
              <a:cxnLst/>
              <a:rect r="r" b="b" t="t" l="l"/>
              <a:pathLst>
                <a:path h="2306066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06066"/>
                  </a:lnTo>
                  <a:lnTo>
                    <a:pt x="0" y="2306066"/>
                  </a:lnTo>
                  <a:close/>
                </a:path>
              </a:pathLst>
            </a:custGeom>
            <a:solidFill>
              <a:srgbClr val="6D91A6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71831" cy="2331466"/>
            </a:xfrm>
            <a:custGeom>
              <a:avLst/>
              <a:gdLst/>
              <a:ahLst/>
              <a:cxnLst/>
              <a:rect r="r" b="b" t="t" l="l"/>
              <a:pathLst>
                <a:path h="2331466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18766"/>
                  </a:lnTo>
                  <a:cubicBezTo>
                    <a:pt x="171831" y="2325751"/>
                    <a:pt x="166116" y="2331466"/>
                    <a:pt x="159131" y="2331466"/>
                  </a:cubicBezTo>
                  <a:lnTo>
                    <a:pt x="12700" y="2331466"/>
                  </a:lnTo>
                  <a:cubicBezTo>
                    <a:pt x="5715" y="2331466"/>
                    <a:pt x="0" y="2325751"/>
                    <a:pt x="0" y="231876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8766"/>
                  </a:lnTo>
                  <a:lnTo>
                    <a:pt x="12700" y="2318766"/>
                  </a:lnTo>
                  <a:lnTo>
                    <a:pt x="12700" y="2306066"/>
                  </a:lnTo>
                  <a:lnTo>
                    <a:pt x="159131" y="2306066"/>
                  </a:lnTo>
                  <a:lnTo>
                    <a:pt x="159131" y="2318766"/>
                  </a:lnTo>
                  <a:lnTo>
                    <a:pt x="146431" y="2318766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D91A6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4124803" y="5682863"/>
            <a:ext cx="2923794" cy="398078"/>
            <a:chOff x="0" y="0"/>
            <a:chExt cx="3898392" cy="53077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898390" cy="530767"/>
            </a:xfrm>
            <a:custGeom>
              <a:avLst/>
              <a:gdLst/>
              <a:ahLst/>
              <a:cxnLst/>
              <a:rect r="r" b="b" t="t" l="l"/>
              <a:pathLst>
                <a:path h="530767" w="3898390">
                  <a:moveTo>
                    <a:pt x="0" y="0"/>
                  </a:moveTo>
                  <a:lnTo>
                    <a:pt x="3898390" y="0"/>
                  </a:lnTo>
                  <a:lnTo>
                    <a:pt x="3898390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13" r="0" b="-93114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9525"/>
              <a:ext cx="3898392" cy="52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7"/>
                </a:lnSpc>
              </a:pPr>
              <a:r>
                <a:rPr lang="en-US" sz="183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Competitors</a:t>
              </a:r>
            </a:p>
          </p:txBody>
        </p:sp>
      </p:grpSp>
      <p:sp>
        <p:nvSpPr>
          <p:cNvPr name="TextBox 133" id="133"/>
          <p:cNvSpPr txBox="true"/>
          <p:nvPr/>
        </p:nvSpPr>
        <p:spPr>
          <a:xfrm rot="0">
            <a:off x="14124803" y="6245657"/>
            <a:ext cx="2923794" cy="11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May react by improving similar products.</a:t>
            </a:r>
          </a:p>
        </p:txBody>
      </p:sp>
      <p:grpSp>
        <p:nvGrpSpPr>
          <p:cNvPr name="Group 134" id="134"/>
          <p:cNvGrpSpPr/>
          <p:nvPr/>
        </p:nvGrpSpPr>
        <p:grpSpPr>
          <a:xfrm rot="0">
            <a:off x="851059" y="9718519"/>
            <a:ext cx="8785108" cy="274539"/>
            <a:chOff x="0" y="0"/>
            <a:chExt cx="11713477" cy="36605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1713471" cy="366046"/>
            </a:xfrm>
            <a:custGeom>
              <a:avLst/>
              <a:gdLst/>
              <a:ahLst/>
              <a:cxnLst/>
              <a:rect r="r" b="b" t="t" l="l"/>
              <a:pathLst>
                <a:path h="366046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0" r="0" b="-57352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0"/>
              <a:ext cx="1171347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6952500" y="9718519"/>
            <a:ext cx="576520" cy="274539"/>
            <a:chOff x="0" y="0"/>
            <a:chExt cx="768693" cy="36605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768697" cy="366046"/>
            </a:xfrm>
            <a:custGeom>
              <a:avLst/>
              <a:gdLst/>
              <a:ahLst/>
              <a:cxnLst/>
              <a:rect r="r" b="b" t="t" l="l"/>
              <a:pathLst>
                <a:path h="366046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1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0"/>
              <a:ext cx="76869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20264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31443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1808588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302754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2796911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291078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3785235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279402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477356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5267725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5761892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6256049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6750215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7244372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7738539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8232696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3334" y="8726862"/>
            <a:ext cx="18308517" cy="6677"/>
            <a:chOff x="0" y="0"/>
            <a:chExt cx="24411356" cy="89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3334" y="9221019"/>
            <a:ext cx="18308517" cy="6677"/>
            <a:chOff x="0" y="0"/>
            <a:chExt cx="24411356" cy="89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-3334" y="9715186"/>
            <a:ext cx="18308517" cy="6677"/>
            <a:chOff x="0" y="0"/>
            <a:chExt cx="24411356" cy="89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-9535" y="-9535"/>
            <a:ext cx="18320909" cy="224961"/>
            <a:chOff x="0" y="0"/>
            <a:chExt cx="24427878" cy="2999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-9535" y="10079612"/>
            <a:ext cx="18320909" cy="224961"/>
            <a:chOff x="0" y="0"/>
            <a:chExt cx="24427878" cy="2999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1059" y="658882"/>
            <a:ext cx="9883245" cy="631431"/>
            <a:chOff x="0" y="0"/>
            <a:chExt cx="13177660" cy="8419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77655" cy="841906"/>
            </a:xfrm>
            <a:custGeom>
              <a:avLst/>
              <a:gdLst/>
              <a:ahLst/>
              <a:cxnLst/>
              <a:rect r="r" b="b" t="t" l="l"/>
              <a:pathLst>
                <a:path h="841906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3177660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4"/>
                </a:lnSpc>
              </a:pPr>
              <a:r>
                <a:rPr lang="en-US" sz="4353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Risks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8510" y="1455029"/>
            <a:ext cx="8304667" cy="343167"/>
            <a:chOff x="0" y="0"/>
            <a:chExt cx="11072889" cy="4575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72891" cy="457557"/>
            </a:xfrm>
            <a:custGeom>
              <a:avLst/>
              <a:gdLst/>
              <a:ahLst/>
              <a:cxnLst/>
              <a:rect r="r" b="b" t="t" l="l"/>
              <a:pathLst>
                <a:path h="457557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8" r="0" b="-4215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107288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615A"/>
                  </a:solidFill>
                  <a:latin typeface="Aptos"/>
                  <a:ea typeface="Aptos"/>
                  <a:cs typeface="Aptos"/>
                  <a:sym typeface="Aptos"/>
                </a:rPr>
                <a:t>Main risks that must be controlled.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56583" y="1940995"/>
            <a:ext cx="4848206" cy="43853"/>
            <a:chOff x="0" y="0"/>
            <a:chExt cx="6464275" cy="584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9210" y="0"/>
              <a:ext cx="6405880" cy="58420"/>
            </a:xfrm>
            <a:custGeom>
              <a:avLst/>
              <a:gdLst/>
              <a:ahLst/>
              <a:cxnLst/>
              <a:rect r="r" b="b" t="t" l="l"/>
              <a:pathLst>
                <a:path h="58420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5842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19975" y="2392642"/>
            <a:ext cx="4960687" cy="1693726"/>
            <a:chOff x="0" y="0"/>
            <a:chExt cx="6614249" cy="225830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2700" y="12700"/>
              <a:ext cx="6588887" cy="2232914"/>
            </a:xfrm>
            <a:custGeom>
              <a:avLst/>
              <a:gdLst/>
              <a:ahLst/>
              <a:cxnLst/>
              <a:rect r="r" b="b" t="t" l="l"/>
              <a:pathLst>
                <a:path h="2232914" w="6588887">
                  <a:moveTo>
                    <a:pt x="0" y="164719"/>
                  </a:moveTo>
                  <a:cubicBezTo>
                    <a:pt x="0" y="73787"/>
                    <a:pt x="74295" y="0"/>
                    <a:pt x="165989" y="0"/>
                  </a:cubicBezTo>
                  <a:lnTo>
                    <a:pt x="6422898" y="0"/>
                  </a:lnTo>
                  <a:cubicBezTo>
                    <a:pt x="6514592" y="0"/>
                    <a:pt x="6588887" y="73787"/>
                    <a:pt x="6588887" y="164719"/>
                  </a:cubicBezTo>
                  <a:lnTo>
                    <a:pt x="6588887" y="2068195"/>
                  </a:lnTo>
                  <a:cubicBezTo>
                    <a:pt x="6588887" y="2159127"/>
                    <a:pt x="6514592" y="2232914"/>
                    <a:pt x="6422898" y="2232914"/>
                  </a:cubicBezTo>
                  <a:lnTo>
                    <a:pt x="165989" y="2232914"/>
                  </a:lnTo>
                  <a:cubicBezTo>
                    <a:pt x="74295" y="2232914"/>
                    <a:pt x="0" y="2159127"/>
                    <a:pt x="0" y="206819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614287" cy="2258314"/>
            </a:xfrm>
            <a:custGeom>
              <a:avLst/>
              <a:gdLst/>
              <a:ahLst/>
              <a:cxnLst/>
              <a:rect r="r" b="b" t="t" l="l"/>
              <a:pathLst>
                <a:path h="2258314" w="6614287">
                  <a:moveTo>
                    <a:pt x="0" y="177419"/>
                  </a:moveTo>
                  <a:cubicBezTo>
                    <a:pt x="0" y="79375"/>
                    <a:pt x="80137" y="0"/>
                    <a:pt x="178689" y="0"/>
                  </a:cubicBezTo>
                  <a:lnTo>
                    <a:pt x="6435598" y="0"/>
                  </a:lnTo>
                  <a:lnTo>
                    <a:pt x="6435598" y="12700"/>
                  </a:lnTo>
                  <a:lnTo>
                    <a:pt x="6435598" y="0"/>
                  </a:lnTo>
                  <a:cubicBezTo>
                    <a:pt x="6534150" y="0"/>
                    <a:pt x="6614287" y="79375"/>
                    <a:pt x="6614287" y="177419"/>
                  </a:cubicBezTo>
                  <a:lnTo>
                    <a:pt x="6601587" y="177419"/>
                  </a:lnTo>
                  <a:lnTo>
                    <a:pt x="6614287" y="177419"/>
                  </a:lnTo>
                  <a:lnTo>
                    <a:pt x="6614287" y="2080895"/>
                  </a:lnTo>
                  <a:lnTo>
                    <a:pt x="6601587" y="2080895"/>
                  </a:lnTo>
                  <a:lnTo>
                    <a:pt x="6614287" y="2080895"/>
                  </a:lnTo>
                  <a:cubicBezTo>
                    <a:pt x="6614287" y="2178939"/>
                    <a:pt x="6534150" y="2258314"/>
                    <a:pt x="6435598" y="2258314"/>
                  </a:cubicBezTo>
                  <a:lnTo>
                    <a:pt x="6435598" y="2245614"/>
                  </a:lnTo>
                  <a:lnTo>
                    <a:pt x="6435598" y="2258314"/>
                  </a:lnTo>
                  <a:lnTo>
                    <a:pt x="178689" y="2258314"/>
                  </a:lnTo>
                  <a:lnTo>
                    <a:pt x="178689" y="2245614"/>
                  </a:lnTo>
                  <a:lnTo>
                    <a:pt x="178689" y="2258314"/>
                  </a:lnTo>
                  <a:cubicBezTo>
                    <a:pt x="80137" y="2258314"/>
                    <a:pt x="0" y="2178939"/>
                    <a:pt x="0" y="2080895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080895"/>
                  </a:lnTo>
                  <a:lnTo>
                    <a:pt x="12700" y="2080895"/>
                  </a:lnTo>
                  <a:lnTo>
                    <a:pt x="25400" y="2080895"/>
                  </a:lnTo>
                  <a:cubicBezTo>
                    <a:pt x="25400" y="2164715"/>
                    <a:pt x="93980" y="2232914"/>
                    <a:pt x="178689" y="2232914"/>
                  </a:cubicBezTo>
                  <a:lnTo>
                    <a:pt x="6435598" y="2232914"/>
                  </a:lnTo>
                  <a:cubicBezTo>
                    <a:pt x="6520307" y="2232914"/>
                    <a:pt x="6588887" y="2164715"/>
                    <a:pt x="6588887" y="2080895"/>
                  </a:cubicBezTo>
                  <a:lnTo>
                    <a:pt x="6588887" y="177419"/>
                  </a:lnTo>
                  <a:cubicBezTo>
                    <a:pt x="6588887" y="93599"/>
                    <a:pt x="6520307" y="25400"/>
                    <a:pt x="6435598" y="25400"/>
                  </a:cubicBezTo>
                  <a:lnTo>
                    <a:pt x="178689" y="25400"/>
                  </a:lnTo>
                  <a:lnTo>
                    <a:pt x="178689" y="12700"/>
                  </a:lnTo>
                  <a:lnTo>
                    <a:pt x="178689" y="25400"/>
                  </a:lnTo>
                  <a:cubicBezTo>
                    <a:pt x="93980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98416" y="2571093"/>
            <a:ext cx="128883" cy="1336834"/>
            <a:chOff x="0" y="0"/>
            <a:chExt cx="171844" cy="178244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2700"/>
              <a:ext cx="146431" cy="1757045"/>
            </a:xfrm>
            <a:custGeom>
              <a:avLst/>
              <a:gdLst/>
              <a:ahLst/>
              <a:cxnLst/>
              <a:rect r="r" b="b" t="t" l="l"/>
              <a:pathLst>
                <a:path h="17570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757045"/>
                  </a:lnTo>
                  <a:lnTo>
                    <a:pt x="0" y="1757045"/>
                  </a:lnTo>
                  <a:close/>
                </a:path>
              </a:pathLst>
            </a:custGeom>
            <a:solidFill>
              <a:srgbClr val="C8635C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1831" cy="1782445"/>
            </a:xfrm>
            <a:custGeom>
              <a:avLst/>
              <a:gdLst/>
              <a:ahLst/>
              <a:cxnLst/>
              <a:rect r="r" b="b" t="t" l="l"/>
              <a:pathLst>
                <a:path h="1782445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769745"/>
                  </a:lnTo>
                  <a:cubicBezTo>
                    <a:pt x="171831" y="1776730"/>
                    <a:pt x="166116" y="1782445"/>
                    <a:pt x="159131" y="1782445"/>
                  </a:cubicBezTo>
                  <a:lnTo>
                    <a:pt x="12700" y="1782445"/>
                  </a:lnTo>
                  <a:cubicBezTo>
                    <a:pt x="5715" y="1782445"/>
                    <a:pt x="0" y="1776730"/>
                    <a:pt x="0" y="17697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9745"/>
                  </a:lnTo>
                  <a:lnTo>
                    <a:pt x="12700" y="1769745"/>
                  </a:lnTo>
                  <a:lnTo>
                    <a:pt x="12700" y="1757045"/>
                  </a:lnTo>
                  <a:lnTo>
                    <a:pt x="159131" y="1757045"/>
                  </a:lnTo>
                  <a:lnTo>
                    <a:pt x="159131" y="1769745"/>
                  </a:lnTo>
                  <a:lnTo>
                    <a:pt x="146431" y="1769745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8635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96216" y="2635529"/>
            <a:ext cx="4227833" cy="398078"/>
            <a:chOff x="0" y="0"/>
            <a:chExt cx="5637111" cy="5307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637108" cy="530767"/>
            </a:xfrm>
            <a:custGeom>
              <a:avLst/>
              <a:gdLst/>
              <a:ahLst/>
              <a:cxnLst/>
              <a:rect r="r" b="b" t="t" l="l"/>
              <a:pathLst>
                <a:path h="530767" w="5637108">
                  <a:moveTo>
                    <a:pt x="0" y="0"/>
                  </a:moveTo>
                  <a:lnTo>
                    <a:pt x="5637108" y="0"/>
                  </a:lnTo>
                  <a:lnTo>
                    <a:pt x="563710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944" r="0" b="-15694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637111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 real behavior data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96216" y="3198324"/>
            <a:ext cx="4227833" cy="72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Habit prediction is difficult before enough users generate real feedback.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647926" y="2392642"/>
            <a:ext cx="4960687" cy="1693726"/>
            <a:chOff x="0" y="0"/>
            <a:chExt cx="6614249" cy="225830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700"/>
              <a:ext cx="6588887" cy="2232914"/>
            </a:xfrm>
            <a:custGeom>
              <a:avLst/>
              <a:gdLst/>
              <a:ahLst/>
              <a:cxnLst/>
              <a:rect r="r" b="b" t="t" l="l"/>
              <a:pathLst>
                <a:path h="2232914" w="6588887">
                  <a:moveTo>
                    <a:pt x="0" y="164719"/>
                  </a:moveTo>
                  <a:cubicBezTo>
                    <a:pt x="0" y="73787"/>
                    <a:pt x="74295" y="0"/>
                    <a:pt x="165989" y="0"/>
                  </a:cubicBezTo>
                  <a:lnTo>
                    <a:pt x="6422898" y="0"/>
                  </a:lnTo>
                  <a:cubicBezTo>
                    <a:pt x="6514592" y="0"/>
                    <a:pt x="6588887" y="73787"/>
                    <a:pt x="6588887" y="164719"/>
                  </a:cubicBezTo>
                  <a:lnTo>
                    <a:pt x="6588887" y="2068195"/>
                  </a:lnTo>
                  <a:cubicBezTo>
                    <a:pt x="6588887" y="2159127"/>
                    <a:pt x="6514592" y="2232914"/>
                    <a:pt x="6422898" y="2232914"/>
                  </a:cubicBezTo>
                  <a:lnTo>
                    <a:pt x="165989" y="2232914"/>
                  </a:lnTo>
                  <a:cubicBezTo>
                    <a:pt x="74295" y="2232914"/>
                    <a:pt x="0" y="2159127"/>
                    <a:pt x="0" y="206819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614287" cy="2258314"/>
            </a:xfrm>
            <a:custGeom>
              <a:avLst/>
              <a:gdLst/>
              <a:ahLst/>
              <a:cxnLst/>
              <a:rect r="r" b="b" t="t" l="l"/>
              <a:pathLst>
                <a:path h="2258314" w="6614287">
                  <a:moveTo>
                    <a:pt x="0" y="177419"/>
                  </a:moveTo>
                  <a:cubicBezTo>
                    <a:pt x="0" y="79375"/>
                    <a:pt x="80137" y="0"/>
                    <a:pt x="178689" y="0"/>
                  </a:cubicBezTo>
                  <a:lnTo>
                    <a:pt x="6435598" y="0"/>
                  </a:lnTo>
                  <a:lnTo>
                    <a:pt x="6435598" y="12700"/>
                  </a:lnTo>
                  <a:lnTo>
                    <a:pt x="6435598" y="0"/>
                  </a:lnTo>
                  <a:cubicBezTo>
                    <a:pt x="6534150" y="0"/>
                    <a:pt x="6614287" y="79375"/>
                    <a:pt x="6614287" y="177419"/>
                  </a:cubicBezTo>
                  <a:lnTo>
                    <a:pt x="6601587" y="177419"/>
                  </a:lnTo>
                  <a:lnTo>
                    <a:pt x="6614287" y="177419"/>
                  </a:lnTo>
                  <a:lnTo>
                    <a:pt x="6614287" y="2080895"/>
                  </a:lnTo>
                  <a:lnTo>
                    <a:pt x="6601587" y="2080895"/>
                  </a:lnTo>
                  <a:lnTo>
                    <a:pt x="6614287" y="2080895"/>
                  </a:lnTo>
                  <a:cubicBezTo>
                    <a:pt x="6614287" y="2178939"/>
                    <a:pt x="6534150" y="2258314"/>
                    <a:pt x="6435598" y="2258314"/>
                  </a:cubicBezTo>
                  <a:lnTo>
                    <a:pt x="6435598" y="2245614"/>
                  </a:lnTo>
                  <a:lnTo>
                    <a:pt x="6435598" y="2258314"/>
                  </a:lnTo>
                  <a:lnTo>
                    <a:pt x="178689" y="2258314"/>
                  </a:lnTo>
                  <a:lnTo>
                    <a:pt x="178689" y="2245614"/>
                  </a:lnTo>
                  <a:lnTo>
                    <a:pt x="178689" y="2258314"/>
                  </a:lnTo>
                  <a:cubicBezTo>
                    <a:pt x="80137" y="2258314"/>
                    <a:pt x="0" y="2178939"/>
                    <a:pt x="0" y="2080895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080895"/>
                  </a:lnTo>
                  <a:lnTo>
                    <a:pt x="12700" y="2080895"/>
                  </a:lnTo>
                  <a:lnTo>
                    <a:pt x="25400" y="2080895"/>
                  </a:lnTo>
                  <a:cubicBezTo>
                    <a:pt x="25400" y="2164715"/>
                    <a:pt x="93980" y="2232914"/>
                    <a:pt x="178689" y="2232914"/>
                  </a:cubicBezTo>
                  <a:lnTo>
                    <a:pt x="6435598" y="2232914"/>
                  </a:lnTo>
                  <a:cubicBezTo>
                    <a:pt x="6520307" y="2232914"/>
                    <a:pt x="6588887" y="2164715"/>
                    <a:pt x="6588887" y="2080895"/>
                  </a:cubicBezTo>
                  <a:lnTo>
                    <a:pt x="6588887" y="177419"/>
                  </a:lnTo>
                  <a:cubicBezTo>
                    <a:pt x="6588887" y="93599"/>
                    <a:pt x="6520307" y="25400"/>
                    <a:pt x="6435598" y="25400"/>
                  </a:cubicBezTo>
                  <a:lnTo>
                    <a:pt x="178689" y="25400"/>
                  </a:lnTo>
                  <a:lnTo>
                    <a:pt x="178689" y="12700"/>
                  </a:lnTo>
                  <a:lnTo>
                    <a:pt x="178689" y="25400"/>
                  </a:lnTo>
                  <a:cubicBezTo>
                    <a:pt x="93980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826377" y="2571093"/>
            <a:ext cx="128883" cy="1336834"/>
            <a:chOff x="0" y="0"/>
            <a:chExt cx="171844" cy="17824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146431" cy="1757045"/>
            </a:xfrm>
            <a:custGeom>
              <a:avLst/>
              <a:gdLst/>
              <a:ahLst/>
              <a:cxnLst/>
              <a:rect r="r" b="b" t="t" l="l"/>
              <a:pathLst>
                <a:path h="17570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757045"/>
                  </a:lnTo>
                  <a:lnTo>
                    <a:pt x="0" y="1757045"/>
                  </a:lnTo>
                  <a:close/>
                </a:path>
              </a:pathLst>
            </a:custGeom>
            <a:solidFill>
              <a:srgbClr val="D9954B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1831" cy="1782445"/>
            </a:xfrm>
            <a:custGeom>
              <a:avLst/>
              <a:gdLst/>
              <a:ahLst/>
              <a:cxnLst/>
              <a:rect r="r" b="b" t="t" l="l"/>
              <a:pathLst>
                <a:path h="1782445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769745"/>
                  </a:lnTo>
                  <a:cubicBezTo>
                    <a:pt x="171831" y="1776730"/>
                    <a:pt x="166116" y="1782445"/>
                    <a:pt x="159131" y="1782445"/>
                  </a:cubicBezTo>
                  <a:lnTo>
                    <a:pt x="12700" y="1782445"/>
                  </a:lnTo>
                  <a:cubicBezTo>
                    <a:pt x="5715" y="1782445"/>
                    <a:pt x="0" y="1776730"/>
                    <a:pt x="0" y="17697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9745"/>
                  </a:lnTo>
                  <a:lnTo>
                    <a:pt x="12700" y="1769745"/>
                  </a:lnTo>
                  <a:lnTo>
                    <a:pt x="12700" y="1757045"/>
                  </a:lnTo>
                  <a:lnTo>
                    <a:pt x="159131" y="1757045"/>
                  </a:lnTo>
                  <a:lnTo>
                    <a:pt x="159131" y="1769745"/>
                  </a:lnTo>
                  <a:lnTo>
                    <a:pt x="146431" y="1769745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954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124167" y="2635529"/>
            <a:ext cx="4227833" cy="398078"/>
            <a:chOff x="0" y="0"/>
            <a:chExt cx="5637111" cy="5307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637108" cy="530767"/>
            </a:xfrm>
            <a:custGeom>
              <a:avLst/>
              <a:gdLst/>
              <a:ahLst/>
              <a:cxnLst/>
              <a:rect r="r" b="b" t="t" l="l"/>
              <a:pathLst>
                <a:path h="530767" w="5637108">
                  <a:moveTo>
                    <a:pt x="0" y="0"/>
                  </a:moveTo>
                  <a:lnTo>
                    <a:pt x="5637108" y="0"/>
                  </a:lnTo>
                  <a:lnTo>
                    <a:pt x="563710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944" r="0" b="-15694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5637111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Low AI accuracy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7124167" y="3198324"/>
            <a:ext cx="4227833" cy="72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Generated meal or workout plans may be ineffective or unsafe without validation.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2275887" y="2392642"/>
            <a:ext cx="4960687" cy="1693726"/>
            <a:chOff x="0" y="0"/>
            <a:chExt cx="6614249" cy="225830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6588887" cy="2232914"/>
            </a:xfrm>
            <a:custGeom>
              <a:avLst/>
              <a:gdLst/>
              <a:ahLst/>
              <a:cxnLst/>
              <a:rect r="r" b="b" t="t" l="l"/>
              <a:pathLst>
                <a:path h="2232914" w="6588887">
                  <a:moveTo>
                    <a:pt x="0" y="164719"/>
                  </a:moveTo>
                  <a:cubicBezTo>
                    <a:pt x="0" y="73787"/>
                    <a:pt x="74295" y="0"/>
                    <a:pt x="165989" y="0"/>
                  </a:cubicBezTo>
                  <a:lnTo>
                    <a:pt x="6422898" y="0"/>
                  </a:lnTo>
                  <a:cubicBezTo>
                    <a:pt x="6514592" y="0"/>
                    <a:pt x="6588887" y="73787"/>
                    <a:pt x="6588887" y="164719"/>
                  </a:cubicBezTo>
                  <a:lnTo>
                    <a:pt x="6588887" y="2068195"/>
                  </a:lnTo>
                  <a:cubicBezTo>
                    <a:pt x="6588887" y="2159127"/>
                    <a:pt x="6514592" y="2232914"/>
                    <a:pt x="6422898" y="2232914"/>
                  </a:cubicBezTo>
                  <a:lnTo>
                    <a:pt x="165989" y="2232914"/>
                  </a:lnTo>
                  <a:cubicBezTo>
                    <a:pt x="74295" y="2232914"/>
                    <a:pt x="0" y="2159127"/>
                    <a:pt x="0" y="206819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614287" cy="2258314"/>
            </a:xfrm>
            <a:custGeom>
              <a:avLst/>
              <a:gdLst/>
              <a:ahLst/>
              <a:cxnLst/>
              <a:rect r="r" b="b" t="t" l="l"/>
              <a:pathLst>
                <a:path h="2258314" w="6614287">
                  <a:moveTo>
                    <a:pt x="0" y="177419"/>
                  </a:moveTo>
                  <a:cubicBezTo>
                    <a:pt x="0" y="79375"/>
                    <a:pt x="80137" y="0"/>
                    <a:pt x="178689" y="0"/>
                  </a:cubicBezTo>
                  <a:lnTo>
                    <a:pt x="6435598" y="0"/>
                  </a:lnTo>
                  <a:lnTo>
                    <a:pt x="6435598" y="12700"/>
                  </a:lnTo>
                  <a:lnTo>
                    <a:pt x="6435598" y="0"/>
                  </a:lnTo>
                  <a:cubicBezTo>
                    <a:pt x="6534150" y="0"/>
                    <a:pt x="6614287" y="79375"/>
                    <a:pt x="6614287" y="177419"/>
                  </a:cubicBezTo>
                  <a:lnTo>
                    <a:pt x="6601587" y="177419"/>
                  </a:lnTo>
                  <a:lnTo>
                    <a:pt x="6614287" y="177419"/>
                  </a:lnTo>
                  <a:lnTo>
                    <a:pt x="6614287" y="2080895"/>
                  </a:lnTo>
                  <a:lnTo>
                    <a:pt x="6601587" y="2080895"/>
                  </a:lnTo>
                  <a:lnTo>
                    <a:pt x="6614287" y="2080895"/>
                  </a:lnTo>
                  <a:cubicBezTo>
                    <a:pt x="6614287" y="2178939"/>
                    <a:pt x="6534150" y="2258314"/>
                    <a:pt x="6435598" y="2258314"/>
                  </a:cubicBezTo>
                  <a:lnTo>
                    <a:pt x="6435598" y="2245614"/>
                  </a:lnTo>
                  <a:lnTo>
                    <a:pt x="6435598" y="2258314"/>
                  </a:lnTo>
                  <a:lnTo>
                    <a:pt x="178689" y="2258314"/>
                  </a:lnTo>
                  <a:lnTo>
                    <a:pt x="178689" y="2245614"/>
                  </a:lnTo>
                  <a:lnTo>
                    <a:pt x="178689" y="2258314"/>
                  </a:lnTo>
                  <a:cubicBezTo>
                    <a:pt x="80137" y="2258314"/>
                    <a:pt x="0" y="2178939"/>
                    <a:pt x="0" y="2080895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080895"/>
                  </a:lnTo>
                  <a:lnTo>
                    <a:pt x="12700" y="2080895"/>
                  </a:lnTo>
                  <a:lnTo>
                    <a:pt x="25400" y="2080895"/>
                  </a:lnTo>
                  <a:cubicBezTo>
                    <a:pt x="25400" y="2164715"/>
                    <a:pt x="93980" y="2232914"/>
                    <a:pt x="178689" y="2232914"/>
                  </a:cubicBezTo>
                  <a:lnTo>
                    <a:pt x="6435598" y="2232914"/>
                  </a:lnTo>
                  <a:cubicBezTo>
                    <a:pt x="6520307" y="2232914"/>
                    <a:pt x="6588887" y="2164715"/>
                    <a:pt x="6588887" y="2080895"/>
                  </a:cubicBezTo>
                  <a:lnTo>
                    <a:pt x="6588887" y="177419"/>
                  </a:lnTo>
                  <a:cubicBezTo>
                    <a:pt x="6588887" y="93599"/>
                    <a:pt x="6520307" y="25400"/>
                    <a:pt x="6435598" y="25400"/>
                  </a:cubicBezTo>
                  <a:lnTo>
                    <a:pt x="178689" y="25400"/>
                  </a:lnTo>
                  <a:lnTo>
                    <a:pt x="178689" y="12700"/>
                  </a:lnTo>
                  <a:lnTo>
                    <a:pt x="178689" y="25400"/>
                  </a:lnTo>
                  <a:cubicBezTo>
                    <a:pt x="93980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454338" y="2571093"/>
            <a:ext cx="128883" cy="1336834"/>
            <a:chOff x="0" y="0"/>
            <a:chExt cx="171844" cy="178244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146431" cy="1757045"/>
            </a:xfrm>
            <a:custGeom>
              <a:avLst/>
              <a:gdLst/>
              <a:ahLst/>
              <a:cxnLst/>
              <a:rect r="r" b="b" t="t" l="l"/>
              <a:pathLst>
                <a:path h="17570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757045"/>
                  </a:lnTo>
                  <a:lnTo>
                    <a:pt x="0" y="1757045"/>
                  </a:lnTo>
                  <a:close/>
                </a:path>
              </a:pathLst>
            </a:custGeom>
            <a:solidFill>
              <a:srgbClr val="6D91A6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1831" cy="1782445"/>
            </a:xfrm>
            <a:custGeom>
              <a:avLst/>
              <a:gdLst/>
              <a:ahLst/>
              <a:cxnLst/>
              <a:rect r="r" b="b" t="t" l="l"/>
              <a:pathLst>
                <a:path h="1782445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769745"/>
                  </a:lnTo>
                  <a:cubicBezTo>
                    <a:pt x="171831" y="1776730"/>
                    <a:pt x="166116" y="1782445"/>
                    <a:pt x="159131" y="1782445"/>
                  </a:cubicBezTo>
                  <a:lnTo>
                    <a:pt x="12700" y="1782445"/>
                  </a:lnTo>
                  <a:cubicBezTo>
                    <a:pt x="5715" y="1782445"/>
                    <a:pt x="0" y="1776730"/>
                    <a:pt x="0" y="17697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9745"/>
                  </a:lnTo>
                  <a:lnTo>
                    <a:pt x="12700" y="1769745"/>
                  </a:lnTo>
                  <a:lnTo>
                    <a:pt x="12700" y="1757045"/>
                  </a:lnTo>
                  <a:lnTo>
                    <a:pt x="159131" y="1757045"/>
                  </a:lnTo>
                  <a:lnTo>
                    <a:pt x="159131" y="1769745"/>
                  </a:lnTo>
                  <a:lnTo>
                    <a:pt x="146431" y="1769745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D91A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752127" y="2635529"/>
            <a:ext cx="4227833" cy="398078"/>
            <a:chOff x="0" y="0"/>
            <a:chExt cx="5637111" cy="5307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37108" cy="530767"/>
            </a:xfrm>
            <a:custGeom>
              <a:avLst/>
              <a:gdLst/>
              <a:ahLst/>
              <a:cxnLst/>
              <a:rect r="r" b="b" t="t" l="l"/>
              <a:pathLst>
                <a:path h="530767" w="5637108">
                  <a:moveTo>
                    <a:pt x="0" y="0"/>
                  </a:moveTo>
                  <a:lnTo>
                    <a:pt x="5637108" y="0"/>
                  </a:lnTo>
                  <a:lnTo>
                    <a:pt x="563710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944" r="0" b="-15694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5637111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Integration issues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2752127" y="3198324"/>
            <a:ext cx="4227833" cy="72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AI, backend, database, and wearable data may not work smoothly together.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019975" y="4588916"/>
            <a:ext cx="4960687" cy="1693726"/>
            <a:chOff x="0" y="0"/>
            <a:chExt cx="6614249" cy="225830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2700" y="12700"/>
              <a:ext cx="6588887" cy="2232914"/>
            </a:xfrm>
            <a:custGeom>
              <a:avLst/>
              <a:gdLst/>
              <a:ahLst/>
              <a:cxnLst/>
              <a:rect r="r" b="b" t="t" l="l"/>
              <a:pathLst>
                <a:path h="2232914" w="6588887">
                  <a:moveTo>
                    <a:pt x="0" y="164719"/>
                  </a:moveTo>
                  <a:cubicBezTo>
                    <a:pt x="0" y="73787"/>
                    <a:pt x="74295" y="0"/>
                    <a:pt x="165989" y="0"/>
                  </a:cubicBezTo>
                  <a:lnTo>
                    <a:pt x="6422898" y="0"/>
                  </a:lnTo>
                  <a:cubicBezTo>
                    <a:pt x="6514592" y="0"/>
                    <a:pt x="6588887" y="73787"/>
                    <a:pt x="6588887" y="164719"/>
                  </a:cubicBezTo>
                  <a:lnTo>
                    <a:pt x="6588887" y="2068195"/>
                  </a:lnTo>
                  <a:cubicBezTo>
                    <a:pt x="6588887" y="2159127"/>
                    <a:pt x="6514592" y="2232914"/>
                    <a:pt x="6422898" y="2232914"/>
                  </a:cubicBezTo>
                  <a:lnTo>
                    <a:pt x="165989" y="2232914"/>
                  </a:lnTo>
                  <a:cubicBezTo>
                    <a:pt x="74295" y="2232914"/>
                    <a:pt x="0" y="2159127"/>
                    <a:pt x="0" y="206819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614287" cy="2258314"/>
            </a:xfrm>
            <a:custGeom>
              <a:avLst/>
              <a:gdLst/>
              <a:ahLst/>
              <a:cxnLst/>
              <a:rect r="r" b="b" t="t" l="l"/>
              <a:pathLst>
                <a:path h="2258314" w="6614287">
                  <a:moveTo>
                    <a:pt x="0" y="177419"/>
                  </a:moveTo>
                  <a:cubicBezTo>
                    <a:pt x="0" y="79375"/>
                    <a:pt x="80137" y="0"/>
                    <a:pt x="178689" y="0"/>
                  </a:cubicBezTo>
                  <a:lnTo>
                    <a:pt x="6435598" y="0"/>
                  </a:lnTo>
                  <a:lnTo>
                    <a:pt x="6435598" y="12700"/>
                  </a:lnTo>
                  <a:lnTo>
                    <a:pt x="6435598" y="0"/>
                  </a:lnTo>
                  <a:cubicBezTo>
                    <a:pt x="6534150" y="0"/>
                    <a:pt x="6614287" y="79375"/>
                    <a:pt x="6614287" y="177419"/>
                  </a:cubicBezTo>
                  <a:lnTo>
                    <a:pt x="6601587" y="177419"/>
                  </a:lnTo>
                  <a:lnTo>
                    <a:pt x="6614287" y="177419"/>
                  </a:lnTo>
                  <a:lnTo>
                    <a:pt x="6614287" y="2080895"/>
                  </a:lnTo>
                  <a:lnTo>
                    <a:pt x="6601587" y="2080895"/>
                  </a:lnTo>
                  <a:lnTo>
                    <a:pt x="6614287" y="2080895"/>
                  </a:lnTo>
                  <a:cubicBezTo>
                    <a:pt x="6614287" y="2178939"/>
                    <a:pt x="6534150" y="2258314"/>
                    <a:pt x="6435598" y="2258314"/>
                  </a:cubicBezTo>
                  <a:lnTo>
                    <a:pt x="6435598" y="2245614"/>
                  </a:lnTo>
                  <a:lnTo>
                    <a:pt x="6435598" y="2258314"/>
                  </a:lnTo>
                  <a:lnTo>
                    <a:pt x="178689" y="2258314"/>
                  </a:lnTo>
                  <a:lnTo>
                    <a:pt x="178689" y="2245614"/>
                  </a:lnTo>
                  <a:lnTo>
                    <a:pt x="178689" y="2258314"/>
                  </a:lnTo>
                  <a:cubicBezTo>
                    <a:pt x="80137" y="2258314"/>
                    <a:pt x="0" y="2178939"/>
                    <a:pt x="0" y="2080895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080895"/>
                  </a:lnTo>
                  <a:lnTo>
                    <a:pt x="12700" y="2080895"/>
                  </a:lnTo>
                  <a:lnTo>
                    <a:pt x="25400" y="2080895"/>
                  </a:lnTo>
                  <a:cubicBezTo>
                    <a:pt x="25400" y="2164715"/>
                    <a:pt x="93980" y="2232914"/>
                    <a:pt x="178689" y="2232914"/>
                  </a:cubicBezTo>
                  <a:lnTo>
                    <a:pt x="6435598" y="2232914"/>
                  </a:lnTo>
                  <a:cubicBezTo>
                    <a:pt x="6520307" y="2232914"/>
                    <a:pt x="6588887" y="2164715"/>
                    <a:pt x="6588887" y="2080895"/>
                  </a:cubicBezTo>
                  <a:lnTo>
                    <a:pt x="6588887" y="177419"/>
                  </a:lnTo>
                  <a:cubicBezTo>
                    <a:pt x="6588887" y="93599"/>
                    <a:pt x="6520307" y="25400"/>
                    <a:pt x="6435598" y="25400"/>
                  </a:cubicBezTo>
                  <a:lnTo>
                    <a:pt x="178689" y="25400"/>
                  </a:lnTo>
                  <a:lnTo>
                    <a:pt x="178689" y="12700"/>
                  </a:lnTo>
                  <a:lnTo>
                    <a:pt x="178689" y="25400"/>
                  </a:lnTo>
                  <a:cubicBezTo>
                    <a:pt x="93980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98416" y="4767367"/>
            <a:ext cx="128883" cy="1336834"/>
            <a:chOff x="0" y="0"/>
            <a:chExt cx="171844" cy="178244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2700" y="12700"/>
              <a:ext cx="146431" cy="1757045"/>
            </a:xfrm>
            <a:custGeom>
              <a:avLst/>
              <a:gdLst/>
              <a:ahLst/>
              <a:cxnLst/>
              <a:rect r="r" b="b" t="t" l="l"/>
              <a:pathLst>
                <a:path h="17570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757045"/>
                  </a:lnTo>
                  <a:lnTo>
                    <a:pt x="0" y="1757045"/>
                  </a:lnTo>
                  <a:close/>
                </a:path>
              </a:pathLst>
            </a:custGeom>
            <a:solidFill>
              <a:srgbClr val="81709C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71831" cy="1782445"/>
            </a:xfrm>
            <a:custGeom>
              <a:avLst/>
              <a:gdLst/>
              <a:ahLst/>
              <a:cxnLst/>
              <a:rect r="r" b="b" t="t" l="l"/>
              <a:pathLst>
                <a:path h="1782445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769745"/>
                  </a:lnTo>
                  <a:cubicBezTo>
                    <a:pt x="171831" y="1776730"/>
                    <a:pt x="166116" y="1782445"/>
                    <a:pt x="159131" y="1782445"/>
                  </a:cubicBezTo>
                  <a:lnTo>
                    <a:pt x="12700" y="1782445"/>
                  </a:lnTo>
                  <a:cubicBezTo>
                    <a:pt x="5715" y="1782445"/>
                    <a:pt x="0" y="1776730"/>
                    <a:pt x="0" y="17697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9745"/>
                  </a:lnTo>
                  <a:lnTo>
                    <a:pt x="12700" y="1769745"/>
                  </a:lnTo>
                  <a:lnTo>
                    <a:pt x="12700" y="1757045"/>
                  </a:lnTo>
                  <a:lnTo>
                    <a:pt x="159131" y="1757045"/>
                  </a:lnTo>
                  <a:lnTo>
                    <a:pt x="159131" y="1769745"/>
                  </a:lnTo>
                  <a:lnTo>
                    <a:pt x="146431" y="1769745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81709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496216" y="4831804"/>
            <a:ext cx="4227833" cy="398078"/>
            <a:chOff x="0" y="0"/>
            <a:chExt cx="5637111" cy="53077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637108" cy="530767"/>
            </a:xfrm>
            <a:custGeom>
              <a:avLst/>
              <a:gdLst/>
              <a:ahLst/>
              <a:cxnLst/>
              <a:rect r="r" b="b" t="t" l="l"/>
              <a:pathLst>
                <a:path h="530767" w="5637108">
                  <a:moveTo>
                    <a:pt x="0" y="0"/>
                  </a:moveTo>
                  <a:lnTo>
                    <a:pt x="5637108" y="0"/>
                  </a:lnTo>
                  <a:lnTo>
                    <a:pt x="563710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944" r="0" b="-15694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5637111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Compliance risk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496216" y="5394598"/>
            <a:ext cx="4227833" cy="72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Improper health data handling may create KVKK/GDPR problems.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6647926" y="4588916"/>
            <a:ext cx="4960687" cy="1693726"/>
            <a:chOff x="0" y="0"/>
            <a:chExt cx="6614249" cy="225830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2700" y="12700"/>
              <a:ext cx="6588887" cy="2232914"/>
            </a:xfrm>
            <a:custGeom>
              <a:avLst/>
              <a:gdLst/>
              <a:ahLst/>
              <a:cxnLst/>
              <a:rect r="r" b="b" t="t" l="l"/>
              <a:pathLst>
                <a:path h="2232914" w="6588887">
                  <a:moveTo>
                    <a:pt x="0" y="164719"/>
                  </a:moveTo>
                  <a:cubicBezTo>
                    <a:pt x="0" y="73787"/>
                    <a:pt x="74295" y="0"/>
                    <a:pt x="165989" y="0"/>
                  </a:cubicBezTo>
                  <a:lnTo>
                    <a:pt x="6422898" y="0"/>
                  </a:lnTo>
                  <a:cubicBezTo>
                    <a:pt x="6514592" y="0"/>
                    <a:pt x="6588887" y="73787"/>
                    <a:pt x="6588887" y="164719"/>
                  </a:cubicBezTo>
                  <a:lnTo>
                    <a:pt x="6588887" y="2068195"/>
                  </a:lnTo>
                  <a:cubicBezTo>
                    <a:pt x="6588887" y="2159127"/>
                    <a:pt x="6514592" y="2232914"/>
                    <a:pt x="6422898" y="2232914"/>
                  </a:cubicBezTo>
                  <a:lnTo>
                    <a:pt x="165989" y="2232914"/>
                  </a:lnTo>
                  <a:cubicBezTo>
                    <a:pt x="74295" y="2232914"/>
                    <a:pt x="0" y="2159127"/>
                    <a:pt x="0" y="206819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614287" cy="2258314"/>
            </a:xfrm>
            <a:custGeom>
              <a:avLst/>
              <a:gdLst/>
              <a:ahLst/>
              <a:cxnLst/>
              <a:rect r="r" b="b" t="t" l="l"/>
              <a:pathLst>
                <a:path h="2258314" w="6614287">
                  <a:moveTo>
                    <a:pt x="0" y="177419"/>
                  </a:moveTo>
                  <a:cubicBezTo>
                    <a:pt x="0" y="79375"/>
                    <a:pt x="80137" y="0"/>
                    <a:pt x="178689" y="0"/>
                  </a:cubicBezTo>
                  <a:lnTo>
                    <a:pt x="6435598" y="0"/>
                  </a:lnTo>
                  <a:lnTo>
                    <a:pt x="6435598" y="12700"/>
                  </a:lnTo>
                  <a:lnTo>
                    <a:pt x="6435598" y="0"/>
                  </a:lnTo>
                  <a:cubicBezTo>
                    <a:pt x="6534150" y="0"/>
                    <a:pt x="6614287" y="79375"/>
                    <a:pt x="6614287" y="177419"/>
                  </a:cubicBezTo>
                  <a:lnTo>
                    <a:pt x="6601587" y="177419"/>
                  </a:lnTo>
                  <a:lnTo>
                    <a:pt x="6614287" y="177419"/>
                  </a:lnTo>
                  <a:lnTo>
                    <a:pt x="6614287" y="2080895"/>
                  </a:lnTo>
                  <a:lnTo>
                    <a:pt x="6601587" y="2080895"/>
                  </a:lnTo>
                  <a:lnTo>
                    <a:pt x="6614287" y="2080895"/>
                  </a:lnTo>
                  <a:cubicBezTo>
                    <a:pt x="6614287" y="2178939"/>
                    <a:pt x="6534150" y="2258314"/>
                    <a:pt x="6435598" y="2258314"/>
                  </a:cubicBezTo>
                  <a:lnTo>
                    <a:pt x="6435598" y="2245614"/>
                  </a:lnTo>
                  <a:lnTo>
                    <a:pt x="6435598" y="2258314"/>
                  </a:lnTo>
                  <a:lnTo>
                    <a:pt x="178689" y="2258314"/>
                  </a:lnTo>
                  <a:lnTo>
                    <a:pt x="178689" y="2245614"/>
                  </a:lnTo>
                  <a:lnTo>
                    <a:pt x="178689" y="2258314"/>
                  </a:lnTo>
                  <a:cubicBezTo>
                    <a:pt x="80137" y="2258314"/>
                    <a:pt x="0" y="2178939"/>
                    <a:pt x="0" y="2080895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080895"/>
                  </a:lnTo>
                  <a:lnTo>
                    <a:pt x="12700" y="2080895"/>
                  </a:lnTo>
                  <a:lnTo>
                    <a:pt x="25400" y="2080895"/>
                  </a:lnTo>
                  <a:cubicBezTo>
                    <a:pt x="25400" y="2164715"/>
                    <a:pt x="93980" y="2232914"/>
                    <a:pt x="178689" y="2232914"/>
                  </a:cubicBezTo>
                  <a:lnTo>
                    <a:pt x="6435598" y="2232914"/>
                  </a:lnTo>
                  <a:cubicBezTo>
                    <a:pt x="6520307" y="2232914"/>
                    <a:pt x="6588887" y="2164715"/>
                    <a:pt x="6588887" y="2080895"/>
                  </a:cubicBezTo>
                  <a:lnTo>
                    <a:pt x="6588887" y="177419"/>
                  </a:lnTo>
                  <a:cubicBezTo>
                    <a:pt x="6588887" y="93599"/>
                    <a:pt x="6520307" y="25400"/>
                    <a:pt x="6435598" y="25400"/>
                  </a:cubicBezTo>
                  <a:lnTo>
                    <a:pt x="178689" y="25400"/>
                  </a:lnTo>
                  <a:lnTo>
                    <a:pt x="178689" y="12700"/>
                  </a:lnTo>
                  <a:lnTo>
                    <a:pt x="178689" y="25400"/>
                  </a:lnTo>
                  <a:cubicBezTo>
                    <a:pt x="93980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826377" y="4767367"/>
            <a:ext cx="128883" cy="1336834"/>
            <a:chOff x="0" y="0"/>
            <a:chExt cx="171844" cy="178244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2700" y="12700"/>
              <a:ext cx="146431" cy="1757045"/>
            </a:xfrm>
            <a:custGeom>
              <a:avLst/>
              <a:gdLst/>
              <a:ahLst/>
              <a:cxnLst/>
              <a:rect r="r" b="b" t="t" l="l"/>
              <a:pathLst>
                <a:path h="17570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757045"/>
                  </a:lnTo>
                  <a:lnTo>
                    <a:pt x="0" y="1757045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1831" cy="1782445"/>
            </a:xfrm>
            <a:custGeom>
              <a:avLst/>
              <a:gdLst/>
              <a:ahLst/>
              <a:cxnLst/>
              <a:rect r="r" b="b" t="t" l="l"/>
              <a:pathLst>
                <a:path h="1782445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769745"/>
                  </a:lnTo>
                  <a:cubicBezTo>
                    <a:pt x="171831" y="1776730"/>
                    <a:pt x="166116" y="1782445"/>
                    <a:pt x="159131" y="1782445"/>
                  </a:cubicBezTo>
                  <a:lnTo>
                    <a:pt x="12700" y="1782445"/>
                  </a:lnTo>
                  <a:cubicBezTo>
                    <a:pt x="5715" y="1782445"/>
                    <a:pt x="0" y="1776730"/>
                    <a:pt x="0" y="17697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9745"/>
                  </a:lnTo>
                  <a:lnTo>
                    <a:pt x="12700" y="1769745"/>
                  </a:lnTo>
                  <a:lnTo>
                    <a:pt x="12700" y="1757045"/>
                  </a:lnTo>
                  <a:lnTo>
                    <a:pt x="159131" y="1757045"/>
                  </a:lnTo>
                  <a:lnTo>
                    <a:pt x="159131" y="1769745"/>
                  </a:lnTo>
                  <a:lnTo>
                    <a:pt x="146431" y="1769745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7124167" y="4831804"/>
            <a:ext cx="4227833" cy="398078"/>
            <a:chOff x="0" y="0"/>
            <a:chExt cx="5637111" cy="53077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637108" cy="530767"/>
            </a:xfrm>
            <a:custGeom>
              <a:avLst/>
              <a:gdLst/>
              <a:ahLst/>
              <a:cxnLst/>
              <a:rect r="r" b="b" t="t" l="l"/>
              <a:pathLst>
                <a:path h="530767" w="5637108">
                  <a:moveTo>
                    <a:pt x="0" y="0"/>
                  </a:moveTo>
                  <a:lnTo>
                    <a:pt x="5637108" y="0"/>
                  </a:lnTo>
                  <a:lnTo>
                    <a:pt x="563710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944" r="0" b="-15694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5637111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Schedule delays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7124167" y="5394598"/>
            <a:ext cx="4227833" cy="72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AI and backend tasks may take longer than expected.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12275887" y="4588916"/>
            <a:ext cx="4960687" cy="1693726"/>
            <a:chOff x="0" y="0"/>
            <a:chExt cx="6614249" cy="225830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2700" y="12700"/>
              <a:ext cx="6588887" cy="2232914"/>
            </a:xfrm>
            <a:custGeom>
              <a:avLst/>
              <a:gdLst/>
              <a:ahLst/>
              <a:cxnLst/>
              <a:rect r="r" b="b" t="t" l="l"/>
              <a:pathLst>
                <a:path h="2232914" w="6588887">
                  <a:moveTo>
                    <a:pt x="0" y="164719"/>
                  </a:moveTo>
                  <a:cubicBezTo>
                    <a:pt x="0" y="73787"/>
                    <a:pt x="74295" y="0"/>
                    <a:pt x="165989" y="0"/>
                  </a:cubicBezTo>
                  <a:lnTo>
                    <a:pt x="6422898" y="0"/>
                  </a:lnTo>
                  <a:cubicBezTo>
                    <a:pt x="6514592" y="0"/>
                    <a:pt x="6588887" y="73787"/>
                    <a:pt x="6588887" y="164719"/>
                  </a:cubicBezTo>
                  <a:lnTo>
                    <a:pt x="6588887" y="2068195"/>
                  </a:lnTo>
                  <a:cubicBezTo>
                    <a:pt x="6588887" y="2159127"/>
                    <a:pt x="6514592" y="2232914"/>
                    <a:pt x="6422898" y="2232914"/>
                  </a:cubicBezTo>
                  <a:lnTo>
                    <a:pt x="165989" y="2232914"/>
                  </a:lnTo>
                  <a:cubicBezTo>
                    <a:pt x="74295" y="2232914"/>
                    <a:pt x="0" y="2159127"/>
                    <a:pt x="0" y="206819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614287" cy="2258314"/>
            </a:xfrm>
            <a:custGeom>
              <a:avLst/>
              <a:gdLst/>
              <a:ahLst/>
              <a:cxnLst/>
              <a:rect r="r" b="b" t="t" l="l"/>
              <a:pathLst>
                <a:path h="2258314" w="6614287">
                  <a:moveTo>
                    <a:pt x="0" y="177419"/>
                  </a:moveTo>
                  <a:cubicBezTo>
                    <a:pt x="0" y="79375"/>
                    <a:pt x="80137" y="0"/>
                    <a:pt x="178689" y="0"/>
                  </a:cubicBezTo>
                  <a:lnTo>
                    <a:pt x="6435598" y="0"/>
                  </a:lnTo>
                  <a:lnTo>
                    <a:pt x="6435598" y="12700"/>
                  </a:lnTo>
                  <a:lnTo>
                    <a:pt x="6435598" y="0"/>
                  </a:lnTo>
                  <a:cubicBezTo>
                    <a:pt x="6534150" y="0"/>
                    <a:pt x="6614287" y="79375"/>
                    <a:pt x="6614287" y="177419"/>
                  </a:cubicBezTo>
                  <a:lnTo>
                    <a:pt x="6601587" y="177419"/>
                  </a:lnTo>
                  <a:lnTo>
                    <a:pt x="6614287" y="177419"/>
                  </a:lnTo>
                  <a:lnTo>
                    <a:pt x="6614287" y="2080895"/>
                  </a:lnTo>
                  <a:lnTo>
                    <a:pt x="6601587" y="2080895"/>
                  </a:lnTo>
                  <a:lnTo>
                    <a:pt x="6614287" y="2080895"/>
                  </a:lnTo>
                  <a:cubicBezTo>
                    <a:pt x="6614287" y="2178939"/>
                    <a:pt x="6534150" y="2258314"/>
                    <a:pt x="6435598" y="2258314"/>
                  </a:cubicBezTo>
                  <a:lnTo>
                    <a:pt x="6435598" y="2245614"/>
                  </a:lnTo>
                  <a:lnTo>
                    <a:pt x="6435598" y="2258314"/>
                  </a:lnTo>
                  <a:lnTo>
                    <a:pt x="178689" y="2258314"/>
                  </a:lnTo>
                  <a:lnTo>
                    <a:pt x="178689" y="2245614"/>
                  </a:lnTo>
                  <a:lnTo>
                    <a:pt x="178689" y="2258314"/>
                  </a:lnTo>
                  <a:cubicBezTo>
                    <a:pt x="80137" y="2258314"/>
                    <a:pt x="0" y="2178939"/>
                    <a:pt x="0" y="2080895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080895"/>
                  </a:lnTo>
                  <a:lnTo>
                    <a:pt x="12700" y="2080895"/>
                  </a:lnTo>
                  <a:lnTo>
                    <a:pt x="25400" y="2080895"/>
                  </a:lnTo>
                  <a:cubicBezTo>
                    <a:pt x="25400" y="2164715"/>
                    <a:pt x="93980" y="2232914"/>
                    <a:pt x="178689" y="2232914"/>
                  </a:cubicBezTo>
                  <a:lnTo>
                    <a:pt x="6435598" y="2232914"/>
                  </a:lnTo>
                  <a:cubicBezTo>
                    <a:pt x="6520307" y="2232914"/>
                    <a:pt x="6588887" y="2164715"/>
                    <a:pt x="6588887" y="2080895"/>
                  </a:cubicBezTo>
                  <a:lnTo>
                    <a:pt x="6588887" y="177419"/>
                  </a:lnTo>
                  <a:cubicBezTo>
                    <a:pt x="6588887" y="93599"/>
                    <a:pt x="6520307" y="25400"/>
                    <a:pt x="6435598" y="25400"/>
                  </a:cubicBezTo>
                  <a:lnTo>
                    <a:pt x="178689" y="25400"/>
                  </a:lnTo>
                  <a:lnTo>
                    <a:pt x="178689" y="12700"/>
                  </a:lnTo>
                  <a:lnTo>
                    <a:pt x="178689" y="25400"/>
                  </a:lnTo>
                  <a:cubicBezTo>
                    <a:pt x="93980" y="25400"/>
                    <a:pt x="25400" y="93599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454338" y="4767367"/>
            <a:ext cx="128883" cy="1336834"/>
            <a:chOff x="0" y="0"/>
            <a:chExt cx="171844" cy="178244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2700" y="12700"/>
              <a:ext cx="146431" cy="1757045"/>
            </a:xfrm>
            <a:custGeom>
              <a:avLst/>
              <a:gdLst/>
              <a:ahLst/>
              <a:cxnLst/>
              <a:rect r="r" b="b" t="t" l="l"/>
              <a:pathLst>
                <a:path h="17570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757045"/>
                  </a:lnTo>
                  <a:lnTo>
                    <a:pt x="0" y="1757045"/>
                  </a:lnTo>
                  <a:close/>
                </a:path>
              </a:pathLst>
            </a:custGeom>
            <a:solidFill>
              <a:srgbClr val="6E9F73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71831" cy="1782445"/>
            </a:xfrm>
            <a:custGeom>
              <a:avLst/>
              <a:gdLst/>
              <a:ahLst/>
              <a:cxnLst/>
              <a:rect r="r" b="b" t="t" l="l"/>
              <a:pathLst>
                <a:path h="1782445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1769745"/>
                  </a:lnTo>
                  <a:cubicBezTo>
                    <a:pt x="171831" y="1776730"/>
                    <a:pt x="166116" y="1782445"/>
                    <a:pt x="159131" y="1782445"/>
                  </a:cubicBezTo>
                  <a:lnTo>
                    <a:pt x="12700" y="1782445"/>
                  </a:lnTo>
                  <a:cubicBezTo>
                    <a:pt x="5715" y="1782445"/>
                    <a:pt x="0" y="1776730"/>
                    <a:pt x="0" y="17697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9745"/>
                  </a:lnTo>
                  <a:lnTo>
                    <a:pt x="12700" y="1769745"/>
                  </a:lnTo>
                  <a:lnTo>
                    <a:pt x="12700" y="1757045"/>
                  </a:lnTo>
                  <a:lnTo>
                    <a:pt x="159131" y="1757045"/>
                  </a:lnTo>
                  <a:lnTo>
                    <a:pt x="159131" y="1769745"/>
                  </a:lnTo>
                  <a:lnTo>
                    <a:pt x="146431" y="1769745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752127" y="4831804"/>
            <a:ext cx="4227833" cy="398078"/>
            <a:chOff x="0" y="0"/>
            <a:chExt cx="5637111" cy="53077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637108" cy="530767"/>
            </a:xfrm>
            <a:custGeom>
              <a:avLst/>
              <a:gdLst/>
              <a:ahLst/>
              <a:cxnLst/>
              <a:rect r="r" b="b" t="t" l="l"/>
              <a:pathLst>
                <a:path h="530767" w="5637108">
                  <a:moveTo>
                    <a:pt x="0" y="0"/>
                  </a:moveTo>
                  <a:lnTo>
                    <a:pt x="5637108" y="0"/>
                  </a:lnTo>
                  <a:lnTo>
                    <a:pt x="5637108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944" r="0" b="-15694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5637111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costs</a:t>
              </a: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12752127" y="5394598"/>
            <a:ext cx="4227833" cy="72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AI token and service usage may exceed the planned budget.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3216250" y="7608799"/>
            <a:ext cx="11412245" cy="815216"/>
            <a:chOff x="0" y="0"/>
            <a:chExt cx="15216327" cy="1086955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2700" y="12700"/>
              <a:ext cx="15190978" cy="1061593"/>
            </a:xfrm>
            <a:custGeom>
              <a:avLst/>
              <a:gdLst/>
              <a:ahLst/>
              <a:cxnLst/>
              <a:rect r="r" b="b" t="t" l="l"/>
              <a:pathLst>
                <a:path h="1061593" w="15190978">
                  <a:moveTo>
                    <a:pt x="0" y="146431"/>
                  </a:moveTo>
                  <a:cubicBezTo>
                    <a:pt x="0" y="65532"/>
                    <a:pt x="67056" y="0"/>
                    <a:pt x="149733" y="0"/>
                  </a:cubicBezTo>
                  <a:lnTo>
                    <a:pt x="15041245" y="0"/>
                  </a:lnTo>
                  <a:cubicBezTo>
                    <a:pt x="15123922" y="0"/>
                    <a:pt x="15190978" y="65532"/>
                    <a:pt x="15190978" y="146431"/>
                  </a:cubicBezTo>
                  <a:lnTo>
                    <a:pt x="15190978" y="915162"/>
                  </a:lnTo>
                  <a:cubicBezTo>
                    <a:pt x="15190978" y="996061"/>
                    <a:pt x="15123922" y="1061593"/>
                    <a:pt x="15041245" y="1061593"/>
                  </a:cubicBezTo>
                  <a:lnTo>
                    <a:pt x="149733" y="1061593"/>
                  </a:lnTo>
                  <a:cubicBezTo>
                    <a:pt x="67056" y="1061593"/>
                    <a:pt x="0" y="995934"/>
                    <a:pt x="0" y="9151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5216378" cy="1086993"/>
            </a:xfrm>
            <a:custGeom>
              <a:avLst/>
              <a:gdLst/>
              <a:ahLst/>
              <a:cxnLst/>
              <a:rect r="r" b="b" t="t" l="l"/>
              <a:pathLst>
                <a:path h="1086993" w="15216378">
                  <a:moveTo>
                    <a:pt x="0" y="159131"/>
                  </a:moveTo>
                  <a:cubicBezTo>
                    <a:pt x="0" y="70993"/>
                    <a:pt x="73025" y="0"/>
                    <a:pt x="162433" y="0"/>
                  </a:cubicBezTo>
                  <a:lnTo>
                    <a:pt x="15053945" y="0"/>
                  </a:lnTo>
                  <a:lnTo>
                    <a:pt x="15053945" y="12700"/>
                  </a:lnTo>
                  <a:lnTo>
                    <a:pt x="15053945" y="0"/>
                  </a:lnTo>
                  <a:cubicBezTo>
                    <a:pt x="15143353" y="0"/>
                    <a:pt x="15216378" y="70993"/>
                    <a:pt x="15216378" y="159131"/>
                  </a:cubicBezTo>
                  <a:lnTo>
                    <a:pt x="15203678" y="159131"/>
                  </a:lnTo>
                  <a:lnTo>
                    <a:pt x="15216378" y="159131"/>
                  </a:lnTo>
                  <a:lnTo>
                    <a:pt x="15216378" y="927862"/>
                  </a:lnTo>
                  <a:lnTo>
                    <a:pt x="15203678" y="927862"/>
                  </a:lnTo>
                  <a:lnTo>
                    <a:pt x="15216378" y="927862"/>
                  </a:lnTo>
                  <a:cubicBezTo>
                    <a:pt x="15216378" y="1016000"/>
                    <a:pt x="15143353" y="1086993"/>
                    <a:pt x="15053945" y="1086993"/>
                  </a:cubicBezTo>
                  <a:lnTo>
                    <a:pt x="15053945" y="1074293"/>
                  </a:lnTo>
                  <a:lnTo>
                    <a:pt x="15053945" y="1086993"/>
                  </a:lnTo>
                  <a:lnTo>
                    <a:pt x="162433" y="1086993"/>
                  </a:lnTo>
                  <a:lnTo>
                    <a:pt x="162433" y="1074293"/>
                  </a:lnTo>
                  <a:lnTo>
                    <a:pt x="162433" y="1086993"/>
                  </a:lnTo>
                  <a:cubicBezTo>
                    <a:pt x="73025" y="1086993"/>
                    <a:pt x="0" y="1016000"/>
                    <a:pt x="0" y="927862"/>
                  </a:cubicBezTo>
                  <a:lnTo>
                    <a:pt x="0" y="159131"/>
                  </a:lnTo>
                  <a:lnTo>
                    <a:pt x="12700" y="159131"/>
                  </a:lnTo>
                  <a:lnTo>
                    <a:pt x="0" y="159131"/>
                  </a:lnTo>
                  <a:moveTo>
                    <a:pt x="25400" y="159131"/>
                  </a:moveTo>
                  <a:lnTo>
                    <a:pt x="25400" y="927862"/>
                  </a:lnTo>
                  <a:lnTo>
                    <a:pt x="12700" y="927862"/>
                  </a:lnTo>
                  <a:lnTo>
                    <a:pt x="25400" y="927862"/>
                  </a:lnTo>
                  <a:cubicBezTo>
                    <a:pt x="25400" y="1001395"/>
                    <a:pt x="86487" y="1061593"/>
                    <a:pt x="162306" y="1061593"/>
                  </a:cubicBezTo>
                  <a:lnTo>
                    <a:pt x="15053945" y="1061593"/>
                  </a:lnTo>
                  <a:cubicBezTo>
                    <a:pt x="15129890" y="1061593"/>
                    <a:pt x="15190851" y="1001522"/>
                    <a:pt x="15190851" y="927862"/>
                  </a:cubicBezTo>
                  <a:lnTo>
                    <a:pt x="15190851" y="159131"/>
                  </a:lnTo>
                  <a:cubicBezTo>
                    <a:pt x="15190851" y="85598"/>
                    <a:pt x="15129763" y="25400"/>
                    <a:pt x="15053945" y="25400"/>
                  </a:cubicBezTo>
                  <a:lnTo>
                    <a:pt x="162433" y="25400"/>
                  </a:lnTo>
                  <a:lnTo>
                    <a:pt x="162433" y="12700"/>
                  </a:lnTo>
                  <a:lnTo>
                    <a:pt x="162433" y="25400"/>
                  </a:lnTo>
                  <a:cubicBezTo>
                    <a:pt x="86487" y="25400"/>
                    <a:pt x="25400" y="85598"/>
                    <a:pt x="25400" y="159131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3527765" y="7824235"/>
            <a:ext cx="10789206" cy="411804"/>
            <a:chOff x="0" y="0"/>
            <a:chExt cx="14385607" cy="54907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4385607" cy="549069"/>
            </a:xfrm>
            <a:custGeom>
              <a:avLst/>
              <a:gdLst/>
              <a:ahLst/>
              <a:cxnLst/>
              <a:rect r="r" b="b" t="t" l="l"/>
              <a:pathLst>
                <a:path h="549069" w="14385607">
                  <a:moveTo>
                    <a:pt x="0" y="0"/>
                  </a:moveTo>
                  <a:lnTo>
                    <a:pt x="14385607" y="0"/>
                  </a:lnTo>
                  <a:lnTo>
                    <a:pt x="1438560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507" r="0" b="-46050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14385607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Highest-priority risks are those with both high likelihood and high impact.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51059" y="9718519"/>
            <a:ext cx="8785108" cy="274539"/>
            <a:chOff x="0" y="0"/>
            <a:chExt cx="11713477" cy="36605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713471" cy="366046"/>
            </a:xfrm>
            <a:custGeom>
              <a:avLst/>
              <a:gdLst/>
              <a:ahLst/>
              <a:cxnLst/>
              <a:rect r="r" b="b" t="t" l="l"/>
              <a:pathLst>
                <a:path h="366046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0" r="0" b="-57352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1171347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6952500" y="9718519"/>
            <a:ext cx="576520" cy="274539"/>
            <a:chOff x="0" y="0"/>
            <a:chExt cx="768693" cy="36605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68697" cy="366046"/>
            </a:xfrm>
            <a:custGeom>
              <a:avLst/>
              <a:gdLst/>
              <a:ahLst/>
              <a:cxnLst/>
              <a:rect r="r" b="b" t="t" l="l"/>
              <a:pathLst>
                <a:path h="366046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0"/>
              <a:ext cx="76869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20264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31443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1808588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5267725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5761892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6256049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6750215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7244372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7738539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8232696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8726862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9221019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9715186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9535" y="-9535"/>
            <a:ext cx="18320909" cy="224961"/>
            <a:chOff x="0" y="0"/>
            <a:chExt cx="24427878" cy="2999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-9535" y="10079612"/>
            <a:ext cx="18320909" cy="224961"/>
            <a:chOff x="0" y="0"/>
            <a:chExt cx="24427878" cy="29994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51059" y="658882"/>
            <a:ext cx="9883245" cy="631431"/>
            <a:chOff x="0" y="0"/>
            <a:chExt cx="13177660" cy="8419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177655" cy="841906"/>
            </a:xfrm>
            <a:custGeom>
              <a:avLst/>
              <a:gdLst/>
              <a:ahLst/>
              <a:cxnLst/>
              <a:rect r="r" b="b" t="t" l="l"/>
              <a:pathLst>
                <a:path h="841906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3177660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4"/>
                </a:lnSpc>
              </a:pPr>
              <a:r>
                <a:rPr lang="en-US" sz="4353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Measurements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78510" y="1455029"/>
            <a:ext cx="8304667" cy="343167"/>
            <a:chOff x="0" y="0"/>
            <a:chExt cx="11072889" cy="4575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72891" cy="457557"/>
            </a:xfrm>
            <a:custGeom>
              <a:avLst/>
              <a:gdLst/>
              <a:ahLst/>
              <a:cxnLst/>
              <a:rect r="r" b="b" t="t" l="l"/>
              <a:pathLst>
                <a:path h="457557" w="11072891">
                  <a:moveTo>
                    <a:pt x="0" y="0"/>
                  </a:moveTo>
                  <a:lnTo>
                    <a:pt x="11072891" y="0"/>
                  </a:lnTo>
                  <a:lnTo>
                    <a:pt x="1107289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8" r="0" b="-42153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1072889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615A"/>
                  </a:solidFill>
                  <a:latin typeface="Aptos"/>
                  <a:ea typeface="Aptos"/>
                  <a:cs typeface="Aptos"/>
                  <a:sym typeface="Aptos"/>
                </a:rPr>
                <a:t>How we track progress, quality, and product value.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56583" y="1940995"/>
            <a:ext cx="4848206" cy="43853"/>
            <a:chOff x="0" y="0"/>
            <a:chExt cx="6464275" cy="584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29210" y="0"/>
              <a:ext cx="6405880" cy="58420"/>
            </a:xfrm>
            <a:custGeom>
              <a:avLst/>
              <a:gdLst/>
              <a:ahLst/>
              <a:cxnLst/>
              <a:rect r="r" b="b" t="t" l="l"/>
              <a:pathLst>
                <a:path h="58420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5842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00407" y="6647926"/>
            <a:ext cx="15118461" cy="1007393"/>
            <a:chOff x="0" y="0"/>
            <a:chExt cx="20157948" cy="134319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20132548" cy="1317752"/>
            </a:xfrm>
            <a:custGeom>
              <a:avLst/>
              <a:gdLst/>
              <a:ahLst/>
              <a:cxnLst/>
              <a:rect r="r" b="b" t="t" l="l"/>
              <a:pathLst>
                <a:path h="1317752" w="20132548">
                  <a:moveTo>
                    <a:pt x="0" y="146431"/>
                  </a:moveTo>
                  <a:cubicBezTo>
                    <a:pt x="0" y="65532"/>
                    <a:pt x="66802" y="0"/>
                    <a:pt x="149098" y="0"/>
                  </a:cubicBezTo>
                  <a:lnTo>
                    <a:pt x="19983450" y="0"/>
                  </a:lnTo>
                  <a:cubicBezTo>
                    <a:pt x="20065746" y="0"/>
                    <a:pt x="20132548" y="65532"/>
                    <a:pt x="20132548" y="146431"/>
                  </a:cubicBezTo>
                  <a:lnTo>
                    <a:pt x="20132548" y="1171321"/>
                  </a:lnTo>
                  <a:cubicBezTo>
                    <a:pt x="20132548" y="1252220"/>
                    <a:pt x="20065873" y="1317752"/>
                    <a:pt x="19983450" y="1317752"/>
                  </a:cubicBezTo>
                  <a:lnTo>
                    <a:pt x="149098" y="1317752"/>
                  </a:lnTo>
                  <a:cubicBezTo>
                    <a:pt x="66802" y="1317752"/>
                    <a:pt x="0" y="1252220"/>
                    <a:pt x="0" y="11713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157948" cy="1343152"/>
            </a:xfrm>
            <a:custGeom>
              <a:avLst/>
              <a:gdLst/>
              <a:ahLst/>
              <a:cxnLst/>
              <a:rect r="r" b="b" t="t" l="l"/>
              <a:pathLst>
                <a:path h="1343152" w="20157948">
                  <a:moveTo>
                    <a:pt x="0" y="159131"/>
                  </a:moveTo>
                  <a:cubicBezTo>
                    <a:pt x="0" y="70993"/>
                    <a:pt x="72644" y="0"/>
                    <a:pt x="161798" y="0"/>
                  </a:cubicBezTo>
                  <a:lnTo>
                    <a:pt x="19996150" y="0"/>
                  </a:lnTo>
                  <a:lnTo>
                    <a:pt x="19996150" y="12700"/>
                  </a:lnTo>
                  <a:lnTo>
                    <a:pt x="19996150" y="0"/>
                  </a:lnTo>
                  <a:cubicBezTo>
                    <a:pt x="20085304" y="0"/>
                    <a:pt x="20157948" y="70993"/>
                    <a:pt x="20157948" y="159131"/>
                  </a:cubicBezTo>
                  <a:lnTo>
                    <a:pt x="20145248" y="159131"/>
                  </a:lnTo>
                  <a:lnTo>
                    <a:pt x="20157948" y="159131"/>
                  </a:lnTo>
                  <a:lnTo>
                    <a:pt x="20157948" y="1184021"/>
                  </a:lnTo>
                  <a:lnTo>
                    <a:pt x="20145248" y="1184021"/>
                  </a:lnTo>
                  <a:lnTo>
                    <a:pt x="20157948" y="1184021"/>
                  </a:lnTo>
                  <a:cubicBezTo>
                    <a:pt x="20157948" y="1272159"/>
                    <a:pt x="20085304" y="1343152"/>
                    <a:pt x="19996150" y="1343152"/>
                  </a:cubicBezTo>
                  <a:lnTo>
                    <a:pt x="19996150" y="1330452"/>
                  </a:lnTo>
                  <a:lnTo>
                    <a:pt x="19996150" y="1343152"/>
                  </a:lnTo>
                  <a:lnTo>
                    <a:pt x="161798" y="1343152"/>
                  </a:lnTo>
                  <a:lnTo>
                    <a:pt x="161798" y="1330452"/>
                  </a:lnTo>
                  <a:lnTo>
                    <a:pt x="161798" y="1343152"/>
                  </a:lnTo>
                  <a:cubicBezTo>
                    <a:pt x="72644" y="1343152"/>
                    <a:pt x="0" y="1272159"/>
                    <a:pt x="0" y="1184021"/>
                  </a:cubicBezTo>
                  <a:lnTo>
                    <a:pt x="0" y="159131"/>
                  </a:lnTo>
                  <a:lnTo>
                    <a:pt x="12700" y="159131"/>
                  </a:lnTo>
                  <a:lnTo>
                    <a:pt x="0" y="159131"/>
                  </a:lnTo>
                  <a:moveTo>
                    <a:pt x="25400" y="159131"/>
                  </a:moveTo>
                  <a:lnTo>
                    <a:pt x="25400" y="1184021"/>
                  </a:lnTo>
                  <a:lnTo>
                    <a:pt x="12700" y="1184021"/>
                  </a:lnTo>
                  <a:lnTo>
                    <a:pt x="25400" y="1184021"/>
                  </a:lnTo>
                  <a:cubicBezTo>
                    <a:pt x="25400" y="1257681"/>
                    <a:pt x="86233" y="1317752"/>
                    <a:pt x="161798" y="1317752"/>
                  </a:cubicBezTo>
                  <a:lnTo>
                    <a:pt x="19996150" y="1317752"/>
                  </a:lnTo>
                  <a:cubicBezTo>
                    <a:pt x="20071714" y="1317752"/>
                    <a:pt x="20132548" y="1257681"/>
                    <a:pt x="20132548" y="1184021"/>
                  </a:cubicBezTo>
                  <a:lnTo>
                    <a:pt x="20132548" y="159131"/>
                  </a:lnTo>
                  <a:cubicBezTo>
                    <a:pt x="20132548" y="85471"/>
                    <a:pt x="20071714" y="25400"/>
                    <a:pt x="19996150" y="25400"/>
                  </a:cubicBezTo>
                  <a:lnTo>
                    <a:pt x="161798" y="25400"/>
                  </a:lnTo>
                  <a:lnTo>
                    <a:pt x="161798" y="12700"/>
                  </a:lnTo>
                  <a:lnTo>
                    <a:pt x="161798" y="25400"/>
                  </a:lnTo>
                  <a:cubicBezTo>
                    <a:pt x="86233" y="25400"/>
                    <a:pt x="25400" y="85471"/>
                    <a:pt x="25400" y="159131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811931" y="6863363"/>
            <a:ext cx="14495421" cy="603980"/>
            <a:chOff x="0" y="0"/>
            <a:chExt cx="19327228" cy="80530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327228" cy="805301"/>
            </a:xfrm>
            <a:custGeom>
              <a:avLst/>
              <a:gdLst/>
              <a:ahLst/>
              <a:cxnLst/>
              <a:rect r="r" b="b" t="t" l="l"/>
              <a:pathLst>
                <a:path h="805301" w="19327228">
                  <a:moveTo>
                    <a:pt x="0" y="0"/>
                  </a:moveTo>
                  <a:lnTo>
                    <a:pt x="19327228" y="0"/>
                  </a:lnTo>
                  <a:lnTo>
                    <a:pt x="19327228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9327228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Measurements connect software project management with the actual usefulness of the product.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51059" y="9718519"/>
            <a:ext cx="8785108" cy="274539"/>
            <a:chOff x="0" y="0"/>
            <a:chExt cx="11713477" cy="3660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713471" cy="366046"/>
            </a:xfrm>
            <a:custGeom>
              <a:avLst/>
              <a:gdLst/>
              <a:ahLst/>
              <a:cxnLst/>
              <a:rect r="r" b="b" t="t" l="l"/>
              <a:pathLst>
                <a:path h="366046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0" r="0" b="-57352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171347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952500" y="9718519"/>
            <a:ext cx="576520" cy="274539"/>
            <a:chOff x="0" y="0"/>
            <a:chExt cx="768693" cy="3660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68697" cy="366046"/>
            </a:xfrm>
            <a:custGeom>
              <a:avLst/>
              <a:gdLst/>
              <a:ahLst/>
              <a:cxnLst/>
              <a:rect r="r" b="b" t="t" l="l"/>
              <a:pathLst>
                <a:path h="366046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76869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-3334" y="2302754"/>
            <a:ext cx="18308517" cy="6677"/>
            <a:chOff x="0" y="0"/>
            <a:chExt cx="24411356" cy="890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-3334" y="2796911"/>
            <a:ext cx="18308517" cy="6677"/>
            <a:chOff x="0" y="0"/>
            <a:chExt cx="24411356" cy="89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-3334" y="3291078"/>
            <a:ext cx="18308517" cy="6677"/>
            <a:chOff x="0" y="0"/>
            <a:chExt cx="24411356" cy="890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-3334" y="3785235"/>
            <a:ext cx="18308517" cy="6677"/>
            <a:chOff x="0" y="0"/>
            <a:chExt cx="24411356" cy="890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-3334" y="4279402"/>
            <a:ext cx="18308517" cy="6677"/>
            <a:chOff x="0" y="0"/>
            <a:chExt cx="24411356" cy="89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-3334" y="4773568"/>
            <a:ext cx="18308517" cy="6677"/>
            <a:chOff x="0" y="0"/>
            <a:chExt cx="24411356" cy="890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57240" y="2461279"/>
            <a:ext cx="3793912" cy="2146706"/>
            <a:chOff x="0" y="0"/>
            <a:chExt cx="5058550" cy="286227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2700" y="12700"/>
              <a:ext cx="5033137" cy="2836926"/>
            </a:xfrm>
            <a:custGeom>
              <a:avLst/>
              <a:gdLst/>
              <a:ahLst/>
              <a:cxnLst/>
              <a:rect r="r" b="b" t="t" l="l"/>
              <a:pathLst>
                <a:path h="2836926" w="5033137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867783" y="0"/>
                  </a:lnTo>
                  <a:cubicBezTo>
                    <a:pt x="4959096" y="0"/>
                    <a:pt x="5033137" y="73787"/>
                    <a:pt x="5033137" y="164719"/>
                  </a:cubicBezTo>
                  <a:lnTo>
                    <a:pt x="5033137" y="2672207"/>
                  </a:lnTo>
                  <a:cubicBezTo>
                    <a:pt x="5033137" y="2763139"/>
                    <a:pt x="4959096" y="2836926"/>
                    <a:pt x="4867783" y="2836926"/>
                  </a:cubicBezTo>
                  <a:lnTo>
                    <a:pt x="165354" y="2836926"/>
                  </a:lnTo>
                  <a:cubicBezTo>
                    <a:pt x="74041" y="2836926"/>
                    <a:pt x="0" y="2763139"/>
                    <a:pt x="0" y="26722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058537" cy="2862326"/>
            </a:xfrm>
            <a:custGeom>
              <a:avLst/>
              <a:gdLst/>
              <a:ahLst/>
              <a:cxnLst/>
              <a:rect r="r" b="b" t="t" l="l"/>
              <a:pathLst>
                <a:path h="2862326" w="5058537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880483" y="0"/>
                  </a:lnTo>
                  <a:lnTo>
                    <a:pt x="4880483" y="12700"/>
                  </a:lnTo>
                  <a:lnTo>
                    <a:pt x="4880483" y="0"/>
                  </a:lnTo>
                  <a:cubicBezTo>
                    <a:pt x="4978781" y="0"/>
                    <a:pt x="5058537" y="79375"/>
                    <a:pt x="5058537" y="177419"/>
                  </a:cubicBezTo>
                  <a:lnTo>
                    <a:pt x="5045837" y="177419"/>
                  </a:lnTo>
                  <a:lnTo>
                    <a:pt x="5058537" y="177419"/>
                  </a:lnTo>
                  <a:lnTo>
                    <a:pt x="5058537" y="2684907"/>
                  </a:lnTo>
                  <a:lnTo>
                    <a:pt x="5045837" y="2684907"/>
                  </a:lnTo>
                  <a:lnTo>
                    <a:pt x="5058537" y="2684907"/>
                  </a:lnTo>
                  <a:cubicBezTo>
                    <a:pt x="5058537" y="2782951"/>
                    <a:pt x="4978781" y="2862326"/>
                    <a:pt x="4880483" y="2862326"/>
                  </a:cubicBezTo>
                  <a:lnTo>
                    <a:pt x="4880483" y="2849626"/>
                  </a:lnTo>
                  <a:lnTo>
                    <a:pt x="4880483" y="2862326"/>
                  </a:lnTo>
                  <a:lnTo>
                    <a:pt x="178054" y="2862326"/>
                  </a:lnTo>
                  <a:lnTo>
                    <a:pt x="178054" y="2849626"/>
                  </a:lnTo>
                  <a:lnTo>
                    <a:pt x="178054" y="2862326"/>
                  </a:lnTo>
                  <a:cubicBezTo>
                    <a:pt x="79756" y="2862326"/>
                    <a:pt x="0" y="2782951"/>
                    <a:pt x="0" y="2684907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84907"/>
                  </a:lnTo>
                  <a:lnTo>
                    <a:pt x="12700" y="2684907"/>
                  </a:lnTo>
                  <a:lnTo>
                    <a:pt x="25400" y="2684907"/>
                  </a:lnTo>
                  <a:cubicBezTo>
                    <a:pt x="25400" y="2768854"/>
                    <a:pt x="93726" y="2836926"/>
                    <a:pt x="178054" y="2836926"/>
                  </a:cubicBezTo>
                  <a:lnTo>
                    <a:pt x="4880483" y="2836926"/>
                  </a:lnTo>
                  <a:cubicBezTo>
                    <a:pt x="4964811" y="2836926"/>
                    <a:pt x="5033137" y="2768854"/>
                    <a:pt x="5033137" y="2684907"/>
                  </a:cubicBezTo>
                  <a:lnTo>
                    <a:pt x="5033137" y="177419"/>
                  </a:lnTo>
                  <a:cubicBezTo>
                    <a:pt x="5033137" y="93472"/>
                    <a:pt x="4964811" y="25400"/>
                    <a:pt x="4880483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35691" y="2639730"/>
            <a:ext cx="128883" cy="1789814"/>
            <a:chOff x="0" y="0"/>
            <a:chExt cx="171844" cy="238641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2700" y="12700"/>
              <a:ext cx="146431" cy="2361057"/>
            </a:xfrm>
            <a:custGeom>
              <a:avLst/>
              <a:gdLst/>
              <a:ahLst/>
              <a:cxnLst/>
              <a:rect r="r" b="b" t="t" l="l"/>
              <a:pathLst>
                <a:path h="236105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61057"/>
                  </a:lnTo>
                  <a:lnTo>
                    <a:pt x="0" y="2361057"/>
                  </a:lnTo>
                  <a:close/>
                </a:path>
              </a:pathLst>
            </a:custGeom>
            <a:solidFill>
              <a:srgbClr val="6E9F73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71831" cy="2386457"/>
            </a:xfrm>
            <a:custGeom>
              <a:avLst/>
              <a:gdLst/>
              <a:ahLst/>
              <a:cxnLst/>
              <a:rect r="r" b="b" t="t" l="l"/>
              <a:pathLst>
                <a:path h="2386457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73757"/>
                  </a:lnTo>
                  <a:cubicBezTo>
                    <a:pt x="171831" y="2380742"/>
                    <a:pt x="166116" y="2386457"/>
                    <a:pt x="159131" y="2386457"/>
                  </a:cubicBezTo>
                  <a:lnTo>
                    <a:pt x="12700" y="2386457"/>
                  </a:lnTo>
                  <a:cubicBezTo>
                    <a:pt x="5715" y="2386457"/>
                    <a:pt x="0" y="2380742"/>
                    <a:pt x="0" y="237375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3757"/>
                  </a:lnTo>
                  <a:lnTo>
                    <a:pt x="12700" y="2373757"/>
                  </a:lnTo>
                  <a:lnTo>
                    <a:pt x="12700" y="2361057"/>
                  </a:lnTo>
                  <a:lnTo>
                    <a:pt x="159131" y="2361057"/>
                  </a:lnTo>
                  <a:lnTo>
                    <a:pt x="159131" y="2373757"/>
                  </a:lnTo>
                  <a:lnTo>
                    <a:pt x="146431" y="2373757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633480" y="2704167"/>
            <a:ext cx="3061059" cy="398078"/>
            <a:chOff x="0" y="0"/>
            <a:chExt cx="4081412" cy="53077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081413" cy="530767"/>
            </a:xfrm>
            <a:custGeom>
              <a:avLst/>
              <a:gdLst/>
              <a:ahLst/>
              <a:cxnLst/>
              <a:rect r="r" b="b" t="t" l="l"/>
              <a:pathLst>
                <a:path h="530767" w="4081413">
                  <a:moveTo>
                    <a:pt x="0" y="0"/>
                  </a:moveTo>
                  <a:lnTo>
                    <a:pt x="4081413" y="0"/>
                  </a:lnTo>
                  <a:lnTo>
                    <a:pt x="4081413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32" r="0" b="-9983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4081412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Budget / Team Effort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633480" y="3266961"/>
            <a:ext cx="3061059" cy="11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Budget: actual cost vs. planned budget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Team Effort: story points completed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5412524" y="2461279"/>
            <a:ext cx="3793912" cy="2146706"/>
            <a:chOff x="0" y="0"/>
            <a:chExt cx="5058550" cy="286227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2700" y="12700"/>
              <a:ext cx="5033137" cy="2836926"/>
            </a:xfrm>
            <a:custGeom>
              <a:avLst/>
              <a:gdLst/>
              <a:ahLst/>
              <a:cxnLst/>
              <a:rect r="r" b="b" t="t" l="l"/>
              <a:pathLst>
                <a:path h="2836926" w="5033137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867783" y="0"/>
                  </a:lnTo>
                  <a:cubicBezTo>
                    <a:pt x="4959096" y="0"/>
                    <a:pt x="5033137" y="73787"/>
                    <a:pt x="5033137" y="164719"/>
                  </a:cubicBezTo>
                  <a:lnTo>
                    <a:pt x="5033137" y="2672207"/>
                  </a:lnTo>
                  <a:cubicBezTo>
                    <a:pt x="5033137" y="2763139"/>
                    <a:pt x="4959096" y="2836926"/>
                    <a:pt x="4867783" y="2836926"/>
                  </a:cubicBezTo>
                  <a:lnTo>
                    <a:pt x="165354" y="2836926"/>
                  </a:lnTo>
                  <a:cubicBezTo>
                    <a:pt x="74041" y="2836926"/>
                    <a:pt x="0" y="2763139"/>
                    <a:pt x="0" y="26722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058537" cy="2862326"/>
            </a:xfrm>
            <a:custGeom>
              <a:avLst/>
              <a:gdLst/>
              <a:ahLst/>
              <a:cxnLst/>
              <a:rect r="r" b="b" t="t" l="l"/>
              <a:pathLst>
                <a:path h="2862326" w="5058537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880483" y="0"/>
                  </a:lnTo>
                  <a:lnTo>
                    <a:pt x="4880483" y="12700"/>
                  </a:lnTo>
                  <a:lnTo>
                    <a:pt x="4880483" y="0"/>
                  </a:lnTo>
                  <a:cubicBezTo>
                    <a:pt x="4978781" y="0"/>
                    <a:pt x="5058537" y="79375"/>
                    <a:pt x="5058537" y="177419"/>
                  </a:cubicBezTo>
                  <a:lnTo>
                    <a:pt x="5045837" y="177419"/>
                  </a:lnTo>
                  <a:lnTo>
                    <a:pt x="5058537" y="177419"/>
                  </a:lnTo>
                  <a:lnTo>
                    <a:pt x="5058537" y="2684907"/>
                  </a:lnTo>
                  <a:lnTo>
                    <a:pt x="5045837" y="2684907"/>
                  </a:lnTo>
                  <a:lnTo>
                    <a:pt x="5058537" y="2684907"/>
                  </a:lnTo>
                  <a:cubicBezTo>
                    <a:pt x="5058537" y="2782951"/>
                    <a:pt x="4978781" y="2862326"/>
                    <a:pt x="4880483" y="2862326"/>
                  </a:cubicBezTo>
                  <a:lnTo>
                    <a:pt x="4880483" y="2849626"/>
                  </a:lnTo>
                  <a:lnTo>
                    <a:pt x="4880483" y="2862326"/>
                  </a:lnTo>
                  <a:lnTo>
                    <a:pt x="178054" y="2862326"/>
                  </a:lnTo>
                  <a:lnTo>
                    <a:pt x="178054" y="2849626"/>
                  </a:lnTo>
                  <a:lnTo>
                    <a:pt x="178054" y="2862326"/>
                  </a:lnTo>
                  <a:cubicBezTo>
                    <a:pt x="79756" y="2862326"/>
                    <a:pt x="0" y="2782951"/>
                    <a:pt x="0" y="2684907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84907"/>
                  </a:lnTo>
                  <a:lnTo>
                    <a:pt x="12700" y="2684907"/>
                  </a:lnTo>
                  <a:lnTo>
                    <a:pt x="25400" y="2684907"/>
                  </a:lnTo>
                  <a:cubicBezTo>
                    <a:pt x="25400" y="2768854"/>
                    <a:pt x="93726" y="2836926"/>
                    <a:pt x="178054" y="2836926"/>
                  </a:cubicBezTo>
                  <a:lnTo>
                    <a:pt x="4880483" y="2836926"/>
                  </a:lnTo>
                  <a:cubicBezTo>
                    <a:pt x="4964811" y="2836926"/>
                    <a:pt x="5033137" y="2768854"/>
                    <a:pt x="5033137" y="2684907"/>
                  </a:cubicBezTo>
                  <a:lnTo>
                    <a:pt x="5033137" y="177419"/>
                  </a:lnTo>
                  <a:cubicBezTo>
                    <a:pt x="5033137" y="93472"/>
                    <a:pt x="4964811" y="25400"/>
                    <a:pt x="4880483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5590975" y="2639730"/>
            <a:ext cx="128883" cy="1789814"/>
            <a:chOff x="0" y="0"/>
            <a:chExt cx="171844" cy="238641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2700" y="12700"/>
              <a:ext cx="146431" cy="2361057"/>
            </a:xfrm>
            <a:custGeom>
              <a:avLst/>
              <a:gdLst/>
              <a:ahLst/>
              <a:cxnLst/>
              <a:rect r="r" b="b" t="t" l="l"/>
              <a:pathLst>
                <a:path h="236105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61057"/>
                  </a:lnTo>
                  <a:lnTo>
                    <a:pt x="0" y="2361057"/>
                  </a:lnTo>
                  <a:close/>
                </a:path>
              </a:pathLst>
            </a:custGeom>
            <a:solidFill>
              <a:srgbClr val="6D91A6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1831" cy="2386457"/>
            </a:xfrm>
            <a:custGeom>
              <a:avLst/>
              <a:gdLst/>
              <a:ahLst/>
              <a:cxnLst/>
              <a:rect r="r" b="b" t="t" l="l"/>
              <a:pathLst>
                <a:path h="2386457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73757"/>
                  </a:lnTo>
                  <a:cubicBezTo>
                    <a:pt x="171831" y="2380742"/>
                    <a:pt x="166116" y="2386457"/>
                    <a:pt x="159131" y="2386457"/>
                  </a:cubicBezTo>
                  <a:lnTo>
                    <a:pt x="12700" y="2386457"/>
                  </a:lnTo>
                  <a:cubicBezTo>
                    <a:pt x="5715" y="2386457"/>
                    <a:pt x="0" y="2380742"/>
                    <a:pt x="0" y="237375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3757"/>
                  </a:lnTo>
                  <a:lnTo>
                    <a:pt x="12700" y="2373757"/>
                  </a:lnTo>
                  <a:lnTo>
                    <a:pt x="12700" y="2361057"/>
                  </a:lnTo>
                  <a:lnTo>
                    <a:pt x="159131" y="2361057"/>
                  </a:lnTo>
                  <a:lnTo>
                    <a:pt x="159131" y="2373757"/>
                  </a:lnTo>
                  <a:lnTo>
                    <a:pt x="146431" y="2373757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D91A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5888765" y="2704167"/>
            <a:ext cx="3061059" cy="398078"/>
            <a:chOff x="0" y="0"/>
            <a:chExt cx="4081412" cy="5307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081413" cy="530767"/>
            </a:xfrm>
            <a:custGeom>
              <a:avLst/>
              <a:gdLst/>
              <a:ahLst/>
              <a:cxnLst/>
              <a:rect r="r" b="b" t="t" l="l"/>
              <a:pathLst>
                <a:path h="530767" w="4081413">
                  <a:moveTo>
                    <a:pt x="0" y="0"/>
                  </a:moveTo>
                  <a:lnTo>
                    <a:pt x="4081413" y="0"/>
                  </a:lnTo>
                  <a:lnTo>
                    <a:pt x="4081413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32" r="0" b="-9983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4081412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Accuracy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5888765" y="3266961"/>
            <a:ext cx="3061059" cy="11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Correct and helpful AI meal/workout plans divided by total generations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9667808" y="2461279"/>
            <a:ext cx="3793912" cy="2146706"/>
            <a:chOff x="0" y="0"/>
            <a:chExt cx="5058550" cy="286227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2700" y="12700"/>
              <a:ext cx="5033137" cy="2836926"/>
            </a:xfrm>
            <a:custGeom>
              <a:avLst/>
              <a:gdLst/>
              <a:ahLst/>
              <a:cxnLst/>
              <a:rect r="r" b="b" t="t" l="l"/>
              <a:pathLst>
                <a:path h="2836926" w="5033137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867783" y="0"/>
                  </a:lnTo>
                  <a:cubicBezTo>
                    <a:pt x="4959096" y="0"/>
                    <a:pt x="5033137" y="73787"/>
                    <a:pt x="5033137" y="164719"/>
                  </a:cubicBezTo>
                  <a:lnTo>
                    <a:pt x="5033137" y="2672207"/>
                  </a:lnTo>
                  <a:cubicBezTo>
                    <a:pt x="5033137" y="2763139"/>
                    <a:pt x="4959096" y="2836926"/>
                    <a:pt x="4867783" y="2836926"/>
                  </a:cubicBezTo>
                  <a:lnTo>
                    <a:pt x="165354" y="2836926"/>
                  </a:lnTo>
                  <a:cubicBezTo>
                    <a:pt x="74041" y="2836926"/>
                    <a:pt x="0" y="2763139"/>
                    <a:pt x="0" y="26722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058537" cy="2862326"/>
            </a:xfrm>
            <a:custGeom>
              <a:avLst/>
              <a:gdLst/>
              <a:ahLst/>
              <a:cxnLst/>
              <a:rect r="r" b="b" t="t" l="l"/>
              <a:pathLst>
                <a:path h="2862326" w="5058537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880483" y="0"/>
                  </a:lnTo>
                  <a:lnTo>
                    <a:pt x="4880483" y="12700"/>
                  </a:lnTo>
                  <a:lnTo>
                    <a:pt x="4880483" y="0"/>
                  </a:lnTo>
                  <a:cubicBezTo>
                    <a:pt x="4978781" y="0"/>
                    <a:pt x="5058537" y="79375"/>
                    <a:pt x="5058537" y="177419"/>
                  </a:cubicBezTo>
                  <a:lnTo>
                    <a:pt x="5045837" y="177419"/>
                  </a:lnTo>
                  <a:lnTo>
                    <a:pt x="5058537" y="177419"/>
                  </a:lnTo>
                  <a:lnTo>
                    <a:pt x="5058537" y="2684907"/>
                  </a:lnTo>
                  <a:lnTo>
                    <a:pt x="5045837" y="2684907"/>
                  </a:lnTo>
                  <a:lnTo>
                    <a:pt x="5058537" y="2684907"/>
                  </a:lnTo>
                  <a:cubicBezTo>
                    <a:pt x="5058537" y="2782951"/>
                    <a:pt x="4978781" y="2862326"/>
                    <a:pt x="4880483" y="2862326"/>
                  </a:cubicBezTo>
                  <a:lnTo>
                    <a:pt x="4880483" y="2849626"/>
                  </a:lnTo>
                  <a:lnTo>
                    <a:pt x="4880483" y="2862326"/>
                  </a:lnTo>
                  <a:lnTo>
                    <a:pt x="178054" y="2862326"/>
                  </a:lnTo>
                  <a:lnTo>
                    <a:pt x="178054" y="2849626"/>
                  </a:lnTo>
                  <a:lnTo>
                    <a:pt x="178054" y="2862326"/>
                  </a:lnTo>
                  <a:cubicBezTo>
                    <a:pt x="79756" y="2862326"/>
                    <a:pt x="0" y="2782951"/>
                    <a:pt x="0" y="2684907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84907"/>
                  </a:lnTo>
                  <a:lnTo>
                    <a:pt x="12700" y="2684907"/>
                  </a:lnTo>
                  <a:lnTo>
                    <a:pt x="25400" y="2684907"/>
                  </a:lnTo>
                  <a:cubicBezTo>
                    <a:pt x="25400" y="2768854"/>
                    <a:pt x="93726" y="2836926"/>
                    <a:pt x="178054" y="2836926"/>
                  </a:cubicBezTo>
                  <a:lnTo>
                    <a:pt x="4880483" y="2836926"/>
                  </a:lnTo>
                  <a:cubicBezTo>
                    <a:pt x="4964811" y="2836926"/>
                    <a:pt x="5033137" y="2768854"/>
                    <a:pt x="5033137" y="2684907"/>
                  </a:cubicBezTo>
                  <a:lnTo>
                    <a:pt x="5033137" y="177419"/>
                  </a:lnTo>
                  <a:cubicBezTo>
                    <a:pt x="5033137" y="93472"/>
                    <a:pt x="4964811" y="25400"/>
                    <a:pt x="4880483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846259" y="2639730"/>
            <a:ext cx="128883" cy="1789814"/>
            <a:chOff x="0" y="0"/>
            <a:chExt cx="171844" cy="238641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2700" y="12700"/>
              <a:ext cx="146431" cy="2361057"/>
            </a:xfrm>
            <a:custGeom>
              <a:avLst/>
              <a:gdLst/>
              <a:ahLst/>
              <a:cxnLst/>
              <a:rect r="r" b="b" t="t" l="l"/>
              <a:pathLst>
                <a:path h="236105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61057"/>
                  </a:lnTo>
                  <a:lnTo>
                    <a:pt x="0" y="2361057"/>
                  </a:lnTo>
                  <a:close/>
                </a:path>
              </a:pathLst>
            </a:custGeom>
            <a:solidFill>
              <a:srgbClr val="D9954B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71831" cy="2386457"/>
            </a:xfrm>
            <a:custGeom>
              <a:avLst/>
              <a:gdLst/>
              <a:ahLst/>
              <a:cxnLst/>
              <a:rect r="r" b="b" t="t" l="l"/>
              <a:pathLst>
                <a:path h="2386457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73757"/>
                  </a:lnTo>
                  <a:cubicBezTo>
                    <a:pt x="171831" y="2380742"/>
                    <a:pt x="166116" y="2386457"/>
                    <a:pt x="159131" y="2386457"/>
                  </a:cubicBezTo>
                  <a:lnTo>
                    <a:pt x="12700" y="2386457"/>
                  </a:lnTo>
                  <a:cubicBezTo>
                    <a:pt x="5715" y="2386457"/>
                    <a:pt x="0" y="2380742"/>
                    <a:pt x="0" y="237375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3757"/>
                  </a:lnTo>
                  <a:lnTo>
                    <a:pt x="12700" y="2373757"/>
                  </a:lnTo>
                  <a:lnTo>
                    <a:pt x="12700" y="2361057"/>
                  </a:lnTo>
                  <a:lnTo>
                    <a:pt x="159131" y="2361057"/>
                  </a:lnTo>
                  <a:lnTo>
                    <a:pt x="159131" y="2373757"/>
                  </a:lnTo>
                  <a:lnTo>
                    <a:pt x="146431" y="2373757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954B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144049" y="2704167"/>
            <a:ext cx="3061059" cy="398078"/>
            <a:chOff x="0" y="0"/>
            <a:chExt cx="4081412" cy="53077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81413" cy="530767"/>
            </a:xfrm>
            <a:custGeom>
              <a:avLst/>
              <a:gdLst/>
              <a:ahLst/>
              <a:cxnLst/>
              <a:rect r="r" b="b" t="t" l="l"/>
              <a:pathLst>
                <a:path h="530767" w="4081413">
                  <a:moveTo>
                    <a:pt x="0" y="0"/>
                  </a:moveTo>
                  <a:lnTo>
                    <a:pt x="4081413" y="0"/>
                  </a:lnTo>
                  <a:lnTo>
                    <a:pt x="4081413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32" r="0" b="-9983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4081412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Quality / Processing</a:t>
              </a: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10144049" y="3266961"/>
            <a:ext cx="3061059" cy="11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Valid sensor data per MB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Successfully processed rows / collected rows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3923093" y="2461279"/>
            <a:ext cx="3793912" cy="2146706"/>
            <a:chOff x="0" y="0"/>
            <a:chExt cx="5058550" cy="286227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2700" y="12700"/>
              <a:ext cx="5033137" cy="2836926"/>
            </a:xfrm>
            <a:custGeom>
              <a:avLst/>
              <a:gdLst/>
              <a:ahLst/>
              <a:cxnLst/>
              <a:rect r="r" b="b" t="t" l="l"/>
              <a:pathLst>
                <a:path h="2836926" w="5033137">
                  <a:moveTo>
                    <a:pt x="0" y="164719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4867783" y="0"/>
                  </a:lnTo>
                  <a:cubicBezTo>
                    <a:pt x="4959096" y="0"/>
                    <a:pt x="5033137" y="73787"/>
                    <a:pt x="5033137" y="164719"/>
                  </a:cubicBezTo>
                  <a:lnTo>
                    <a:pt x="5033137" y="2672207"/>
                  </a:lnTo>
                  <a:cubicBezTo>
                    <a:pt x="5033137" y="2763139"/>
                    <a:pt x="4959096" y="2836926"/>
                    <a:pt x="4867783" y="2836926"/>
                  </a:cubicBezTo>
                  <a:lnTo>
                    <a:pt x="165354" y="2836926"/>
                  </a:lnTo>
                  <a:cubicBezTo>
                    <a:pt x="74041" y="2836926"/>
                    <a:pt x="0" y="2763139"/>
                    <a:pt x="0" y="26722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058537" cy="2862326"/>
            </a:xfrm>
            <a:custGeom>
              <a:avLst/>
              <a:gdLst/>
              <a:ahLst/>
              <a:cxnLst/>
              <a:rect r="r" b="b" t="t" l="l"/>
              <a:pathLst>
                <a:path h="2862326" w="5058537">
                  <a:moveTo>
                    <a:pt x="0" y="177419"/>
                  </a:moveTo>
                  <a:cubicBezTo>
                    <a:pt x="0" y="79375"/>
                    <a:pt x="79756" y="0"/>
                    <a:pt x="178054" y="0"/>
                  </a:cubicBezTo>
                  <a:lnTo>
                    <a:pt x="4880483" y="0"/>
                  </a:lnTo>
                  <a:lnTo>
                    <a:pt x="4880483" y="12700"/>
                  </a:lnTo>
                  <a:lnTo>
                    <a:pt x="4880483" y="0"/>
                  </a:lnTo>
                  <a:cubicBezTo>
                    <a:pt x="4978781" y="0"/>
                    <a:pt x="5058537" y="79375"/>
                    <a:pt x="5058537" y="177419"/>
                  </a:cubicBezTo>
                  <a:lnTo>
                    <a:pt x="5045837" y="177419"/>
                  </a:lnTo>
                  <a:lnTo>
                    <a:pt x="5058537" y="177419"/>
                  </a:lnTo>
                  <a:lnTo>
                    <a:pt x="5058537" y="2684907"/>
                  </a:lnTo>
                  <a:lnTo>
                    <a:pt x="5045837" y="2684907"/>
                  </a:lnTo>
                  <a:lnTo>
                    <a:pt x="5058537" y="2684907"/>
                  </a:lnTo>
                  <a:cubicBezTo>
                    <a:pt x="5058537" y="2782951"/>
                    <a:pt x="4978781" y="2862326"/>
                    <a:pt x="4880483" y="2862326"/>
                  </a:cubicBezTo>
                  <a:lnTo>
                    <a:pt x="4880483" y="2849626"/>
                  </a:lnTo>
                  <a:lnTo>
                    <a:pt x="4880483" y="2862326"/>
                  </a:lnTo>
                  <a:lnTo>
                    <a:pt x="178054" y="2862326"/>
                  </a:lnTo>
                  <a:lnTo>
                    <a:pt x="178054" y="2849626"/>
                  </a:lnTo>
                  <a:lnTo>
                    <a:pt x="178054" y="2862326"/>
                  </a:lnTo>
                  <a:cubicBezTo>
                    <a:pt x="79756" y="2862326"/>
                    <a:pt x="0" y="2782951"/>
                    <a:pt x="0" y="2684907"/>
                  </a:cubicBezTo>
                  <a:lnTo>
                    <a:pt x="0" y="177419"/>
                  </a:lnTo>
                  <a:lnTo>
                    <a:pt x="12700" y="177419"/>
                  </a:lnTo>
                  <a:lnTo>
                    <a:pt x="0" y="177419"/>
                  </a:lnTo>
                  <a:moveTo>
                    <a:pt x="25400" y="177419"/>
                  </a:moveTo>
                  <a:lnTo>
                    <a:pt x="25400" y="2684907"/>
                  </a:lnTo>
                  <a:lnTo>
                    <a:pt x="12700" y="2684907"/>
                  </a:lnTo>
                  <a:lnTo>
                    <a:pt x="25400" y="2684907"/>
                  </a:lnTo>
                  <a:cubicBezTo>
                    <a:pt x="25400" y="2768854"/>
                    <a:pt x="93726" y="2836926"/>
                    <a:pt x="178054" y="2836926"/>
                  </a:cubicBezTo>
                  <a:lnTo>
                    <a:pt x="4880483" y="2836926"/>
                  </a:lnTo>
                  <a:cubicBezTo>
                    <a:pt x="4964811" y="2836926"/>
                    <a:pt x="5033137" y="2768854"/>
                    <a:pt x="5033137" y="2684907"/>
                  </a:cubicBezTo>
                  <a:lnTo>
                    <a:pt x="5033137" y="177419"/>
                  </a:lnTo>
                  <a:cubicBezTo>
                    <a:pt x="5033137" y="93472"/>
                    <a:pt x="4964811" y="25400"/>
                    <a:pt x="4880483" y="25400"/>
                  </a:cubicBezTo>
                  <a:lnTo>
                    <a:pt x="178054" y="25400"/>
                  </a:lnTo>
                  <a:lnTo>
                    <a:pt x="178054" y="12700"/>
                  </a:lnTo>
                  <a:lnTo>
                    <a:pt x="178054" y="25400"/>
                  </a:lnTo>
                  <a:cubicBezTo>
                    <a:pt x="93726" y="25400"/>
                    <a:pt x="25400" y="93472"/>
                    <a:pt x="25400" y="177419"/>
                  </a:cubicBezTo>
                  <a:close/>
                </a:path>
              </a:pathLst>
            </a:custGeom>
            <a:solidFill>
              <a:srgbClr val="232323">
                <a:alpha val="84314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4101543" y="2639730"/>
            <a:ext cx="128883" cy="1789814"/>
            <a:chOff x="0" y="0"/>
            <a:chExt cx="171844" cy="238641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2700" y="12700"/>
              <a:ext cx="146431" cy="2361057"/>
            </a:xfrm>
            <a:custGeom>
              <a:avLst/>
              <a:gdLst/>
              <a:ahLst/>
              <a:cxnLst/>
              <a:rect r="r" b="b" t="t" l="l"/>
              <a:pathLst>
                <a:path h="236105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61057"/>
                  </a:lnTo>
                  <a:lnTo>
                    <a:pt x="0" y="2361057"/>
                  </a:lnTo>
                  <a:close/>
                </a:path>
              </a:pathLst>
            </a:custGeom>
            <a:solidFill>
              <a:srgbClr val="81709C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71831" cy="2386457"/>
            </a:xfrm>
            <a:custGeom>
              <a:avLst/>
              <a:gdLst/>
              <a:ahLst/>
              <a:cxnLst/>
              <a:rect r="r" b="b" t="t" l="l"/>
              <a:pathLst>
                <a:path h="2386457" w="171831">
                  <a:moveTo>
                    <a:pt x="12700" y="0"/>
                  </a:moveTo>
                  <a:lnTo>
                    <a:pt x="159131" y="0"/>
                  </a:lnTo>
                  <a:cubicBezTo>
                    <a:pt x="166116" y="0"/>
                    <a:pt x="171831" y="5715"/>
                    <a:pt x="171831" y="12700"/>
                  </a:cubicBezTo>
                  <a:lnTo>
                    <a:pt x="171831" y="2373757"/>
                  </a:lnTo>
                  <a:cubicBezTo>
                    <a:pt x="171831" y="2380742"/>
                    <a:pt x="166116" y="2386457"/>
                    <a:pt x="159131" y="2386457"/>
                  </a:cubicBezTo>
                  <a:lnTo>
                    <a:pt x="12700" y="2386457"/>
                  </a:lnTo>
                  <a:cubicBezTo>
                    <a:pt x="5715" y="2386457"/>
                    <a:pt x="0" y="2380742"/>
                    <a:pt x="0" y="237375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3757"/>
                  </a:lnTo>
                  <a:lnTo>
                    <a:pt x="12700" y="2373757"/>
                  </a:lnTo>
                  <a:lnTo>
                    <a:pt x="12700" y="2361057"/>
                  </a:lnTo>
                  <a:lnTo>
                    <a:pt x="159131" y="2361057"/>
                  </a:lnTo>
                  <a:lnTo>
                    <a:pt x="159131" y="2373757"/>
                  </a:lnTo>
                  <a:lnTo>
                    <a:pt x="146431" y="2373757"/>
                  </a:lnTo>
                  <a:lnTo>
                    <a:pt x="146431" y="12700"/>
                  </a:lnTo>
                  <a:lnTo>
                    <a:pt x="159131" y="12700"/>
                  </a:lnTo>
                  <a:lnTo>
                    <a:pt x="15913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81709C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4399333" y="2704167"/>
            <a:ext cx="3061059" cy="398078"/>
            <a:chOff x="0" y="0"/>
            <a:chExt cx="4081412" cy="53077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081413" cy="530767"/>
            </a:xfrm>
            <a:custGeom>
              <a:avLst/>
              <a:gdLst/>
              <a:ahLst/>
              <a:cxnLst/>
              <a:rect r="r" b="b" t="t" l="l"/>
              <a:pathLst>
                <a:path h="530767" w="4081413">
                  <a:moveTo>
                    <a:pt x="0" y="0"/>
                  </a:moveTo>
                  <a:lnTo>
                    <a:pt x="4081413" y="0"/>
                  </a:lnTo>
                  <a:lnTo>
                    <a:pt x="4081413" y="530767"/>
                  </a:lnTo>
                  <a:lnTo>
                    <a:pt x="0" y="530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32" r="0" b="-9983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4081412" cy="530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2071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Defect Density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14399333" y="3266961"/>
            <a:ext cx="3061059" cy="118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4615A"/>
                </a:solidFill>
                <a:latin typeface="Aptos"/>
                <a:ea typeface="Aptos"/>
                <a:cs typeface="Aptos"/>
                <a:sym typeface="Aptos"/>
              </a:rPr>
              <a:t>Accurate, error-free, usable rows divided by total collected rows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20264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31443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1808588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302754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2796911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291078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3785235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279402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477356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5267725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5761892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6256049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6750215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7244372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7738539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8232696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3334" y="8726862"/>
            <a:ext cx="18308517" cy="6677"/>
            <a:chOff x="0" y="0"/>
            <a:chExt cx="24411356" cy="89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3334" y="9221019"/>
            <a:ext cx="18308517" cy="6677"/>
            <a:chOff x="0" y="0"/>
            <a:chExt cx="24411356" cy="89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-3334" y="9715186"/>
            <a:ext cx="18308517" cy="6677"/>
            <a:chOff x="0" y="0"/>
            <a:chExt cx="24411356" cy="89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D8D2C6">
                <a:alpha val="14118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-9535" y="-9535"/>
            <a:ext cx="18320909" cy="224961"/>
            <a:chOff x="0" y="0"/>
            <a:chExt cx="24427878" cy="29994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-9535" y="10079612"/>
            <a:ext cx="18320909" cy="224961"/>
            <a:chOff x="0" y="0"/>
            <a:chExt cx="24427878" cy="29994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24402414" cy="274574"/>
            </a:xfrm>
            <a:custGeom>
              <a:avLst/>
              <a:gdLst/>
              <a:ahLst/>
              <a:cxnLst/>
              <a:rect r="r" b="b" t="t" l="l"/>
              <a:pathLst>
                <a:path h="27457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427814" cy="299974"/>
            </a:xfrm>
            <a:custGeom>
              <a:avLst/>
              <a:gdLst/>
              <a:ahLst/>
              <a:cxnLst/>
              <a:rect r="r" b="b" t="t" l="l"/>
              <a:pathLst>
                <a:path h="299974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287274"/>
                  </a:lnTo>
                  <a:cubicBezTo>
                    <a:pt x="24427814" y="294259"/>
                    <a:pt x="24422100" y="299974"/>
                    <a:pt x="24415114" y="299974"/>
                  </a:cubicBezTo>
                  <a:lnTo>
                    <a:pt x="12700" y="299974"/>
                  </a:lnTo>
                  <a:cubicBezTo>
                    <a:pt x="5715" y="299974"/>
                    <a:pt x="0" y="294259"/>
                    <a:pt x="0" y="28727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7274"/>
                  </a:lnTo>
                  <a:lnTo>
                    <a:pt x="12700" y="287274"/>
                  </a:lnTo>
                  <a:lnTo>
                    <a:pt x="12700" y="274574"/>
                  </a:lnTo>
                  <a:lnTo>
                    <a:pt x="24415114" y="274574"/>
                  </a:lnTo>
                  <a:lnTo>
                    <a:pt x="24415114" y="287274"/>
                  </a:lnTo>
                  <a:lnTo>
                    <a:pt x="24402414" y="287274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1059" y="658882"/>
            <a:ext cx="9883245" cy="1282113"/>
            <a:chOff x="0" y="0"/>
            <a:chExt cx="13177660" cy="170948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77655" cy="1709478"/>
            </a:xfrm>
            <a:custGeom>
              <a:avLst/>
              <a:gdLst/>
              <a:ahLst/>
              <a:cxnLst/>
              <a:rect r="r" b="b" t="t" l="l"/>
              <a:pathLst>
                <a:path h="1709478" w="13177655">
                  <a:moveTo>
                    <a:pt x="0" y="0"/>
                  </a:moveTo>
                  <a:lnTo>
                    <a:pt x="13177655" y="0"/>
                  </a:lnTo>
                  <a:lnTo>
                    <a:pt x="13177655" y="1709478"/>
                  </a:lnTo>
                  <a:lnTo>
                    <a:pt x="0" y="17094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577" r="0" b="-7482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3177660" cy="1709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4"/>
                </a:lnSpc>
              </a:pPr>
              <a:r>
                <a:rPr lang="en-US" sz="4353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Graphical User Interfaces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56583" y="1940995"/>
            <a:ext cx="4848206" cy="43853"/>
            <a:chOff x="0" y="0"/>
            <a:chExt cx="6464275" cy="5847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29210" y="0"/>
              <a:ext cx="6405880" cy="58420"/>
            </a:xfrm>
            <a:custGeom>
              <a:avLst/>
              <a:gdLst/>
              <a:ahLst/>
              <a:cxnLst/>
              <a:rect r="r" b="b" t="t" l="l"/>
              <a:pathLst>
                <a:path h="58420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5842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23608" y="2127647"/>
            <a:ext cx="2954788" cy="5559323"/>
            <a:chOff x="0" y="0"/>
            <a:chExt cx="3939718" cy="7412431"/>
          </a:xfrm>
        </p:grpSpPr>
        <p:sp>
          <p:nvSpPr>
            <p:cNvPr name="Freeform 52" id="52" descr="/mnt/data/spotter_ui/Main Screen.png"/>
            <p:cNvSpPr/>
            <p:nvPr/>
          </p:nvSpPr>
          <p:spPr>
            <a:xfrm flipH="false" flipV="false" rot="0">
              <a:off x="0" y="0"/>
              <a:ext cx="3939667" cy="7412482"/>
            </a:xfrm>
            <a:custGeom>
              <a:avLst/>
              <a:gdLst/>
              <a:ahLst/>
              <a:cxnLst/>
              <a:rect r="r" b="b" t="t" l="l"/>
              <a:pathLst>
                <a:path h="7412482" w="3939667">
                  <a:moveTo>
                    <a:pt x="0" y="0"/>
                  </a:moveTo>
                  <a:lnTo>
                    <a:pt x="3939667" y="0"/>
                  </a:lnTo>
                  <a:lnTo>
                    <a:pt x="3939667" y="7412482"/>
                  </a:lnTo>
                  <a:lnTo>
                    <a:pt x="0" y="7412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049382" y="2127647"/>
            <a:ext cx="2813018" cy="5559323"/>
            <a:chOff x="0" y="0"/>
            <a:chExt cx="3750691" cy="7412431"/>
          </a:xfrm>
        </p:grpSpPr>
        <p:sp>
          <p:nvSpPr>
            <p:cNvPr name="Freeform 54" id="54" descr="/mnt/data/spotter_ui/Meals.png"/>
            <p:cNvSpPr/>
            <p:nvPr/>
          </p:nvSpPr>
          <p:spPr>
            <a:xfrm flipH="false" flipV="false" rot="0">
              <a:off x="0" y="0"/>
              <a:ext cx="3750691" cy="7412482"/>
            </a:xfrm>
            <a:custGeom>
              <a:avLst/>
              <a:gdLst/>
              <a:ahLst/>
              <a:cxnLst/>
              <a:rect r="r" b="b" t="t" l="l"/>
              <a:pathLst>
                <a:path h="7412482" w="3750691">
                  <a:moveTo>
                    <a:pt x="0" y="0"/>
                  </a:moveTo>
                  <a:lnTo>
                    <a:pt x="3750691" y="0"/>
                  </a:lnTo>
                  <a:lnTo>
                    <a:pt x="3750691" y="7412482"/>
                  </a:lnTo>
                  <a:lnTo>
                    <a:pt x="0" y="7412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302617" y="2127647"/>
            <a:ext cx="2813018" cy="5559323"/>
            <a:chOff x="0" y="0"/>
            <a:chExt cx="3750691" cy="7412431"/>
          </a:xfrm>
        </p:grpSpPr>
        <p:sp>
          <p:nvSpPr>
            <p:cNvPr name="Freeform 56" id="56" descr="/mnt/data/spotter_ui/Research.png"/>
            <p:cNvSpPr/>
            <p:nvPr/>
          </p:nvSpPr>
          <p:spPr>
            <a:xfrm flipH="false" flipV="false" rot="0">
              <a:off x="0" y="0"/>
              <a:ext cx="3750691" cy="7412482"/>
            </a:xfrm>
            <a:custGeom>
              <a:avLst/>
              <a:gdLst/>
              <a:ahLst/>
              <a:cxnLst/>
              <a:rect r="r" b="b" t="t" l="l"/>
              <a:pathLst>
                <a:path h="7412482" w="3750691">
                  <a:moveTo>
                    <a:pt x="0" y="0"/>
                  </a:moveTo>
                  <a:lnTo>
                    <a:pt x="3750691" y="0"/>
                  </a:lnTo>
                  <a:lnTo>
                    <a:pt x="3750691" y="7412482"/>
                  </a:lnTo>
                  <a:lnTo>
                    <a:pt x="0" y="7412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" t="0" r="-29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569578" y="2127647"/>
            <a:ext cx="2813018" cy="5559323"/>
            <a:chOff x="0" y="0"/>
            <a:chExt cx="3750691" cy="7412431"/>
          </a:xfrm>
        </p:grpSpPr>
        <p:sp>
          <p:nvSpPr>
            <p:cNvPr name="Freeform 58" id="58" descr="/mnt/data/spotter_ui/Workout Start 3.png"/>
            <p:cNvSpPr/>
            <p:nvPr/>
          </p:nvSpPr>
          <p:spPr>
            <a:xfrm flipH="false" flipV="false" rot="0">
              <a:off x="0" y="0"/>
              <a:ext cx="3750691" cy="7412482"/>
            </a:xfrm>
            <a:custGeom>
              <a:avLst/>
              <a:gdLst/>
              <a:ahLst/>
              <a:cxnLst/>
              <a:rect r="r" b="b" t="t" l="l"/>
              <a:pathLst>
                <a:path h="7412482" w="3750691">
                  <a:moveTo>
                    <a:pt x="0" y="0"/>
                  </a:moveTo>
                  <a:lnTo>
                    <a:pt x="3750691" y="0"/>
                  </a:lnTo>
                  <a:lnTo>
                    <a:pt x="3750691" y="7412482"/>
                  </a:lnTo>
                  <a:lnTo>
                    <a:pt x="0" y="7412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9" t="0" r="-29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836539" y="2127647"/>
            <a:ext cx="2865634" cy="5559323"/>
            <a:chOff x="0" y="0"/>
            <a:chExt cx="3820846" cy="7412431"/>
          </a:xfrm>
        </p:grpSpPr>
        <p:sp>
          <p:nvSpPr>
            <p:cNvPr name="Freeform 60" id="60" descr="/mnt/data/spotter_ui/Leaderboard.png"/>
            <p:cNvSpPr/>
            <p:nvPr/>
          </p:nvSpPr>
          <p:spPr>
            <a:xfrm flipH="false" flipV="false" rot="0">
              <a:off x="0" y="0"/>
              <a:ext cx="3820795" cy="7412482"/>
            </a:xfrm>
            <a:custGeom>
              <a:avLst/>
              <a:gdLst/>
              <a:ahLst/>
              <a:cxnLst/>
              <a:rect r="r" b="b" t="t" l="l"/>
              <a:pathLst>
                <a:path h="7412482" w="3820795">
                  <a:moveTo>
                    <a:pt x="0" y="0"/>
                  </a:moveTo>
                  <a:lnTo>
                    <a:pt x="3820795" y="0"/>
                  </a:lnTo>
                  <a:lnTo>
                    <a:pt x="3820795" y="7412482"/>
                  </a:lnTo>
                  <a:lnTo>
                    <a:pt x="0" y="7412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91470" y="7888091"/>
            <a:ext cx="2686926" cy="752685"/>
            <a:chOff x="0" y="0"/>
            <a:chExt cx="3582568" cy="100357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7234" y="13939"/>
              <a:ext cx="3548248" cy="975722"/>
            </a:xfrm>
            <a:custGeom>
              <a:avLst/>
              <a:gdLst/>
              <a:ahLst/>
              <a:cxnLst/>
              <a:rect r="r" b="b" t="t" l="l"/>
              <a:pathLst>
                <a:path h="975722" w="3548248">
                  <a:moveTo>
                    <a:pt x="0" y="344290"/>
                  </a:moveTo>
                  <a:cubicBezTo>
                    <a:pt x="0" y="154124"/>
                    <a:pt x="194253" y="0"/>
                    <a:pt x="433806" y="0"/>
                  </a:cubicBezTo>
                  <a:lnTo>
                    <a:pt x="3114442" y="0"/>
                  </a:lnTo>
                  <a:cubicBezTo>
                    <a:pt x="3353995" y="0"/>
                    <a:pt x="3548248" y="154124"/>
                    <a:pt x="3548248" y="344290"/>
                  </a:cubicBezTo>
                  <a:lnTo>
                    <a:pt x="3548248" y="631431"/>
                  </a:lnTo>
                  <a:cubicBezTo>
                    <a:pt x="3548248" y="821597"/>
                    <a:pt x="3353995" y="975721"/>
                    <a:pt x="3114442" y="975721"/>
                  </a:cubicBezTo>
                  <a:lnTo>
                    <a:pt x="433806" y="975721"/>
                  </a:lnTo>
                  <a:cubicBezTo>
                    <a:pt x="194253" y="975721"/>
                    <a:pt x="0" y="821597"/>
                    <a:pt x="0" y="631431"/>
                  </a:cubicBezTo>
                  <a:close/>
                </a:path>
              </a:pathLst>
            </a:custGeom>
            <a:solidFill>
              <a:srgbClr val="DBEBDD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582644" cy="1003592"/>
            </a:xfrm>
            <a:custGeom>
              <a:avLst/>
              <a:gdLst/>
              <a:ahLst/>
              <a:cxnLst/>
              <a:rect r="r" b="b" t="t" l="l"/>
              <a:pathLst>
                <a:path h="1003592" w="3582644">
                  <a:moveTo>
                    <a:pt x="0" y="358229"/>
                  </a:moveTo>
                  <a:cubicBezTo>
                    <a:pt x="0" y="160098"/>
                    <a:pt x="202131" y="0"/>
                    <a:pt x="451040" y="0"/>
                  </a:cubicBezTo>
                  <a:lnTo>
                    <a:pt x="3131676" y="0"/>
                  </a:lnTo>
                  <a:lnTo>
                    <a:pt x="3131676" y="13939"/>
                  </a:lnTo>
                  <a:lnTo>
                    <a:pt x="3131676" y="0"/>
                  </a:lnTo>
                  <a:cubicBezTo>
                    <a:pt x="3380339" y="0"/>
                    <a:pt x="3582644" y="160098"/>
                    <a:pt x="3582644" y="358229"/>
                  </a:cubicBezTo>
                  <a:lnTo>
                    <a:pt x="3565482" y="358229"/>
                  </a:lnTo>
                  <a:lnTo>
                    <a:pt x="3582644" y="358229"/>
                  </a:lnTo>
                  <a:lnTo>
                    <a:pt x="3582644" y="645370"/>
                  </a:lnTo>
                  <a:lnTo>
                    <a:pt x="3565482" y="645370"/>
                  </a:lnTo>
                  <a:lnTo>
                    <a:pt x="3582644" y="645370"/>
                  </a:lnTo>
                  <a:cubicBezTo>
                    <a:pt x="3582644" y="843501"/>
                    <a:pt x="3380585" y="1003592"/>
                    <a:pt x="3131676" y="1003592"/>
                  </a:cubicBezTo>
                  <a:lnTo>
                    <a:pt x="3131676" y="989660"/>
                  </a:lnTo>
                  <a:lnTo>
                    <a:pt x="3131676" y="1003592"/>
                  </a:lnTo>
                  <a:lnTo>
                    <a:pt x="451040" y="1003592"/>
                  </a:lnTo>
                  <a:lnTo>
                    <a:pt x="451040" y="989660"/>
                  </a:lnTo>
                  <a:lnTo>
                    <a:pt x="451040" y="1003592"/>
                  </a:lnTo>
                  <a:cubicBezTo>
                    <a:pt x="202131" y="1003592"/>
                    <a:pt x="0" y="843501"/>
                    <a:pt x="0" y="645370"/>
                  </a:cubicBezTo>
                  <a:lnTo>
                    <a:pt x="0" y="358229"/>
                  </a:lnTo>
                  <a:lnTo>
                    <a:pt x="17234" y="358229"/>
                  </a:lnTo>
                  <a:lnTo>
                    <a:pt x="0" y="358229"/>
                  </a:lnTo>
                  <a:moveTo>
                    <a:pt x="34468" y="358229"/>
                  </a:moveTo>
                  <a:lnTo>
                    <a:pt x="34468" y="645370"/>
                  </a:lnTo>
                  <a:lnTo>
                    <a:pt x="17234" y="645370"/>
                  </a:lnTo>
                  <a:lnTo>
                    <a:pt x="34468" y="645370"/>
                  </a:lnTo>
                  <a:cubicBezTo>
                    <a:pt x="34468" y="827571"/>
                    <a:pt x="220596" y="975722"/>
                    <a:pt x="451040" y="975722"/>
                  </a:cubicBezTo>
                  <a:lnTo>
                    <a:pt x="3131676" y="975722"/>
                  </a:lnTo>
                  <a:cubicBezTo>
                    <a:pt x="3361874" y="975722"/>
                    <a:pt x="3548248" y="827571"/>
                    <a:pt x="3548248" y="645370"/>
                  </a:cubicBezTo>
                  <a:lnTo>
                    <a:pt x="3548248" y="358229"/>
                  </a:lnTo>
                  <a:cubicBezTo>
                    <a:pt x="3548248" y="176028"/>
                    <a:pt x="3362120" y="27878"/>
                    <a:pt x="3131676" y="27878"/>
                  </a:cubicBezTo>
                  <a:lnTo>
                    <a:pt x="451040" y="27878"/>
                  </a:lnTo>
                  <a:lnTo>
                    <a:pt x="451040" y="13939"/>
                  </a:lnTo>
                  <a:lnTo>
                    <a:pt x="451040" y="27878"/>
                  </a:lnTo>
                  <a:cubicBezTo>
                    <a:pt x="220596" y="27878"/>
                    <a:pt x="34468" y="176028"/>
                    <a:pt x="34468" y="358229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91470" y="7907141"/>
            <a:ext cx="2686926" cy="733635"/>
            <a:chOff x="0" y="0"/>
            <a:chExt cx="1866559" cy="50964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66557" cy="509644"/>
            </a:xfrm>
            <a:custGeom>
              <a:avLst/>
              <a:gdLst/>
              <a:ahLst/>
              <a:cxnLst/>
              <a:rect r="r" b="b" t="t" l="l"/>
              <a:pathLst>
                <a:path h="509644" w="1866557">
                  <a:moveTo>
                    <a:pt x="0" y="0"/>
                  </a:moveTo>
                  <a:lnTo>
                    <a:pt x="1866557" y="0"/>
                  </a:lnTo>
                  <a:lnTo>
                    <a:pt x="1866557" y="509644"/>
                  </a:lnTo>
                  <a:lnTo>
                    <a:pt x="0" y="5096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53" r="15673" b="929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866559" cy="509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5"/>
                </a:lnSpc>
              </a:pPr>
              <a:r>
                <a:rPr lang="en-US" sz="1945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Home screen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049382" y="7888091"/>
            <a:ext cx="2813018" cy="752685"/>
            <a:chOff x="0" y="0"/>
            <a:chExt cx="2392132" cy="64006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1507" y="8890"/>
              <a:ext cx="2369216" cy="622300"/>
            </a:xfrm>
            <a:custGeom>
              <a:avLst/>
              <a:gdLst/>
              <a:ahLst/>
              <a:cxnLst/>
              <a:rect r="r" b="b" t="t" l="l"/>
              <a:pathLst>
                <a:path h="622300" w="2369216">
                  <a:moveTo>
                    <a:pt x="0" y="219583"/>
                  </a:moveTo>
                  <a:cubicBezTo>
                    <a:pt x="0" y="98298"/>
                    <a:pt x="129706" y="0"/>
                    <a:pt x="289659" y="0"/>
                  </a:cubicBezTo>
                  <a:lnTo>
                    <a:pt x="2079558" y="0"/>
                  </a:lnTo>
                  <a:cubicBezTo>
                    <a:pt x="2239511" y="0"/>
                    <a:pt x="2369216" y="98298"/>
                    <a:pt x="2369216" y="219583"/>
                  </a:cubicBezTo>
                  <a:lnTo>
                    <a:pt x="2369216" y="402717"/>
                  </a:lnTo>
                  <a:cubicBezTo>
                    <a:pt x="2369216" y="524002"/>
                    <a:pt x="2239511" y="622300"/>
                    <a:pt x="2079558" y="622300"/>
                  </a:cubicBezTo>
                  <a:lnTo>
                    <a:pt x="289659" y="622300"/>
                  </a:lnTo>
                  <a:cubicBezTo>
                    <a:pt x="129706" y="622300"/>
                    <a:pt x="0" y="524002"/>
                    <a:pt x="0" y="402717"/>
                  </a:cubicBezTo>
                  <a:close/>
                </a:path>
              </a:pathLst>
            </a:custGeom>
            <a:solidFill>
              <a:srgbClr val="F3E1A4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92208" cy="640080"/>
            </a:xfrm>
            <a:custGeom>
              <a:avLst/>
              <a:gdLst/>
              <a:ahLst/>
              <a:cxnLst/>
              <a:rect r="r" b="b" t="t" l="l"/>
              <a:pathLst>
                <a:path h="640080" w="2392208">
                  <a:moveTo>
                    <a:pt x="0" y="228473"/>
                  </a:moveTo>
                  <a:cubicBezTo>
                    <a:pt x="0" y="102108"/>
                    <a:pt x="134966" y="0"/>
                    <a:pt x="301166" y="0"/>
                  </a:cubicBezTo>
                  <a:lnTo>
                    <a:pt x="2091065" y="0"/>
                  </a:lnTo>
                  <a:lnTo>
                    <a:pt x="2091065" y="8890"/>
                  </a:lnTo>
                  <a:lnTo>
                    <a:pt x="2091065" y="0"/>
                  </a:lnTo>
                  <a:cubicBezTo>
                    <a:pt x="2257101" y="0"/>
                    <a:pt x="2392208" y="102108"/>
                    <a:pt x="2392208" y="228473"/>
                  </a:cubicBezTo>
                  <a:lnTo>
                    <a:pt x="2380723" y="228473"/>
                  </a:lnTo>
                  <a:lnTo>
                    <a:pt x="2392208" y="228473"/>
                  </a:lnTo>
                  <a:lnTo>
                    <a:pt x="2392208" y="411607"/>
                  </a:lnTo>
                  <a:lnTo>
                    <a:pt x="2380723" y="411607"/>
                  </a:lnTo>
                  <a:lnTo>
                    <a:pt x="2392208" y="411607"/>
                  </a:lnTo>
                  <a:cubicBezTo>
                    <a:pt x="2392208" y="537972"/>
                    <a:pt x="2257265" y="640080"/>
                    <a:pt x="2091065" y="640080"/>
                  </a:cubicBezTo>
                  <a:lnTo>
                    <a:pt x="2091065" y="631190"/>
                  </a:lnTo>
                  <a:lnTo>
                    <a:pt x="2091065" y="640080"/>
                  </a:lnTo>
                  <a:lnTo>
                    <a:pt x="301166" y="640080"/>
                  </a:lnTo>
                  <a:lnTo>
                    <a:pt x="301166" y="631190"/>
                  </a:lnTo>
                  <a:lnTo>
                    <a:pt x="301166" y="640080"/>
                  </a:lnTo>
                  <a:cubicBezTo>
                    <a:pt x="134966" y="640080"/>
                    <a:pt x="0" y="537972"/>
                    <a:pt x="0" y="411607"/>
                  </a:cubicBezTo>
                  <a:lnTo>
                    <a:pt x="0" y="228473"/>
                  </a:lnTo>
                  <a:lnTo>
                    <a:pt x="11507" y="228473"/>
                  </a:lnTo>
                  <a:lnTo>
                    <a:pt x="0" y="228473"/>
                  </a:lnTo>
                  <a:moveTo>
                    <a:pt x="23015" y="228473"/>
                  </a:moveTo>
                  <a:lnTo>
                    <a:pt x="23015" y="411607"/>
                  </a:lnTo>
                  <a:lnTo>
                    <a:pt x="11507" y="411607"/>
                  </a:lnTo>
                  <a:lnTo>
                    <a:pt x="23015" y="411607"/>
                  </a:lnTo>
                  <a:cubicBezTo>
                    <a:pt x="23015" y="527812"/>
                    <a:pt x="147295" y="622300"/>
                    <a:pt x="301166" y="622300"/>
                  </a:cubicBezTo>
                  <a:lnTo>
                    <a:pt x="2091065" y="622300"/>
                  </a:lnTo>
                  <a:cubicBezTo>
                    <a:pt x="2244772" y="622300"/>
                    <a:pt x="2369216" y="527812"/>
                    <a:pt x="2369216" y="411607"/>
                  </a:cubicBezTo>
                  <a:lnTo>
                    <a:pt x="2369216" y="228473"/>
                  </a:lnTo>
                  <a:cubicBezTo>
                    <a:pt x="2369216" y="112268"/>
                    <a:pt x="2244936" y="17780"/>
                    <a:pt x="2091065" y="17780"/>
                  </a:cubicBezTo>
                  <a:lnTo>
                    <a:pt x="301166" y="17780"/>
                  </a:lnTo>
                  <a:lnTo>
                    <a:pt x="301166" y="8890"/>
                  </a:lnTo>
                  <a:lnTo>
                    <a:pt x="301166" y="17780"/>
                  </a:lnTo>
                  <a:cubicBezTo>
                    <a:pt x="147295" y="17780"/>
                    <a:pt x="23015" y="112268"/>
                    <a:pt x="23015" y="228473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4049382" y="7907141"/>
            <a:ext cx="2813018" cy="733635"/>
            <a:chOff x="0" y="0"/>
            <a:chExt cx="1899918" cy="49549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899915" cy="495500"/>
            </a:xfrm>
            <a:custGeom>
              <a:avLst/>
              <a:gdLst/>
              <a:ahLst/>
              <a:cxnLst/>
              <a:rect r="r" b="b" t="t" l="l"/>
              <a:pathLst>
                <a:path h="495500" w="1899915">
                  <a:moveTo>
                    <a:pt x="0" y="0"/>
                  </a:moveTo>
                  <a:lnTo>
                    <a:pt x="1899915" y="0"/>
                  </a:lnTo>
                  <a:lnTo>
                    <a:pt x="1899915" y="495500"/>
                  </a:lnTo>
                  <a:lnTo>
                    <a:pt x="0" y="495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99" r="17154" b="670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1899918" cy="49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5"/>
                </a:lnSpc>
              </a:pPr>
              <a:r>
                <a:rPr lang="en-US" sz="1945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Meals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302617" y="7907141"/>
            <a:ext cx="2813018" cy="733635"/>
            <a:chOff x="0" y="0"/>
            <a:chExt cx="2454248" cy="64006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9463" y="8890"/>
              <a:ext cx="2435294" cy="622300"/>
            </a:xfrm>
            <a:custGeom>
              <a:avLst/>
              <a:gdLst/>
              <a:ahLst/>
              <a:cxnLst/>
              <a:rect r="r" b="b" t="t" l="l"/>
              <a:pathLst>
                <a:path h="622300" w="2435294">
                  <a:moveTo>
                    <a:pt x="0" y="219583"/>
                  </a:moveTo>
                  <a:cubicBezTo>
                    <a:pt x="0" y="98298"/>
                    <a:pt x="106800" y="0"/>
                    <a:pt x="238609" y="0"/>
                  </a:cubicBezTo>
                  <a:lnTo>
                    <a:pt x="2196686" y="0"/>
                  </a:lnTo>
                  <a:cubicBezTo>
                    <a:pt x="2328495" y="0"/>
                    <a:pt x="2435295" y="98298"/>
                    <a:pt x="2435295" y="219583"/>
                  </a:cubicBezTo>
                  <a:lnTo>
                    <a:pt x="2435295" y="402717"/>
                  </a:lnTo>
                  <a:cubicBezTo>
                    <a:pt x="2435295" y="524002"/>
                    <a:pt x="2328495" y="622300"/>
                    <a:pt x="2196686" y="622300"/>
                  </a:cubicBezTo>
                  <a:lnTo>
                    <a:pt x="238609" y="622300"/>
                  </a:lnTo>
                  <a:cubicBezTo>
                    <a:pt x="106800" y="622300"/>
                    <a:pt x="0" y="524002"/>
                    <a:pt x="0" y="402717"/>
                  </a:cubicBezTo>
                  <a:close/>
                </a:path>
              </a:pathLst>
            </a:custGeom>
            <a:solidFill>
              <a:srgbClr val="DBEBDD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54221" cy="640080"/>
            </a:xfrm>
            <a:custGeom>
              <a:avLst/>
              <a:gdLst/>
              <a:ahLst/>
              <a:cxnLst/>
              <a:rect r="r" b="b" t="t" l="l"/>
              <a:pathLst>
                <a:path h="640080" w="2454221">
                  <a:moveTo>
                    <a:pt x="0" y="228473"/>
                  </a:moveTo>
                  <a:cubicBezTo>
                    <a:pt x="0" y="102108"/>
                    <a:pt x="111261" y="0"/>
                    <a:pt x="248072" y="0"/>
                  </a:cubicBezTo>
                  <a:lnTo>
                    <a:pt x="2206149" y="0"/>
                  </a:lnTo>
                  <a:lnTo>
                    <a:pt x="2206149" y="8890"/>
                  </a:lnTo>
                  <a:lnTo>
                    <a:pt x="2206149" y="0"/>
                  </a:lnTo>
                  <a:cubicBezTo>
                    <a:pt x="2342960" y="0"/>
                    <a:pt x="2454221" y="102108"/>
                    <a:pt x="2454221" y="228473"/>
                  </a:cubicBezTo>
                  <a:lnTo>
                    <a:pt x="2444758" y="228473"/>
                  </a:lnTo>
                  <a:lnTo>
                    <a:pt x="2454221" y="228473"/>
                  </a:lnTo>
                  <a:lnTo>
                    <a:pt x="2454221" y="411607"/>
                  </a:lnTo>
                  <a:lnTo>
                    <a:pt x="2444758" y="411607"/>
                  </a:lnTo>
                  <a:lnTo>
                    <a:pt x="2454221" y="411607"/>
                  </a:lnTo>
                  <a:cubicBezTo>
                    <a:pt x="2454221" y="537972"/>
                    <a:pt x="2342960" y="640080"/>
                    <a:pt x="2206149" y="640080"/>
                  </a:cubicBezTo>
                  <a:lnTo>
                    <a:pt x="2206149" y="631190"/>
                  </a:lnTo>
                  <a:lnTo>
                    <a:pt x="2206149" y="640080"/>
                  </a:lnTo>
                  <a:lnTo>
                    <a:pt x="248072" y="640080"/>
                  </a:lnTo>
                  <a:lnTo>
                    <a:pt x="248072" y="631190"/>
                  </a:lnTo>
                  <a:lnTo>
                    <a:pt x="248072" y="640080"/>
                  </a:lnTo>
                  <a:cubicBezTo>
                    <a:pt x="111261" y="640080"/>
                    <a:pt x="0" y="537972"/>
                    <a:pt x="0" y="411607"/>
                  </a:cubicBezTo>
                  <a:lnTo>
                    <a:pt x="0" y="228473"/>
                  </a:lnTo>
                  <a:lnTo>
                    <a:pt x="9463" y="228473"/>
                  </a:lnTo>
                  <a:lnTo>
                    <a:pt x="0" y="228473"/>
                  </a:lnTo>
                  <a:moveTo>
                    <a:pt x="18926" y="228473"/>
                  </a:moveTo>
                  <a:lnTo>
                    <a:pt x="18926" y="411607"/>
                  </a:lnTo>
                  <a:lnTo>
                    <a:pt x="9463" y="411607"/>
                  </a:lnTo>
                  <a:lnTo>
                    <a:pt x="18926" y="411607"/>
                  </a:lnTo>
                  <a:cubicBezTo>
                    <a:pt x="18926" y="527812"/>
                    <a:pt x="121400" y="622300"/>
                    <a:pt x="248072" y="622300"/>
                  </a:cubicBezTo>
                  <a:lnTo>
                    <a:pt x="2206149" y="622300"/>
                  </a:lnTo>
                  <a:cubicBezTo>
                    <a:pt x="2332821" y="622300"/>
                    <a:pt x="2435294" y="527812"/>
                    <a:pt x="2435294" y="411607"/>
                  </a:cubicBezTo>
                  <a:lnTo>
                    <a:pt x="2435294" y="228473"/>
                  </a:lnTo>
                  <a:cubicBezTo>
                    <a:pt x="2435294" y="112268"/>
                    <a:pt x="2332821" y="17780"/>
                    <a:pt x="2206149" y="17780"/>
                  </a:cubicBezTo>
                  <a:lnTo>
                    <a:pt x="248072" y="17780"/>
                  </a:lnTo>
                  <a:lnTo>
                    <a:pt x="248072" y="8890"/>
                  </a:lnTo>
                  <a:lnTo>
                    <a:pt x="248072" y="17780"/>
                  </a:lnTo>
                  <a:cubicBezTo>
                    <a:pt x="121400" y="17780"/>
                    <a:pt x="18926" y="112268"/>
                    <a:pt x="18926" y="228473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302617" y="7907141"/>
            <a:ext cx="2813018" cy="733996"/>
            <a:chOff x="0" y="0"/>
            <a:chExt cx="2031556" cy="53009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31555" cy="530092"/>
            </a:xfrm>
            <a:custGeom>
              <a:avLst/>
              <a:gdLst/>
              <a:ahLst/>
              <a:cxnLst/>
              <a:rect r="r" b="b" t="t" l="l"/>
              <a:pathLst>
                <a:path h="530092" w="2031555">
                  <a:moveTo>
                    <a:pt x="0" y="0"/>
                  </a:moveTo>
                  <a:lnTo>
                    <a:pt x="2031555" y="0"/>
                  </a:lnTo>
                  <a:lnTo>
                    <a:pt x="2031555" y="530092"/>
                  </a:lnTo>
                  <a:lnTo>
                    <a:pt x="0" y="530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28" r="0" b="-402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2031556" cy="530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5"/>
                </a:lnSpc>
              </a:pPr>
              <a:r>
                <a:rPr lang="en-US" sz="1945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569578" y="7907141"/>
            <a:ext cx="2805589" cy="733635"/>
            <a:chOff x="0" y="0"/>
            <a:chExt cx="2214067" cy="57895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8890" y="8041"/>
              <a:ext cx="2196211" cy="562886"/>
            </a:xfrm>
            <a:custGeom>
              <a:avLst/>
              <a:gdLst/>
              <a:ahLst/>
              <a:cxnLst/>
              <a:rect r="r" b="b" t="t" l="l"/>
              <a:pathLst>
                <a:path h="562886" w="2196211">
                  <a:moveTo>
                    <a:pt x="0" y="198619"/>
                  </a:moveTo>
                  <a:cubicBezTo>
                    <a:pt x="0" y="88913"/>
                    <a:pt x="100330" y="0"/>
                    <a:pt x="224155" y="0"/>
                  </a:cubicBezTo>
                  <a:lnTo>
                    <a:pt x="1972183" y="0"/>
                  </a:lnTo>
                  <a:cubicBezTo>
                    <a:pt x="2096008" y="0"/>
                    <a:pt x="2196211" y="88913"/>
                    <a:pt x="2196211" y="198619"/>
                  </a:cubicBezTo>
                  <a:lnTo>
                    <a:pt x="2196211" y="364268"/>
                  </a:lnTo>
                  <a:cubicBezTo>
                    <a:pt x="2196211" y="473973"/>
                    <a:pt x="2095881" y="562887"/>
                    <a:pt x="1972183" y="562887"/>
                  </a:cubicBezTo>
                  <a:lnTo>
                    <a:pt x="224155" y="562887"/>
                  </a:lnTo>
                  <a:cubicBezTo>
                    <a:pt x="100330" y="562887"/>
                    <a:pt x="0" y="473973"/>
                    <a:pt x="0" y="364268"/>
                  </a:cubicBezTo>
                  <a:close/>
                </a:path>
              </a:pathLst>
            </a:custGeom>
            <a:solidFill>
              <a:srgbClr val="F3E1A4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14118" cy="578970"/>
            </a:xfrm>
            <a:custGeom>
              <a:avLst/>
              <a:gdLst/>
              <a:ahLst/>
              <a:cxnLst/>
              <a:rect r="r" b="b" t="t" l="l"/>
              <a:pathLst>
                <a:path h="578970" w="2214118">
                  <a:moveTo>
                    <a:pt x="0" y="206660"/>
                  </a:moveTo>
                  <a:cubicBezTo>
                    <a:pt x="0" y="92359"/>
                    <a:pt x="104521" y="0"/>
                    <a:pt x="233045" y="0"/>
                  </a:cubicBezTo>
                  <a:lnTo>
                    <a:pt x="1981073" y="0"/>
                  </a:lnTo>
                  <a:lnTo>
                    <a:pt x="1981073" y="8041"/>
                  </a:lnTo>
                  <a:lnTo>
                    <a:pt x="1981073" y="0"/>
                  </a:lnTo>
                  <a:cubicBezTo>
                    <a:pt x="2109597" y="0"/>
                    <a:pt x="2214118" y="92359"/>
                    <a:pt x="2214118" y="206660"/>
                  </a:cubicBezTo>
                  <a:lnTo>
                    <a:pt x="2205228" y="206660"/>
                  </a:lnTo>
                  <a:lnTo>
                    <a:pt x="2214118" y="206660"/>
                  </a:lnTo>
                  <a:lnTo>
                    <a:pt x="2214118" y="372309"/>
                  </a:lnTo>
                  <a:lnTo>
                    <a:pt x="2205228" y="372309"/>
                  </a:lnTo>
                  <a:lnTo>
                    <a:pt x="2214118" y="372309"/>
                  </a:lnTo>
                  <a:cubicBezTo>
                    <a:pt x="2214118" y="486609"/>
                    <a:pt x="2109597" y="578970"/>
                    <a:pt x="1981073" y="578970"/>
                  </a:cubicBezTo>
                  <a:lnTo>
                    <a:pt x="1981073" y="570928"/>
                  </a:lnTo>
                  <a:lnTo>
                    <a:pt x="1981073" y="578970"/>
                  </a:lnTo>
                  <a:lnTo>
                    <a:pt x="233045" y="578970"/>
                  </a:lnTo>
                  <a:lnTo>
                    <a:pt x="233045" y="570928"/>
                  </a:lnTo>
                  <a:lnTo>
                    <a:pt x="233045" y="578970"/>
                  </a:lnTo>
                  <a:cubicBezTo>
                    <a:pt x="104521" y="578970"/>
                    <a:pt x="0" y="486609"/>
                    <a:pt x="0" y="372309"/>
                  </a:cubicBezTo>
                  <a:lnTo>
                    <a:pt x="0" y="206660"/>
                  </a:lnTo>
                  <a:lnTo>
                    <a:pt x="8890" y="206660"/>
                  </a:lnTo>
                  <a:lnTo>
                    <a:pt x="0" y="206660"/>
                  </a:lnTo>
                  <a:moveTo>
                    <a:pt x="17780" y="206660"/>
                  </a:moveTo>
                  <a:lnTo>
                    <a:pt x="17780" y="372309"/>
                  </a:lnTo>
                  <a:lnTo>
                    <a:pt x="8890" y="372309"/>
                  </a:lnTo>
                  <a:lnTo>
                    <a:pt x="17780" y="372309"/>
                  </a:lnTo>
                  <a:cubicBezTo>
                    <a:pt x="17780" y="477419"/>
                    <a:pt x="113919" y="562886"/>
                    <a:pt x="233045" y="562886"/>
                  </a:cubicBezTo>
                  <a:lnTo>
                    <a:pt x="1981073" y="562886"/>
                  </a:lnTo>
                  <a:cubicBezTo>
                    <a:pt x="2100072" y="562886"/>
                    <a:pt x="2196211" y="477419"/>
                    <a:pt x="2196211" y="372309"/>
                  </a:cubicBezTo>
                  <a:lnTo>
                    <a:pt x="2196211" y="206660"/>
                  </a:lnTo>
                  <a:cubicBezTo>
                    <a:pt x="2196211" y="101549"/>
                    <a:pt x="2100072" y="16082"/>
                    <a:pt x="1981073" y="16082"/>
                  </a:cubicBezTo>
                  <a:lnTo>
                    <a:pt x="233045" y="16082"/>
                  </a:lnTo>
                  <a:lnTo>
                    <a:pt x="233045" y="8041"/>
                  </a:lnTo>
                  <a:lnTo>
                    <a:pt x="233045" y="16082"/>
                  </a:lnTo>
                  <a:cubicBezTo>
                    <a:pt x="113919" y="16082"/>
                    <a:pt x="17780" y="101549"/>
                    <a:pt x="17780" y="206660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569578" y="7907141"/>
            <a:ext cx="2805589" cy="733996"/>
            <a:chOff x="0" y="0"/>
            <a:chExt cx="1940039" cy="5075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940044" cy="507554"/>
            </a:xfrm>
            <a:custGeom>
              <a:avLst/>
              <a:gdLst/>
              <a:ahLst/>
              <a:cxnLst/>
              <a:rect r="r" b="b" t="t" l="l"/>
              <a:pathLst>
                <a:path h="507554" w="1940044">
                  <a:moveTo>
                    <a:pt x="0" y="0"/>
                  </a:moveTo>
                  <a:lnTo>
                    <a:pt x="1940044" y="0"/>
                  </a:lnTo>
                  <a:lnTo>
                    <a:pt x="1940044" y="507554"/>
                  </a:lnTo>
                  <a:lnTo>
                    <a:pt x="0" y="5075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27" r="0" b="-512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1940039" cy="507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5"/>
                </a:lnSpc>
              </a:pPr>
              <a:r>
                <a:rPr lang="en-US" sz="1945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Workout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836539" y="7907141"/>
            <a:ext cx="2865634" cy="733635"/>
            <a:chOff x="0" y="0"/>
            <a:chExt cx="2854655" cy="73082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8890" y="10151"/>
              <a:ext cx="2836926" cy="710537"/>
            </a:xfrm>
            <a:custGeom>
              <a:avLst/>
              <a:gdLst/>
              <a:ahLst/>
              <a:cxnLst/>
              <a:rect r="r" b="b" t="t" l="l"/>
              <a:pathLst>
                <a:path h="710537" w="2836926">
                  <a:moveTo>
                    <a:pt x="0" y="250718"/>
                  </a:moveTo>
                  <a:cubicBezTo>
                    <a:pt x="0" y="112235"/>
                    <a:pt x="100457" y="0"/>
                    <a:pt x="224536" y="0"/>
                  </a:cubicBezTo>
                  <a:lnTo>
                    <a:pt x="2612390" y="0"/>
                  </a:lnTo>
                  <a:cubicBezTo>
                    <a:pt x="2736342" y="0"/>
                    <a:pt x="2836926" y="112235"/>
                    <a:pt x="2836926" y="250718"/>
                  </a:cubicBezTo>
                  <a:lnTo>
                    <a:pt x="2836926" y="459819"/>
                  </a:lnTo>
                  <a:cubicBezTo>
                    <a:pt x="2836926" y="598301"/>
                    <a:pt x="2736469" y="710537"/>
                    <a:pt x="2612390" y="710537"/>
                  </a:cubicBezTo>
                  <a:lnTo>
                    <a:pt x="224536" y="710537"/>
                  </a:lnTo>
                  <a:cubicBezTo>
                    <a:pt x="100457" y="710537"/>
                    <a:pt x="0" y="598301"/>
                    <a:pt x="0" y="459819"/>
                  </a:cubicBezTo>
                  <a:close/>
                </a:path>
              </a:pathLst>
            </a:custGeom>
            <a:solidFill>
              <a:srgbClr val="DBEBDD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854706" cy="730836"/>
            </a:xfrm>
            <a:custGeom>
              <a:avLst/>
              <a:gdLst/>
              <a:ahLst/>
              <a:cxnLst/>
              <a:rect r="r" b="b" t="t" l="l"/>
              <a:pathLst>
                <a:path h="730836" w="2854706">
                  <a:moveTo>
                    <a:pt x="0" y="260869"/>
                  </a:moveTo>
                  <a:cubicBezTo>
                    <a:pt x="0" y="116586"/>
                    <a:pt x="104648" y="0"/>
                    <a:pt x="233426" y="0"/>
                  </a:cubicBezTo>
                  <a:lnTo>
                    <a:pt x="2621280" y="0"/>
                  </a:lnTo>
                  <a:lnTo>
                    <a:pt x="2621280" y="10151"/>
                  </a:lnTo>
                  <a:lnTo>
                    <a:pt x="2621280" y="0"/>
                  </a:lnTo>
                  <a:cubicBezTo>
                    <a:pt x="2750058" y="0"/>
                    <a:pt x="2854706" y="116586"/>
                    <a:pt x="2854706" y="260869"/>
                  </a:cubicBezTo>
                  <a:lnTo>
                    <a:pt x="2845816" y="260869"/>
                  </a:lnTo>
                  <a:lnTo>
                    <a:pt x="2854706" y="260869"/>
                  </a:lnTo>
                  <a:lnTo>
                    <a:pt x="2854706" y="469970"/>
                  </a:lnTo>
                  <a:lnTo>
                    <a:pt x="2845816" y="469970"/>
                  </a:lnTo>
                  <a:lnTo>
                    <a:pt x="2854706" y="469970"/>
                  </a:lnTo>
                  <a:cubicBezTo>
                    <a:pt x="2854706" y="614252"/>
                    <a:pt x="2750058" y="730836"/>
                    <a:pt x="2621280" y="730836"/>
                  </a:cubicBezTo>
                  <a:lnTo>
                    <a:pt x="2621280" y="720688"/>
                  </a:lnTo>
                  <a:lnTo>
                    <a:pt x="2621280" y="730836"/>
                  </a:lnTo>
                  <a:lnTo>
                    <a:pt x="233426" y="730836"/>
                  </a:lnTo>
                  <a:lnTo>
                    <a:pt x="233426" y="720688"/>
                  </a:lnTo>
                  <a:lnTo>
                    <a:pt x="233426" y="730836"/>
                  </a:lnTo>
                  <a:cubicBezTo>
                    <a:pt x="104648" y="730836"/>
                    <a:pt x="0" y="614252"/>
                    <a:pt x="0" y="469970"/>
                  </a:cubicBezTo>
                  <a:lnTo>
                    <a:pt x="0" y="260869"/>
                  </a:lnTo>
                  <a:lnTo>
                    <a:pt x="8890" y="260869"/>
                  </a:lnTo>
                  <a:lnTo>
                    <a:pt x="0" y="260869"/>
                  </a:lnTo>
                  <a:moveTo>
                    <a:pt x="17780" y="260869"/>
                  </a:moveTo>
                  <a:lnTo>
                    <a:pt x="17780" y="469970"/>
                  </a:lnTo>
                  <a:lnTo>
                    <a:pt x="8890" y="469970"/>
                  </a:lnTo>
                  <a:lnTo>
                    <a:pt x="17780" y="469970"/>
                  </a:lnTo>
                  <a:cubicBezTo>
                    <a:pt x="17780" y="602507"/>
                    <a:pt x="114173" y="710537"/>
                    <a:pt x="233426" y="710537"/>
                  </a:cubicBezTo>
                  <a:lnTo>
                    <a:pt x="2621280" y="710537"/>
                  </a:lnTo>
                  <a:cubicBezTo>
                    <a:pt x="2740533" y="710537"/>
                    <a:pt x="2836926" y="602652"/>
                    <a:pt x="2836926" y="469970"/>
                  </a:cubicBezTo>
                  <a:lnTo>
                    <a:pt x="2836926" y="260869"/>
                  </a:lnTo>
                  <a:cubicBezTo>
                    <a:pt x="2836926" y="128187"/>
                    <a:pt x="2740533" y="20301"/>
                    <a:pt x="2621280" y="20301"/>
                  </a:cubicBezTo>
                  <a:lnTo>
                    <a:pt x="233426" y="20301"/>
                  </a:lnTo>
                  <a:lnTo>
                    <a:pt x="233426" y="10151"/>
                  </a:lnTo>
                  <a:lnTo>
                    <a:pt x="233426" y="20301"/>
                  </a:lnTo>
                  <a:cubicBezTo>
                    <a:pt x="114173" y="20301"/>
                    <a:pt x="17780" y="128187"/>
                    <a:pt x="17780" y="260869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3836539" y="7907141"/>
            <a:ext cx="2865634" cy="733996"/>
            <a:chOff x="0" y="0"/>
            <a:chExt cx="2580627" cy="66099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80624" cy="660997"/>
            </a:xfrm>
            <a:custGeom>
              <a:avLst/>
              <a:gdLst/>
              <a:ahLst/>
              <a:cxnLst/>
              <a:rect r="r" b="b" t="t" l="l"/>
              <a:pathLst>
                <a:path h="660997" w="2580624">
                  <a:moveTo>
                    <a:pt x="0" y="0"/>
                  </a:moveTo>
                  <a:lnTo>
                    <a:pt x="2580624" y="0"/>
                  </a:lnTo>
                  <a:lnTo>
                    <a:pt x="2580624" y="660997"/>
                  </a:lnTo>
                  <a:lnTo>
                    <a:pt x="0" y="6609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36" r="0" b="39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2580627" cy="660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5"/>
                </a:lnSpc>
              </a:pPr>
              <a:r>
                <a:rPr lang="en-US" sz="1945" b="true">
                  <a:solidFill>
                    <a:srgbClr val="23232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Leaderboard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255377" y="8912838"/>
            <a:ext cx="13471255" cy="716623"/>
            <a:chOff x="0" y="0"/>
            <a:chExt cx="17961674" cy="95549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2700" y="16833"/>
              <a:ext cx="17936211" cy="921764"/>
            </a:xfrm>
            <a:custGeom>
              <a:avLst/>
              <a:gdLst/>
              <a:ahLst/>
              <a:cxnLst/>
              <a:rect r="r" b="b" t="t" l="l"/>
              <a:pathLst>
                <a:path h="921764" w="17936211">
                  <a:moveTo>
                    <a:pt x="0" y="194082"/>
                  </a:moveTo>
                  <a:cubicBezTo>
                    <a:pt x="0" y="86857"/>
                    <a:pt x="67818" y="0"/>
                    <a:pt x="151511" y="0"/>
                  </a:cubicBezTo>
                  <a:lnTo>
                    <a:pt x="17784699" y="0"/>
                  </a:lnTo>
                  <a:cubicBezTo>
                    <a:pt x="17868392" y="0"/>
                    <a:pt x="17936211" y="86857"/>
                    <a:pt x="17936211" y="194082"/>
                  </a:cubicBezTo>
                  <a:lnTo>
                    <a:pt x="17936211" y="727682"/>
                  </a:lnTo>
                  <a:cubicBezTo>
                    <a:pt x="17936211" y="834907"/>
                    <a:pt x="17868392" y="921764"/>
                    <a:pt x="17784699" y="921764"/>
                  </a:cubicBezTo>
                  <a:lnTo>
                    <a:pt x="151511" y="921764"/>
                  </a:lnTo>
                  <a:cubicBezTo>
                    <a:pt x="67818" y="921764"/>
                    <a:pt x="0" y="834907"/>
                    <a:pt x="0" y="7276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7961611" cy="955430"/>
            </a:xfrm>
            <a:custGeom>
              <a:avLst/>
              <a:gdLst/>
              <a:ahLst/>
              <a:cxnLst/>
              <a:rect r="r" b="b" t="t" l="l"/>
              <a:pathLst>
                <a:path h="955430" w="17961611">
                  <a:moveTo>
                    <a:pt x="0" y="210915"/>
                  </a:moveTo>
                  <a:cubicBezTo>
                    <a:pt x="0" y="93927"/>
                    <a:pt x="73914" y="0"/>
                    <a:pt x="164211" y="0"/>
                  </a:cubicBezTo>
                  <a:lnTo>
                    <a:pt x="17797399" y="0"/>
                  </a:lnTo>
                  <a:lnTo>
                    <a:pt x="17797399" y="16833"/>
                  </a:lnTo>
                  <a:lnTo>
                    <a:pt x="17797399" y="0"/>
                  </a:lnTo>
                  <a:cubicBezTo>
                    <a:pt x="17887696" y="0"/>
                    <a:pt x="17961611" y="93927"/>
                    <a:pt x="17961611" y="210915"/>
                  </a:cubicBezTo>
                  <a:lnTo>
                    <a:pt x="17948911" y="210915"/>
                  </a:lnTo>
                  <a:lnTo>
                    <a:pt x="17961611" y="210915"/>
                  </a:lnTo>
                  <a:lnTo>
                    <a:pt x="17961611" y="744515"/>
                  </a:lnTo>
                  <a:lnTo>
                    <a:pt x="17948911" y="744515"/>
                  </a:lnTo>
                  <a:lnTo>
                    <a:pt x="17961611" y="744515"/>
                  </a:lnTo>
                  <a:cubicBezTo>
                    <a:pt x="17961611" y="861503"/>
                    <a:pt x="17887696" y="955430"/>
                    <a:pt x="17797399" y="955430"/>
                  </a:cubicBezTo>
                  <a:lnTo>
                    <a:pt x="17797399" y="938597"/>
                  </a:lnTo>
                  <a:lnTo>
                    <a:pt x="17797399" y="955430"/>
                  </a:lnTo>
                  <a:lnTo>
                    <a:pt x="164211" y="955430"/>
                  </a:lnTo>
                  <a:lnTo>
                    <a:pt x="164211" y="938597"/>
                  </a:lnTo>
                  <a:lnTo>
                    <a:pt x="164211" y="955430"/>
                  </a:lnTo>
                  <a:cubicBezTo>
                    <a:pt x="73914" y="955430"/>
                    <a:pt x="0" y="861671"/>
                    <a:pt x="0" y="744515"/>
                  </a:cubicBezTo>
                  <a:lnTo>
                    <a:pt x="0" y="210915"/>
                  </a:lnTo>
                  <a:lnTo>
                    <a:pt x="12700" y="210915"/>
                  </a:lnTo>
                  <a:lnTo>
                    <a:pt x="0" y="210915"/>
                  </a:lnTo>
                  <a:moveTo>
                    <a:pt x="25400" y="210915"/>
                  </a:moveTo>
                  <a:lnTo>
                    <a:pt x="25400" y="744515"/>
                  </a:lnTo>
                  <a:lnTo>
                    <a:pt x="12700" y="744515"/>
                  </a:lnTo>
                  <a:lnTo>
                    <a:pt x="25400" y="744515"/>
                  </a:lnTo>
                  <a:cubicBezTo>
                    <a:pt x="25400" y="841809"/>
                    <a:pt x="87122" y="921764"/>
                    <a:pt x="164211" y="921764"/>
                  </a:cubicBezTo>
                  <a:lnTo>
                    <a:pt x="17797399" y="921764"/>
                  </a:lnTo>
                  <a:cubicBezTo>
                    <a:pt x="17874487" y="921764"/>
                    <a:pt x="17936211" y="841809"/>
                    <a:pt x="17936211" y="744515"/>
                  </a:cubicBezTo>
                  <a:lnTo>
                    <a:pt x="17936211" y="210915"/>
                  </a:lnTo>
                  <a:cubicBezTo>
                    <a:pt x="17936211" y="113621"/>
                    <a:pt x="17874487" y="33666"/>
                    <a:pt x="17797399" y="33666"/>
                  </a:cubicBezTo>
                  <a:lnTo>
                    <a:pt x="164211" y="33666"/>
                  </a:lnTo>
                  <a:lnTo>
                    <a:pt x="164211" y="16833"/>
                  </a:lnTo>
                  <a:lnTo>
                    <a:pt x="164211" y="33666"/>
                  </a:lnTo>
                  <a:cubicBezTo>
                    <a:pt x="87122" y="33666"/>
                    <a:pt x="25400" y="113621"/>
                    <a:pt x="25400" y="210915"/>
                  </a:cubicBezTo>
                  <a:close/>
                </a:path>
              </a:pathLst>
            </a:custGeom>
            <a:solidFill>
              <a:srgbClr val="232323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2566902" y="9128274"/>
            <a:ext cx="12848215" cy="321086"/>
            <a:chOff x="0" y="0"/>
            <a:chExt cx="17130954" cy="42811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7130951" cy="428118"/>
            </a:xfrm>
            <a:custGeom>
              <a:avLst/>
              <a:gdLst/>
              <a:ahLst/>
              <a:cxnLst/>
              <a:rect r="r" b="b" t="t" l="l"/>
              <a:pathLst>
                <a:path h="428118" w="17130951">
                  <a:moveTo>
                    <a:pt x="0" y="0"/>
                  </a:moveTo>
                  <a:lnTo>
                    <a:pt x="17130951" y="0"/>
                  </a:lnTo>
                  <a:lnTo>
                    <a:pt x="17130951" y="428118"/>
                  </a:lnTo>
                  <a:lnTo>
                    <a:pt x="0" y="428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8310" r="0" b="-70105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17130954" cy="428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The screens are concentrated here so they support the app story without distracting every technical slide.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51059" y="9718519"/>
            <a:ext cx="8785108" cy="274539"/>
            <a:chOff x="0" y="0"/>
            <a:chExt cx="11713477" cy="3660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713471" cy="366046"/>
            </a:xfrm>
            <a:custGeom>
              <a:avLst/>
              <a:gdLst/>
              <a:ahLst/>
              <a:cxnLst/>
              <a:rect r="r" b="b" t="t" l="l"/>
              <a:pathLst>
                <a:path h="366046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0" r="0" b="-57352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1171347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6952500" y="9718519"/>
            <a:ext cx="576520" cy="274539"/>
            <a:chOff x="0" y="0"/>
            <a:chExt cx="768693" cy="3660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8697" cy="366046"/>
            </a:xfrm>
            <a:custGeom>
              <a:avLst/>
              <a:gdLst/>
              <a:ahLst/>
              <a:cxnLst/>
              <a:rect r="r" b="b" t="t" l="l"/>
              <a:pathLst>
                <a:path h="366046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76869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 b="true">
                  <a:solidFill>
                    <a:srgbClr val="64615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34" y="888902"/>
            <a:ext cx="18308517" cy="6677"/>
            <a:chOff x="0" y="0"/>
            <a:chExt cx="24411356" cy="8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334" y="1465421"/>
            <a:ext cx="18308517" cy="6677"/>
            <a:chOff x="0" y="0"/>
            <a:chExt cx="24411356" cy="89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334" y="2041941"/>
            <a:ext cx="18308517" cy="6677"/>
            <a:chOff x="0" y="0"/>
            <a:chExt cx="24411356" cy="8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334" y="2618470"/>
            <a:ext cx="18308517" cy="6677"/>
            <a:chOff x="0" y="0"/>
            <a:chExt cx="24411356" cy="8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334" y="3194990"/>
            <a:ext cx="18308517" cy="6677"/>
            <a:chOff x="0" y="0"/>
            <a:chExt cx="24411356" cy="8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334" y="3771509"/>
            <a:ext cx="18308517" cy="6677"/>
            <a:chOff x="0" y="0"/>
            <a:chExt cx="24411356" cy="89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334" y="4348039"/>
            <a:ext cx="18308517" cy="6677"/>
            <a:chOff x="0" y="0"/>
            <a:chExt cx="24411356" cy="8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34" y="4924558"/>
            <a:ext cx="18308517" cy="6677"/>
            <a:chOff x="0" y="0"/>
            <a:chExt cx="24411356" cy="89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3334" y="5501078"/>
            <a:ext cx="18308517" cy="6677"/>
            <a:chOff x="0" y="0"/>
            <a:chExt cx="24411356" cy="8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334" y="6077598"/>
            <a:ext cx="18308517" cy="6677"/>
            <a:chOff x="0" y="0"/>
            <a:chExt cx="24411356" cy="89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334" y="6654127"/>
            <a:ext cx="18308517" cy="6677"/>
            <a:chOff x="0" y="0"/>
            <a:chExt cx="24411356" cy="8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3334" y="7230647"/>
            <a:ext cx="18308517" cy="6677"/>
            <a:chOff x="0" y="0"/>
            <a:chExt cx="24411356" cy="89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334" y="7807166"/>
            <a:ext cx="18308517" cy="6677"/>
            <a:chOff x="0" y="0"/>
            <a:chExt cx="24411356" cy="8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3334" y="8383695"/>
            <a:ext cx="18308517" cy="6677"/>
            <a:chOff x="0" y="0"/>
            <a:chExt cx="24411356" cy="89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3334" y="8960215"/>
            <a:ext cx="18308517" cy="6677"/>
            <a:chOff x="0" y="0"/>
            <a:chExt cx="24411356" cy="8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3334" y="9536735"/>
            <a:ext cx="18308517" cy="6677"/>
            <a:chOff x="0" y="0"/>
            <a:chExt cx="24411356" cy="8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445" y="0"/>
              <a:ext cx="24402416" cy="8890"/>
            </a:xfrm>
            <a:custGeom>
              <a:avLst/>
              <a:gdLst/>
              <a:ahLst/>
              <a:cxnLst/>
              <a:rect r="r" b="b" t="t" l="l"/>
              <a:pathLst>
                <a:path h="8890" w="24402416">
                  <a:moveTo>
                    <a:pt x="0" y="0"/>
                  </a:moveTo>
                  <a:lnTo>
                    <a:pt x="24402416" y="0"/>
                  </a:lnTo>
                  <a:lnTo>
                    <a:pt x="2440241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38413C">
                <a:alpha val="20000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9535" y="10038426"/>
            <a:ext cx="18320909" cy="266148"/>
            <a:chOff x="0" y="0"/>
            <a:chExt cx="24427878" cy="3548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3F684C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427814" cy="354838"/>
            </a:xfrm>
            <a:custGeom>
              <a:avLst/>
              <a:gdLst/>
              <a:ahLst/>
              <a:cxnLst/>
              <a:rect r="r" b="b" t="t" l="l"/>
              <a:pathLst>
                <a:path h="354838" w="24427814">
                  <a:moveTo>
                    <a:pt x="12700" y="0"/>
                  </a:moveTo>
                  <a:lnTo>
                    <a:pt x="24415114" y="0"/>
                  </a:lnTo>
                  <a:cubicBezTo>
                    <a:pt x="24422100" y="0"/>
                    <a:pt x="24427814" y="5715"/>
                    <a:pt x="24427814" y="12700"/>
                  </a:cubicBezTo>
                  <a:lnTo>
                    <a:pt x="24427814" y="342138"/>
                  </a:lnTo>
                  <a:cubicBezTo>
                    <a:pt x="24427814" y="349123"/>
                    <a:pt x="24422100" y="354838"/>
                    <a:pt x="24415114" y="354838"/>
                  </a:cubicBezTo>
                  <a:lnTo>
                    <a:pt x="12700" y="354838"/>
                  </a:lnTo>
                  <a:cubicBezTo>
                    <a:pt x="5715" y="354838"/>
                    <a:pt x="0" y="349123"/>
                    <a:pt x="0" y="34213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42138"/>
                  </a:lnTo>
                  <a:lnTo>
                    <a:pt x="12700" y="342138"/>
                  </a:lnTo>
                  <a:lnTo>
                    <a:pt x="12700" y="329438"/>
                  </a:lnTo>
                  <a:lnTo>
                    <a:pt x="24415114" y="329438"/>
                  </a:lnTo>
                  <a:lnTo>
                    <a:pt x="24415114" y="342138"/>
                  </a:lnTo>
                  <a:lnTo>
                    <a:pt x="24402414" y="342138"/>
                  </a:lnTo>
                  <a:lnTo>
                    <a:pt x="24402414" y="12700"/>
                  </a:lnTo>
                  <a:lnTo>
                    <a:pt x="24415114" y="12700"/>
                  </a:lnTo>
                  <a:lnTo>
                    <a:pt x="2441511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684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8324" y="960872"/>
            <a:ext cx="8785108" cy="796147"/>
            <a:chOff x="0" y="0"/>
            <a:chExt cx="11713477" cy="10615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713471" cy="1061533"/>
            </a:xfrm>
            <a:custGeom>
              <a:avLst/>
              <a:gdLst/>
              <a:ahLst/>
              <a:cxnLst/>
              <a:rect r="r" b="b" t="t" l="l"/>
              <a:pathLst>
                <a:path h="1061533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007" r="0" b="-16500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1713477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385"/>
                </a:lnSpc>
              </a:pPr>
              <a:r>
                <a:rPr lang="en-US" sz="615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Conclusion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0906" y="1948053"/>
            <a:ext cx="4449747" cy="57198"/>
            <a:chOff x="0" y="0"/>
            <a:chExt cx="5932996" cy="762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38100" y="0"/>
              <a:ext cx="5856732" cy="76200"/>
            </a:xfrm>
            <a:custGeom>
              <a:avLst/>
              <a:gdLst/>
              <a:ahLst/>
              <a:cxnLst/>
              <a:rect r="r" b="b" t="t" l="l"/>
              <a:pathLst>
                <a:path h="7620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E9F7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70686" y="2690441"/>
            <a:ext cx="10072807" cy="1486148"/>
            <a:chOff x="0" y="0"/>
            <a:chExt cx="11164405" cy="16472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64402" cy="1647207"/>
            </a:xfrm>
            <a:custGeom>
              <a:avLst/>
              <a:gdLst/>
              <a:ahLst/>
              <a:cxnLst/>
              <a:rect r="r" b="b" t="t" l="l"/>
              <a:pathLst>
                <a:path h="1647207" w="11164402">
                  <a:moveTo>
                    <a:pt x="0" y="0"/>
                  </a:moveTo>
                  <a:lnTo>
                    <a:pt x="11164402" y="0"/>
                  </a:lnTo>
                  <a:lnTo>
                    <a:pt x="11164402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065" r="0" b="-8206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1164405" cy="1647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E8EFE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aims to make personal health coaching more accessible, adaptive, and motivating.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51059" y="9718519"/>
            <a:ext cx="8785108" cy="274539"/>
            <a:chOff x="0" y="0"/>
            <a:chExt cx="11713477" cy="3660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713471" cy="366046"/>
            </a:xfrm>
            <a:custGeom>
              <a:avLst/>
              <a:gdLst/>
              <a:ahLst/>
              <a:cxnLst/>
              <a:rect r="r" b="b" t="t" l="l"/>
              <a:pathLst>
                <a:path h="366046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0" r="0" b="-57352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1713477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CBD4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SPOTTERAI  /  SE 216 SOFTWARE PROJECT MANAGEMENT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952500" y="9718519"/>
            <a:ext cx="576520" cy="274539"/>
            <a:chOff x="0" y="0"/>
            <a:chExt cx="768693" cy="3660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8697" cy="366046"/>
            </a:xfrm>
            <a:custGeom>
              <a:avLst/>
              <a:gdLst/>
              <a:ahLst/>
              <a:cxnLst/>
              <a:rect r="r" b="b" t="t" l="l"/>
              <a:pathLst>
                <a:path h="366046" w="768697">
                  <a:moveTo>
                    <a:pt x="0" y="0"/>
                  </a:moveTo>
                  <a:lnTo>
                    <a:pt x="768697" y="0"/>
                  </a:lnTo>
                  <a:lnTo>
                    <a:pt x="76869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8" t="0" r="-11097" b="-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76869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 b="true">
                  <a:solidFill>
                    <a:srgbClr val="CBD4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8324" y="4969335"/>
            <a:ext cx="8785108" cy="1161307"/>
            <a:chOff x="0" y="0"/>
            <a:chExt cx="11713477" cy="154841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713471" cy="1548413"/>
            </a:xfrm>
            <a:custGeom>
              <a:avLst/>
              <a:gdLst/>
              <a:ahLst/>
              <a:cxnLst/>
              <a:rect r="r" b="b" t="t" l="l"/>
              <a:pathLst>
                <a:path h="1548413" w="11713471">
                  <a:moveTo>
                    <a:pt x="0" y="0"/>
                  </a:moveTo>
                  <a:lnTo>
                    <a:pt x="11713471" y="0"/>
                  </a:lnTo>
                  <a:lnTo>
                    <a:pt x="11713471" y="1548413"/>
                  </a:lnTo>
                  <a:lnTo>
                    <a:pt x="0" y="15484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22" r="0" b="-8167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1713477" cy="1548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385"/>
                </a:lnSpc>
              </a:pPr>
              <a:r>
                <a:rPr lang="en-US" sz="615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Questions?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DAHJ4neT6vk</dc:identifier>
  <dcterms:modified xsi:type="dcterms:W3CDTF">2011-08-01T06:04:30Z</dcterms:modified>
  <cp:revision>1</cp:revision>
  <dc:title>SpotterAI_SE216_Clean_No_Overflow.pptx</dc:title>
</cp:coreProperties>
</file>