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23232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>
                <a:solidFill>
                  <a:srgbClr val="CBD4C7"/>
                </a:solidFill>
              </a:rPr>
              <a:t>SPOTTERAI</a:t>
            </a:r>
            <a:r>
              <a:rPr dirty="0" spc="20">
                <a:solidFill>
                  <a:srgbClr val="CBD4C7"/>
                </a:solidFill>
              </a:rPr>
              <a:t> </a:t>
            </a:r>
            <a:r>
              <a:rPr dirty="0" spc="-50">
                <a:solidFill>
                  <a:srgbClr val="CBD4C7"/>
                </a:solidFill>
              </a:rPr>
              <a:t>/</a:t>
            </a:r>
            <a:r>
              <a:rPr dirty="0" spc="100">
                <a:solidFill>
                  <a:srgbClr val="CBD4C7"/>
                </a:solidFill>
              </a:rPr>
              <a:t> </a:t>
            </a:r>
            <a:r>
              <a:rPr dirty="0" spc="-40">
                <a:solidFill>
                  <a:srgbClr val="CBD4C7"/>
                </a:solidFill>
              </a:rPr>
              <a:t>SE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114">
                <a:solidFill>
                  <a:srgbClr val="CBD4C7"/>
                </a:solidFill>
              </a:rPr>
              <a:t>216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SOFTWARE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PROJECT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35">
                <a:solidFill>
                  <a:srgbClr val="CBD4C7"/>
                </a:solidFill>
              </a:rPr>
              <a:t>MANAGEMENT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23232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>
                <a:solidFill>
                  <a:srgbClr val="CBD4C7"/>
                </a:solidFill>
              </a:rPr>
              <a:t>SPOTTERAI</a:t>
            </a:r>
            <a:r>
              <a:rPr dirty="0" spc="20">
                <a:solidFill>
                  <a:srgbClr val="CBD4C7"/>
                </a:solidFill>
              </a:rPr>
              <a:t> </a:t>
            </a:r>
            <a:r>
              <a:rPr dirty="0" spc="-50">
                <a:solidFill>
                  <a:srgbClr val="CBD4C7"/>
                </a:solidFill>
              </a:rPr>
              <a:t>/</a:t>
            </a:r>
            <a:r>
              <a:rPr dirty="0" spc="100">
                <a:solidFill>
                  <a:srgbClr val="CBD4C7"/>
                </a:solidFill>
              </a:rPr>
              <a:t> </a:t>
            </a:r>
            <a:r>
              <a:rPr dirty="0" spc="-40">
                <a:solidFill>
                  <a:srgbClr val="CBD4C7"/>
                </a:solidFill>
              </a:rPr>
              <a:t>SE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114">
                <a:solidFill>
                  <a:srgbClr val="CBD4C7"/>
                </a:solidFill>
              </a:rPr>
              <a:t>216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SOFTWARE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PROJECT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35">
                <a:solidFill>
                  <a:srgbClr val="CBD4C7"/>
                </a:solidFill>
              </a:rPr>
              <a:t>MANAGEMENT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23232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>
                <a:solidFill>
                  <a:srgbClr val="CBD4C7"/>
                </a:solidFill>
              </a:rPr>
              <a:t>SPOTTERAI</a:t>
            </a:r>
            <a:r>
              <a:rPr dirty="0" spc="20">
                <a:solidFill>
                  <a:srgbClr val="CBD4C7"/>
                </a:solidFill>
              </a:rPr>
              <a:t> </a:t>
            </a:r>
            <a:r>
              <a:rPr dirty="0" spc="-50">
                <a:solidFill>
                  <a:srgbClr val="CBD4C7"/>
                </a:solidFill>
              </a:rPr>
              <a:t>/</a:t>
            </a:r>
            <a:r>
              <a:rPr dirty="0" spc="100">
                <a:solidFill>
                  <a:srgbClr val="CBD4C7"/>
                </a:solidFill>
              </a:rPr>
              <a:t> </a:t>
            </a:r>
            <a:r>
              <a:rPr dirty="0" spc="-40">
                <a:solidFill>
                  <a:srgbClr val="CBD4C7"/>
                </a:solidFill>
              </a:rPr>
              <a:t>SE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114">
                <a:solidFill>
                  <a:srgbClr val="CBD4C7"/>
                </a:solidFill>
              </a:rPr>
              <a:t>216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SOFTWARE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PROJECT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35">
                <a:solidFill>
                  <a:srgbClr val="CBD4C7"/>
                </a:solidFill>
              </a:rPr>
              <a:t>MANAGEMENT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23232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>
                <a:solidFill>
                  <a:srgbClr val="CBD4C7"/>
                </a:solidFill>
              </a:rPr>
              <a:t>SPOTTERAI</a:t>
            </a:r>
            <a:r>
              <a:rPr dirty="0" spc="20">
                <a:solidFill>
                  <a:srgbClr val="CBD4C7"/>
                </a:solidFill>
              </a:rPr>
              <a:t> </a:t>
            </a:r>
            <a:r>
              <a:rPr dirty="0" spc="-50">
                <a:solidFill>
                  <a:srgbClr val="CBD4C7"/>
                </a:solidFill>
              </a:rPr>
              <a:t>/</a:t>
            </a:r>
            <a:r>
              <a:rPr dirty="0" spc="100">
                <a:solidFill>
                  <a:srgbClr val="CBD4C7"/>
                </a:solidFill>
              </a:rPr>
              <a:t> </a:t>
            </a:r>
            <a:r>
              <a:rPr dirty="0" spc="-40">
                <a:solidFill>
                  <a:srgbClr val="CBD4C7"/>
                </a:solidFill>
              </a:rPr>
              <a:t>SE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114">
                <a:solidFill>
                  <a:srgbClr val="CBD4C7"/>
                </a:solidFill>
              </a:rPr>
              <a:t>216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SOFTWARE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PROJECT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35">
                <a:solidFill>
                  <a:srgbClr val="CBD4C7"/>
                </a:solidFill>
              </a:rPr>
              <a:t>MANAGEMENT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>
                <a:solidFill>
                  <a:srgbClr val="CBD4C7"/>
                </a:solidFill>
              </a:rPr>
              <a:t>SPOTTERAI</a:t>
            </a:r>
            <a:r>
              <a:rPr dirty="0" spc="20">
                <a:solidFill>
                  <a:srgbClr val="CBD4C7"/>
                </a:solidFill>
              </a:rPr>
              <a:t> </a:t>
            </a:r>
            <a:r>
              <a:rPr dirty="0" spc="-50">
                <a:solidFill>
                  <a:srgbClr val="CBD4C7"/>
                </a:solidFill>
              </a:rPr>
              <a:t>/</a:t>
            </a:r>
            <a:r>
              <a:rPr dirty="0" spc="100">
                <a:solidFill>
                  <a:srgbClr val="CBD4C7"/>
                </a:solidFill>
              </a:rPr>
              <a:t> </a:t>
            </a:r>
            <a:r>
              <a:rPr dirty="0" spc="-40">
                <a:solidFill>
                  <a:srgbClr val="CBD4C7"/>
                </a:solidFill>
              </a:rPr>
              <a:t>SE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114">
                <a:solidFill>
                  <a:srgbClr val="CBD4C7"/>
                </a:solidFill>
              </a:rPr>
              <a:t>216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SOFTWARE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PROJECT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35">
                <a:solidFill>
                  <a:srgbClr val="CBD4C7"/>
                </a:solidFill>
              </a:rPr>
              <a:t>MANAGEMENT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5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82026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31443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180858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230275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279691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329107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378523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0" y="427940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477356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0" y="526772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0" y="576189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0" y="625604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0" y="675021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0" y="7244372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773853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823269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0" y="872686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0" y="9221019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0" y="971518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0" y="0"/>
            <a:ext cx="18288000" cy="215265"/>
          </a:xfrm>
          <a:custGeom>
            <a:avLst/>
            <a:gdLst/>
            <a:ahLst/>
            <a:cxnLst/>
            <a:rect l="l" t="t" r="r" b="b"/>
            <a:pathLst>
              <a:path w="18288000" h="215265">
                <a:moveTo>
                  <a:pt x="18288000" y="0"/>
                </a:moveTo>
                <a:lnTo>
                  <a:pt x="9512" y="0"/>
                </a:lnTo>
                <a:lnTo>
                  <a:pt x="0" y="12"/>
                </a:lnTo>
                <a:lnTo>
                  <a:pt x="0" y="635"/>
                </a:lnTo>
                <a:lnTo>
                  <a:pt x="0" y="205930"/>
                </a:lnTo>
                <a:lnTo>
                  <a:pt x="0" y="206375"/>
                </a:lnTo>
                <a:lnTo>
                  <a:pt x="0" y="215265"/>
                </a:lnTo>
                <a:lnTo>
                  <a:pt x="18288000" y="215265"/>
                </a:lnTo>
                <a:lnTo>
                  <a:pt x="18288000" y="206375"/>
                </a:lnTo>
                <a:lnTo>
                  <a:pt x="9512" y="206375"/>
                </a:lnTo>
                <a:lnTo>
                  <a:pt x="9512" y="205930"/>
                </a:lnTo>
                <a:lnTo>
                  <a:pt x="18288000" y="205930"/>
                </a:lnTo>
                <a:lnTo>
                  <a:pt x="18288000" y="196405"/>
                </a:lnTo>
                <a:lnTo>
                  <a:pt x="18288000" y="9525"/>
                </a:lnTo>
                <a:lnTo>
                  <a:pt x="18288000" y="12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0" y="10079621"/>
            <a:ext cx="18288000" cy="207645"/>
          </a:xfrm>
          <a:custGeom>
            <a:avLst/>
            <a:gdLst/>
            <a:ahLst/>
            <a:cxnLst/>
            <a:rect l="l" t="t" r="r" b="b"/>
            <a:pathLst>
              <a:path w="18288000" h="207645">
                <a:moveTo>
                  <a:pt x="18288000" y="0"/>
                </a:moveTo>
                <a:lnTo>
                  <a:pt x="0" y="0"/>
                </a:lnTo>
                <a:lnTo>
                  <a:pt x="0" y="9525"/>
                </a:lnTo>
                <a:lnTo>
                  <a:pt x="0" y="10160"/>
                </a:lnTo>
                <a:lnTo>
                  <a:pt x="0" y="207010"/>
                </a:lnTo>
                <a:lnTo>
                  <a:pt x="0" y="207391"/>
                </a:lnTo>
                <a:lnTo>
                  <a:pt x="18288000" y="207391"/>
                </a:lnTo>
                <a:lnTo>
                  <a:pt x="18288000" y="9525"/>
                </a:lnTo>
                <a:lnTo>
                  <a:pt x="18288000" y="0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358" y="579126"/>
            <a:ext cx="8047355" cy="688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23232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838358" y="9740655"/>
            <a:ext cx="4043045" cy="221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>
                <a:solidFill>
                  <a:srgbClr val="CBD4C7"/>
                </a:solidFill>
              </a:rPr>
              <a:t>SPOTTERAI</a:t>
            </a:r>
            <a:r>
              <a:rPr dirty="0" spc="20">
                <a:solidFill>
                  <a:srgbClr val="CBD4C7"/>
                </a:solidFill>
              </a:rPr>
              <a:t> </a:t>
            </a:r>
            <a:r>
              <a:rPr dirty="0" spc="-50">
                <a:solidFill>
                  <a:srgbClr val="CBD4C7"/>
                </a:solidFill>
              </a:rPr>
              <a:t>/</a:t>
            </a:r>
            <a:r>
              <a:rPr dirty="0" spc="100">
                <a:solidFill>
                  <a:srgbClr val="CBD4C7"/>
                </a:solidFill>
              </a:rPr>
              <a:t> </a:t>
            </a:r>
            <a:r>
              <a:rPr dirty="0" spc="-40">
                <a:solidFill>
                  <a:srgbClr val="CBD4C7"/>
                </a:solidFill>
              </a:rPr>
              <a:t>SE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114">
                <a:solidFill>
                  <a:srgbClr val="CBD4C7"/>
                </a:solidFill>
              </a:rPr>
              <a:t>216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SOFTWARE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PROJECT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35">
                <a:solidFill>
                  <a:srgbClr val="CBD4C7"/>
                </a:solidFill>
              </a:rPr>
              <a:t>MANAGEMENT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327991" y="9743606"/>
            <a:ext cx="25209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64615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635"/>
            <a:chOff x="0" y="0"/>
            <a:chExt cx="18288000" cy="102876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8288000" cy="10048240"/>
            </a:xfrm>
            <a:custGeom>
              <a:avLst/>
              <a:gdLst/>
              <a:ahLst/>
              <a:cxnLst/>
              <a:rect l="l" t="t" r="r" b="b"/>
              <a:pathLst>
                <a:path w="18288000" h="10048240">
                  <a:moveTo>
                    <a:pt x="0" y="10047950"/>
                  </a:moveTo>
                  <a:lnTo>
                    <a:pt x="18287998" y="10047950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10047950"/>
                  </a:lnTo>
                  <a:close/>
                </a:path>
              </a:pathLst>
            </a:custGeom>
            <a:solidFill>
              <a:srgbClr val="1F25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888910"/>
              <a:ext cx="18288000" cy="8655050"/>
            </a:xfrm>
            <a:custGeom>
              <a:avLst/>
              <a:gdLst/>
              <a:ahLst/>
              <a:cxnLst/>
              <a:rect l="l" t="t" r="r" b="b"/>
              <a:pathLst>
                <a:path w="18288000" h="8655050">
                  <a:moveTo>
                    <a:pt x="18287988" y="8647836"/>
                  </a:moveTo>
                  <a:lnTo>
                    <a:pt x="0" y="8647836"/>
                  </a:lnTo>
                  <a:lnTo>
                    <a:pt x="0" y="8654504"/>
                  </a:lnTo>
                  <a:lnTo>
                    <a:pt x="18287988" y="8654504"/>
                  </a:lnTo>
                  <a:lnTo>
                    <a:pt x="18287988" y="8647836"/>
                  </a:lnTo>
                  <a:close/>
                </a:path>
                <a:path w="18288000" h="8655050">
                  <a:moveTo>
                    <a:pt x="18287988" y="8071307"/>
                  </a:moveTo>
                  <a:lnTo>
                    <a:pt x="0" y="8071307"/>
                  </a:lnTo>
                  <a:lnTo>
                    <a:pt x="0" y="8077975"/>
                  </a:lnTo>
                  <a:lnTo>
                    <a:pt x="18287988" y="8077975"/>
                  </a:lnTo>
                  <a:lnTo>
                    <a:pt x="18287988" y="8071307"/>
                  </a:lnTo>
                  <a:close/>
                </a:path>
                <a:path w="18288000" h="8655050">
                  <a:moveTo>
                    <a:pt x="18287988" y="7494791"/>
                  </a:moveTo>
                  <a:lnTo>
                    <a:pt x="0" y="7494791"/>
                  </a:lnTo>
                  <a:lnTo>
                    <a:pt x="0" y="7501458"/>
                  </a:lnTo>
                  <a:lnTo>
                    <a:pt x="18287988" y="7501458"/>
                  </a:lnTo>
                  <a:lnTo>
                    <a:pt x="18287988" y="7494791"/>
                  </a:lnTo>
                  <a:close/>
                </a:path>
                <a:path w="18288000" h="8655050">
                  <a:moveTo>
                    <a:pt x="18287988" y="6918261"/>
                  </a:moveTo>
                  <a:lnTo>
                    <a:pt x="0" y="6918261"/>
                  </a:lnTo>
                  <a:lnTo>
                    <a:pt x="0" y="6924929"/>
                  </a:lnTo>
                  <a:lnTo>
                    <a:pt x="18287988" y="6924929"/>
                  </a:lnTo>
                  <a:lnTo>
                    <a:pt x="18287988" y="6918261"/>
                  </a:lnTo>
                  <a:close/>
                </a:path>
                <a:path w="18288000" h="8655050">
                  <a:moveTo>
                    <a:pt x="18287988" y="6341745"/>
                  </a:moveTo>
                  <a:lnTo>
                    <a:pt x="0" y="6341745"/>
                  </a:lnTo>
                  <a:lnTo>
                    <a:pt x="0" y="6348412"/>
                  </a:lnTo>
                  <a:lnTo>
                    <a:pt x="18287988" y="6348412"/>
                  </a:lnTo>
                  <a:lnTo>
                    <a:pt x="18287988" y="6341745"/>
                  </a:lnTo>
                  <a:close/>
                </a:path>
                <a:path w="18288000" h="8655050">
                  <a:moveTo>
                    <a:pt x="18287988" y="5765228"/>
                  </a:moveTo>
                  <a:lnTo>
                    <a:pt x="0" y="5765228"/>
                  </a:lnTo>
                  <a:lnTo>
                    <a:pt x="0" y="5771896"/>
                  </a:lnTo>
                  <a:lnTo>
                    <a:pt x="18287988" y="5771896"/>
                  </a:lnTo>
                  <a:lnTo>
                    <a:pt x="18287988" y="5765228"/>
                  </a:lnTo>
                  <a:close/>
                </a:path>
                <a:path w="18288000" h="8655050">
                  <a:moveTo>
                    <a:pt x="18287988" y="5188686"/>
                  </a:moveTo>
                  <a:lnTo>
                    <a:pt x="0" y="5188686"/>
                  </a:lnTo>
                  <a:lnTo>
                    <a:pt x="0" y="5195354"/>
                  </a:lnTo>
                  <a:lnTo>
                    <a:pt x="18287988" y="5195354"/>
                  </a:lnTo>
                  <a:lnTo>
                    <a:pt x="18287988" y="5188686"/>
                  </a:lnTo>
                  <a:close/>
                </a:path>
                <a:path w="18288000" h="8655050">
                  <a:moveTo>
                    <a:pt x="18287988" y="4612170"/>
                  </a:moveTo>
                  <a:lnTo>
                    <a:pt x="0" y="4612170"/>
                  </a:lnTo>
                  <a:lnTo>
                    <a:pt x="0" y="4618837"/>
                  </a:lnTo>
                  <a:lnTo>
                    <a:pt x="18287988" y="4618837"/>
                  </a:lnTo>
                  <a:lnTo>
                    <a:pt x="18287988" y="4612170"/>
                  </a:lnTo>
                  <a:close/>
                </a:path>
                <a:path w="18288000" h="8655050">
                  <a:moveTo>
                    <a:pt x="18287988" y="4035653"/>
                  </a:moveTo>
                  <a:lnTo>
                    <a:pt x="0" y="4035653"/>
                  </a:lnTo>
                  <a:lnTo>
                    <a:pt x="0" y="4042321"/>
                  </a:lnTo>
                  <a:lnTo>
                    <a:pt x="18287988" y="4042321"/>
                  </a:lnTo>
                  <a:lnTo>
                    <a:pt x="18287988" y="4035653"/>
                  </a:lnTo>
                  <a:close/>
                </a:path>
                <a:path w="18288000" h="8655050">
                  <a:moveTo>
                    <a:pt x="18287988" y="3459137"/>
                  </a:moveTo>
                  <a:lnTo>
                    <a:pt x="0" y="3459137"/>
                  </a:lnTo>
                  <a:lnTo>
                    <a:pt x="0" y="3465804"/>
                  </a:lnTo>
                  <a:lnTo>
                    <a:pt x="18287988" y="3465804"/>
                  </a:lnTo>
                  <a:lnTo>
                    <a:pt x="18287988" y="3459137"/>
                  </a:lnTo>
                  <a:close/>
                </a:path>
                <a:path w="18288000" h="8655050">
                  <a:moveTo>
                    <a:pt x="18287988" y="2882608"/>
                  </a:moveTo>
                  <a:lnTo>
                    <a:pt x="0" y="2882608"/>
                  </a:lnTo>
                  <a:lnTo>
                    <a:pt x="0" y="2889275"/>
                  </a:lnTo>
                  <a:lnTo>
                    <a:pt x="18287988" y="2889275"/>
                  </a:lnTo>
                  <a:lnTo>
                    <a:pt x="18287988" y="2882608"/>
                  </a:lnTo>
                  <a:close/>
                </a:path>
                <a:path w="18288000" h="8655050">
                  <a:moveTo>
                    <a:pt x="18287988" y="2306091"/>
                  </a:moveTo>
                  <a:lnTo>
                    <a:pt x="0" y="2306091"/>
                  </a:lnTo>
                  <a:lnTo>
                    <a:pt x="0" y="2312759"/>
                  </a:lnTo>
                  <a:lnTo>
                    <a:pt x="18287988" y="2312759"/>
                  </a:lnTo>
                  <a:lnTo>
                    <a:pt x="18287988" y="2306091"/>
                  </a:lnTo>
                  <a:close/>
                </a:path>
                <a:path w="18288000" h="8655050">
                  <a:moveTo>
                    <a:pt x="18287988" y="1729562"/>
                  </a:moveTo>
                  <a:lnTo>
                    <a:pt x="0" y="1729562"/>
                  </a:lnTo>
                  <a:lnTo>
                    <a:pt x="0" y="1736229"/>
                  </a:lnTo>
                  <a:lnTo>
                    <a:pt x="18287988" y="1736229"/>
                  </a:lnTo>
                  <a:lnTo>
                    <a:pt x="18287988" y="1729562"/>
                  </a:lnTo>
                  <a:close/>
                </a:path>
                <a:path w="18288000" h="8655050">
                  <a:moveTo>
                    <a:pt x="18287988" y="1153033"/>
                  </a:moveTo>
                  <a:lnTo>
                    <a:pt x="0" y="1153033"/>
                  </a:lnTo>
                  <a:lnTo>
                    <a:pt x="0" y="1159700"/>
                  </a:lnTo>
                  <a:lnTo>
                    <a:pt x="18287988" y="1159700"/>
                  </a:lnTo>
                  <a:lnTo>
                    <a:pt x="18287988" y="1153033"/>
                  </a:lnTo>
                  <a:close/>
                </a:path>
                <a:path w="18288000" h="8655050">
                  <a:moveTo>
                    <a:pt x="18287988" y="576516"/>
                  </a:moveTo>
                  <a:lnTo>
                    <a:pt x="0" y="576516"/>
                  </a:lnTo>
                  <a:lnTo>
                    <a:pt x="0" y="583184"/>
                  </a:lnTo>
                  <a:lnTo>
                    <a:pt x="18287988" y="583184"/>
                  </a:lnTo>
                  <a:lnTo>
                    <a:pt x="18287988" y="576516"/>
                  </a:lnTo>
                  <a:close/>
                </a:path>
                <a:path w="18288000" h="8655050">
                  <a:moveTo>
                    <a:pt x="18287988" y="0"/>
                  </a:moveTo>
                  <a:lnTo>
                    <a:pt x="0" y="0"/>
                  </a:lnTo>
                  <a:lnTo>
                    <a:pt x="0" y="6667"/>
                  </a:lnTo>
                  <a:lnTo>
                    <a:pt x="18287988" y="6667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7403C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10038435"/>
              <a:ext cx="18288000" cy="248920"/>
            </a:xfrm>
            <a:custGeom>
              <a:avLst/>
              <a:gdLst/>
              <a:ahLst/>
              <a:cxnLst/>
              <a:rect l="l" t="t" r="r" b="b"/>
              <a:pathLst>
                <a:path w="18288000" h="248920">
                  <a:moveTo>
                    <a:pt x="18287988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0" y="10160"/>
                  </a:lnTo>
                  <a:lnTo>
                    <a:pt x="0" y="248577"/>
                  </a:lnTo>
                  <a:lnTo>
                    <a:pt x="0" y="248920"/>
                  </a:lnTo>
                  <a:lnTo>
                    <a:pt x="9512" y="248920"/>
                  </a:lnTo>
                  <a:lnTo>
                    <a:pt x="9512" y="248577"/>
                  </a:lnTo>
                  <a:lnTo>
                    <a:pt x="18287988" y="248577"/>
                  </a:lnTo>
                  <a:lnTo>
                    <a:pt x="18287988" y="247078"/>
                  </a:lnTo>
                  <a:lnTo>
                    <a:pt x="18287988" y="19050"/>
                  </a:lnTo>
                  <a:lnTo>
                    <a:pt x="18287988" y="10160"/>
                  </a:lnTo>
                  <a:lnTo>
                    <a:pt x="18287988" y="9525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75623" y="879706"/>
            <a:ext cx="5283200" cy="1101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69865" algn="l"/>
              </a:tabLst>
            </a:pPr>
            <a:r>
              <a:rPr dirty="0" u="heavy" sz="7050" spc="-505">
                <a:solidFill>
                  <a:srgbClr val="FFFFFF"/>
                </a:solidFill>
                <a:uFill>
                  <a:solidFill>
                    <a:srgbClr val="6E9E73"/>
                  </a:solidFill>
                </a:uFill>
              </a:rPr>
              <a:t>SpotterAI</a:t>
            </a:r>
            <a:r>
              <a:rPr dirty="0" u="heavy" sz="7050">
                <a:solidFill>
                  <a:srgbClr val="FFFFFF"/>
                </a:solidFill>
                <a:uFill>
                  <a:solidFill>
                    <a:srgbClr val="6E9E73"/>
                  </a:solidFill>
                </a:uFill>
              </a:rPr>
              <a:t>	</a:t>
            </a:r>
            <a:endParaRPr sz="7050"/>
          </a:p>
        </p:txBody>
      </p:sp>
      <p:sp>
        <p:nvSpPr>
          <p:cNvPr id="7" name="object 7"/>
          <p:cNvSpPr txBox="1"/>
          <p:nvPr/>
        </p:nvSpPr>
        <p:spPr>
          <a:xfrm>
            <a:off x="1016800" y="2531875"/>
            <a:ext cx="5245100" cy="1558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35">
                <a:solidFill>
                  <a:srgbClr val="DBE9DA"/>
                </a:solidFill>
                <a:latin typeface="Trebuchet MS"/>
                <a:cs typeface="Trebuchet MS"/>
              </a:rPr>
              <a:t>AI</a:t>
            </a:r>
            <a:r>
              <a:rPr dirty="0" sz="2700" spc="-250">
                <a:solidFill>
                  <a:srgbClr val="DBE9DA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DBE9DA"/>
                </a:solidFill>
                <a:latin typeface="Trebuchet MS"/>
                <a:cs typeface="Trebuchet MS"/>
              </a:rPr>
              <a:t>Personal</a:t>
            </a:r>
            <a:r>
              <a:rPr dirty="0" sz="2700" spc="-245">
                <a:solidFill>
                  <a:srgbClr val="DBE9DA"/>
                </a:solidFill>
                <a:latin typeface="Trebuchet MS"/>
                <a:cs typeface="Trebuchet MS"/>
              </a:rPr>
              <a:t> </a:t>
            </a:r>
            <a:r>
              <a:rPr dirty="0" sz="2700" spc="-45">
                <a:solidFill>
                  <a:srgbClr val="DBE9DA"/>
                </a:solidFill>
                <a:latin typeface="Trebuchet MS"/>
                <a:cs typeface="Trebuchet MS"/>
              </a:rPr>
              <a:t>Health</a:t>
            </a:r>
            <a:r>
              <a:rPr dirty="0" sz="2700" spc="-245">
                <a:solidFill>
                  <a:srgbClr val="DBE9DA"/>
                </a:solidFill>
                <a:latin typeface="Trebuchet MS"/>
                <a:cs typeface="Trebuchet MS"/>
              </a:rPr>
              <a:t> </a:t>
            </a:r>
            <a:r>
              <a:rPr dirty="0" sz="2700" spc="110">
                <a:solidFill>
                  <a:srgbClr val="DBE9DA"/>
                </a:solidFill>
                <a:latin typeface="Trebuchet MS"/>
                <a:cs typeface="Trebuchet MS"/>
              </a:rPr>
              <a:t>C</a:t>
            </a:r>
            <a:r>
              <a:rPr dirty="0" sz="2700" spc="-245">
                <a:solidFill>
                  <a:srgbClr val="DBE9D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DBE9DA"/>
                </a:solidFill>
                <a:latin typeface="Trebuchet MS"/>
                <a:cs typeface="Trebuchet MS"/>
              </a:rPr>
              <a:t>Fitness</a:t>
            </a:r>
            <a:r>
              <a:rPr dirty="0" sz="2700" spc="-245">
                <a:solidFill>
                  <a:srgbClr val="DBE9DA"/>
                </a:solidFill>
                <a:latin typeface="Trebuchet MS"/>
                <a:cs typeface="Trebuchet MS"/>
              </a:rPr>
              <a:t> </a:t>
            </a:r>
            <a:r>
              <a:rPr dirty="0" sz="2700" spc="45">
                <a:solidFill>
                  <a:srgbClr val="DBE9DA"/>
                </a:solidFill>
                <a:latin typeface="Trebuchet MS"/>
                <a:cs typeface="Trebuchet MS"/>
              </a:rPr>
              <a:t>Coach</a:t>
            </a:r>
            <a:endParaRPr sz="27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2595"/>
              </a:spcBef>
            </a:pPr>
            <a:r>
              <a:rPr dirty="0" sz="1800" spc="-65" b="1">
                <a:solidFill>
                  <a:srgbClr val="CBD4C7"/>
                </a:solidFill>
                <a:latin typeface="Tahoma"/>
                <a:cs typeface="Tahoma"/>
              </a:rPr>
              <a:t>SE</a:t>
            </a:r>
            <a:r>
              <a:rPr dirty="0" sz="1800" spc="-120" b="1">
                <a:solidFill>
                  <a:srgbClr val="CBD4C7"/>
                </a:solidFill>
                <a:latin typeface="Tahoma"/>
                <a:cs typeface="Tahoma"/>
              </a:rPr>
              <a:t> </a:t>
            </a:r>
            <a:r>
              <a:rPr dirty="0" sz="1800" spc="-185" b="1">
                <a:solidFill>
                  <a:srgbClr val="CBD4C7"/>
                </a:solidFill>
                <a:latin typeface="Tahoma"/>
                <a:cs typeface="Tahoma"/>
              </a:rPr>
              <a:t>216</a:t>
            </a:r>
            <a:r>
              <a:rPr dirty="0" sz="1800" spc="-120" b="1">
                <a:solidFill>
                  <a:srgbClr val="CBD4C7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CBD4C7"/>
                </a:solidFill>
                <a:latin typeface="Tahoma"/>
                <a:cs typeface="Tahoma"/>
              </a:rPr>
              <a:t>—</a:t>
            </a:r>
            <a:r>
              <a:rPr dirty="0" sz="1800" spc="-120" b="1">
                <a:solidFill>
                  <a:srgbClr val="CBD4C7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CBD4C7"/>
                </a:solidFill>
                <a:latin typeface="Tahoma"/>
                <a:cs typeface="Tahoma"/>
              </a:rPr>
              <a:t>Software</a:t>
            </a:r>
            <a:r>
              <a:rPr dirty="0" sz="1800" spc="-120" b="1">
                <a:solidFill>
                  <a:srgbClr val="CBD4C7"/>
                </a:solidFill>
                <a:latin typeface="Tahoma"/>
                <a:cs typeface="Tahoma"/>
              </a:rPr>
              <a:t> </a:t>
            </a:r>
            <a:r>
              <a:rPr dirty="0" sz="1800" spc="-90" b="1">
                <a:solidFill>
                  <a:srgbClr val="CBD4C7"/>
                </a:solidFill>
                <a:latin typeface="Tahoma"/>
                <a:cs typeface="Tahoma"/>
              </a:rPr>
              <a:t>Project</a:t>
            </a:r>
            <a:r>
              <a:rPr dirty="0" sz="1800" spc="-120" b="1">
                <a:solidFill>
                  <a:srgbClr val="CBD4C7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CBD4C7"/>
                </a:solidFill>
                <a:latin typeface="Tahoma"/>
                <a:cs typeface="Tahoma"/>
              </a:rPr>
              <a:t>Management</a:t>
            </a:r>
            <a:endParaRPr sz="1800">
              <a:latin typeface="Tahoma"/>
              <a:cs typeface="Tahoma"/>
            </a:endParaRPr>
          </a:p>
          <a:p>
            <a:pPr marL="26034">
              <a:lnSpc>
                <a:spcPct val="100000"/>
              </a:lnSpc>
              <a:spcBef>
                <a:spcPts val="2090"/>
              </a:spcBef>
            </a:pPr>
            <a:r>
              <a:rPr dirty="0" sz="1650">
                <a:solidFill>
                  <a:srgbClr val="B6C2B4"/>
                </a:solidFill>
                <a:latin typeface="Trebuchet MS"/>
                <a:cs typeface="Trebuchet MS"/>
              </a:rPr>
              <a:t>2025–2026</a:t>
            </a:r>
            <a:r>
              <a:rPr dirty="0" sz="1650" spc="-20">
                <a:solidFill>
                  <a:srgbClr val="B6C2B4"/>
                </a:solidFill>
                <a:latin typeface="Trebuchet MS"/>
                <a:cs typeface="Trebuchet MS"/>
              </a:rPr>
              <a:t> Spring </a:t>
            </a:r>
            <a:r>
              <a:rPr dirty="0" sz="1650" spc="-10">
                <a:solidFill>
                  <a:srgbClr val="B6C2B4"/>
                </a:solidFill>
                <a:latin typeface="Trebuchet MS"/>
                <a:cs typeface="Trebuchet MS"/>
              </a:rPr>
              <a:t>Semester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61151" y="4685004"/>
            <a:ext cx="5716270" cy="815340"/>
            <a:chOff x="1061151" y="4685004"/>
            <a:chExt cx="5716270" cy="815340"/>
          </a:xfrm>
        </p:grpSpPr>
        <p:sp>
          <p:nvSpPr>
            <p:cNvPr id="9" name="object 9"/>
            <p:cNvSpPr/>
            <p:nvPr/>
          </p:nvSpPr>
          <p:spPr>
            <a:xfrm>
              <a:off x="1070676" y="4694529"/>
              <a:ext cx="5697220" cy="796290"/>
            </a:xfrm>
            <a:custGeom>
              <a:avLst/>
              <a:gdLst/>
              <a:ahLst/>
              <a:cxnLst/>
              <a:rect l="l" t="t" r="r" b="b"/>
              <a:pathLst>
                <a:path w="5697220" h="796289">
                  <a:moveTo>
                    <a:pt x="5584507" y="796194"/>
                  </a:moveTo>
                  <a:lnTo>
                    <a:pt x="112109" y="796194"/>
                  </a:lnTo>
                  <a:lnTo>
                    <a:pt x="68540" y="787567"/>
                  </a:lnTo>
                  <a:lnTo>
                    <a:pt x="32891" y="764035"/>
                  </a:lnTo>
                  <a:lnTo>
                    <a:pt x="8838" y="729128"/>
                  </a:lnTo>
                  <a:lnTo>
                    <a:pt x="0" y="686371"/>
                  </a:lnTo>
                  <a:lnTo>
                    <a:pt x="0" y="109823"/>
                  </a:lnTo>
                  <a:lnTo>
                    <a:pt x="8810" y="67066"/>
                  </a:lnTo>
                  <a:lnTo>
                    <a:pt x="32837" y="32158"/>
                  </a:lnTo>
                  <a:lnTo>
                    <a:pt x="68472" y="8627"/>
                  </a:lnTo>
                  <a:lnTo>
                    <a:pt x="112109" y="0"/>
                  </a:lnTo>
                  <a:lnTo>
                    <a:pt x="5584507" y="0"/>
                  </a:lnTo>
                  <a:lnTo>
                    <a:pt x="5628144" y="8627"/>
                  </a:lnTo>
                  <a:lnTo>
                    <a:pt x="5663779" y="32158"/>
                  </a:lnTo>
                  <a:lnTo>
                    <a:pt x="5687806" y="67066"/>
                  </a:lnTo>
                  <a:lnTo>
                    <a:pt x="5696616" y="109823"/>
                  </a:lnTo>
                  <a:lnTo>
                    <a:pt x="5696616" y="686371"/>
                  </a:lnTo>
                  <a:lnTo>
                    <a:pt x="5687806" y="729128"/>
                  </a:lnTo>
                  <a:lnTo>
                    <a:pt x="5663779" y="764035"/>
                  </a:lnTo>
                  <a:lnTo>
                    <a:pt x="5628144" y="787567"/>
                  </a:lnTo>
                  <a:lnTo>
                    <a:pt x="5584507" y="796194"/>
                  </a:lnTo>
                  <a:close/>
                </a:path>
              </a:pathLst>
            </a:custGeom>
            <a:solidFill>
              <a:srgbClr val="2A33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61151" y="4685004"/>
              <a:ext cx="5716270" cy="815340"/>
            </a:xfrm>
            <a:custGeom>
              <a:avLst/>
              <a:gdLst/>
              <a:ahLst/>
              <a:cxnLst/>
              <a:rect l="l" t="t" r="r" b="b"/>
              <a:pathLst>
                <a:path w="5716270" h="815339">
                  <a:moveTo>
                    <a:pt x="121634" y="815217"/>
                  </a:moveTo>
                  <a:lnTo>
                    <a:pt x="74339" y="805892"/>
                  </a:lnTo>
                  <a:lnTo>
                    <a:pt x="35671" y="780359"/>
                  </a:lnTo>
                  <a:lnTo>
                    <a:pt x="9575" y="742432"/>
                  </a:lnTo>
                  <a:lnTo>
                    <a:pt x="0" y="695896"/>
                  </a:lnTo>
                  <a:lnTo>
                    <a:pt x="0" y="119348"/>
                  </a:lnTo>
                  <a:lnTo>
                    <a:pt x="9575" y="72812"/>
                  </a:lnTo>
                  <a:lnTo>
                    <a:pt x="35671" y="34885"/>
                  </a:lnTo>
                  <a:lnTo>
                    <a:pt x="74339" y="9352"/>
                  </a:lnTo>
                  <a:lnTo>
                    <a:pt x="121634" y="0"/>
                  </a:lnTo>
                  <a:lnTo>
                    <a:pt x="5594032" y="0"/>
                  </a:lnTo>
                  <a:lnTo>
                    <a:pt x="5594032" y="9525"/>
                  </a:lnTo>
                  <a:lnTo>
                    <a:pt x="121634" y="9525"/>
                  </a:lnTo>
                  <a:lnTo>
                    <a:pt x="121634" y="19050"/>
                  </a:lnTo>
                  <a:lnTo>
                    <a:pt x="81615" y="26952"/>
                  </a:lnTo>
                  <a:lnTo>
                    <a:pt x="49018" y="48482"/>
                  </a:lnTo>
                  <a:lnTo>
                    <a:pt x="27082" y="80370"/>
                  </a:lnTo>
                  <a:lnTo>
                    <a:pt x="19050" y="119348"/>
                  </a:lnTo>
                  <a:lnTo>
                    <a:pt x="19050" y="695896"/>
                  </a:lnTo>
                  <a:lnTo>
                    <a:pt x="27080" y="734874"/>
                  </a:lnTo>
                  <a:lnTo>
                    <a:pt x="49006" y="766762"/>
                  </a:lnTo>
                  <a:lnTo>
                    <a:pt x="81575" y="788292"/>
                  </a:lnTo>
                  <a:lnTo>
                    <a:pt x="121539" y="796194"/>
                  </a:lnTo>
                  <a:lnTo>
                    <a:pt x="5656014" y="796194"/>
                  </a:lnTo>
                  <a:lnTo>
                    <a:pt x="5641588" y="805719"/>
                  </a:lnTo>
                  <a:lnTo>
                    <a:pt x="121634" y="805719"/>
                  </a:lnTo>
                  <a:lnTo>
                    <a:pt x="121634" y="815217"/>
                  </a:lnTo>
                  <a:close/>
                </a:path>
                <a:path w="5716270" h="815339">
                  <a:moveTo>
                    <a:pt x="5656014" y="796194"/>
                  </a:moveTo>
                  <a:lnTo>
                    <a:pt x="5594032" y="796194"/>
                  </a:lnTo>
                  <a:lnTo>
                    <a:pt x="5633996" y="788292"/>
                  </a:lnTo>
                  <a:lnTo>
                    <a:pt x="5666565" y="766762"/>
                  </a:lnTo>
                  <a:lnTo>
                    <a:pt x="5688491" y="734874"/>
                  </a:lnTo>
                  <a:lnTo>
                    <a:pt x="5696521" y="695896"/>
                  </a:lnTo>
                  <a:lnTo>
                    <a:pt x="5696521" y="119348"/>
                  </a:lnTo>
                  <a:lnTo>
                    <a:pt x="5688491" y="80370"/>
                  </a:lnTo>
                  <a:lnTo>
                    <a:pt x="5666565" y="48482"/>
                  </a:lnTo>
                  <a:lnTo>
                    <a:pt x="5633996" y="26952"/>
                  </a:lnTo>
                  <a:lnTo>
                    <a:pt x="5594032" y="19050"/>
                  </a:lnTo>
                  <a:lnTo>
                    <a:pt x="121634" y="19050"/>
                  </a:lnTo>
                  <a:lnTo>
                    <a:pt x="121634" y="9525"/>
                  </a:lnTo>
                  <a:lnTo>
                    <a:pt x="5594032" y="9525"/>
                  </a:lnTo>
                  <a:lnTo>
                    <a:pt x="5594032" y="0"/>
                  </a:lnTo>
                  <a:lnTo>
                    <a:pt x="5641287" y="9352"/>
                  </a:lnTo>
                  <a:lnTo>
                    <a:pt x="5679960" y="34885"/>
                  </a:lnTo>
                  <a:lnTo>
                    <a:pt x="5706077" y="72812"/>
                  </a:lnTo>
                  <a:lnTo>
                    <a:pt x="5715666" y="119348"/>
                  </a:lnTo>
                  <a:lnTo>
                    <a:pt x="5715666" y="695896"/>
                  </a:lnTo>
                  <a:lnTo>
                    <a:pt x="5706091" y="742432"/>
                  </a:lnTo>
                  <a:lnTo>
                    <a:pt x="5679995" y="780359"/>
                  </a:lnTo>
                  <a:lnTo>
                    <a:pt x="5656014" y="796194"/>
                  </a:lnTo>
                  <a:close/>
                </a:path>
                <a:path w="5716270" h="815339">
                  <a:moveTo>
                    <a:pt x="5594032" y="815217"/>
                  </a:moveTo>
                  <a:lnTo>
                    <a:pt x="121639" y="815217"/>
                  </a:lnTo>
                  <a:lnTo>
                    <a:pt x="121634" y="805719"/>
                  </a:lnTo>
                  <a:lnTo>
                    <a:pt x="5594032" y="805719"/>
                  </a:lnTo>
                  <a:lnTo>
                    <a:pt x="5594032" y="815217"/>
                  </a:lnTo>
                  <a:close/>
                </a:path>
                <a:path w="5716270" h="815339">
                  <a:moveTo>
                    <a:pt x="5594172" y="815217"/>
                  </a:moveTo>
                  <a:lnTo>
                    <a:pt x="5594032" y="815217"/>
                  </a:lnTo>
                  <a:lnTo>
                    <a:pt x="5594032" y="805719"/>
                  </a:lnTo>
                  <a:lnTo>
                    <a:pt x="5641588" y="805719"/>
                  </a:lnTo>
                  <a:lnTo>
                    <a:pt x="5641327" y="805892"/>
                  </a:lnTo>
                  <a:lnTo>
                    <a:pt x="5594172" y="815217"/>
                  </a:lnTo>
                  <a:close/>
                </a:path>
              </a:pathLst>
            </a:custGeom>
            <a:solidFill>
              <a:srgbClr val="90AF8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359976" y="4935270"/>
            <a:ext cx="283464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35">
                <a:solidFill>
                  <a:srgbClr val="DDE7DB"/>
                </a:solidFill>
                <a:latin typeface="Trebuchet MS"/>
                <a:cs typeface="Trebuchet MS"/>
              </a:rPr>
              <a:t>Instructor:</a:t>
            </a:r>
            <a:r>
              <a:rPr dirty="0" sz="1700" spc="-120">
                <a:solidFill>
                  <a:srgbClr val="DDE7DB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DDE7DB"/>
                </a:solidFill>
                <a:latin typeface="Trebuchet MS"/>
                <a:cs typeface="Trebuchet MS"/>
              </a:rPr>
              <a:t>Dr.</a:t>
            </a:r>
            <a:r>
              <a:rPr dirty="0" sz="1700" spc="-120">
                <a:solidFill>
                  <a:srgbClr val="DDE7DB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DDE7DB"/>
                </a:solidFill>
                <a:latin typeface="Trebuchet MS"/>
                <a:cs typeface="Trebuchet MS"/>
              </a:rPr>
              <a:t>Ibrahim</a:t>
            </a:r>
            <a:r>
              <a:rPr dirty="0" sz="1700" spc="-114">
                <a:solidFill>
                  <a:srgbClr val="DDE7DB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DDE7DB"/>
                </a:solidFill>
                <a:latin typeface="Trebuchet MS"/>
                <a:cs typeface="Trebuchet MS"/>
              </a:rPr>
              <a:t>ZİNCİR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19975" y="5920415"/>
            <a:ext cx="8459470" cy="3244850"/>
            <a:chOff x="1019975" y="5920415"/>
            <a:chExt cx="8459470" cy="3244850"/>
          </a:xfrm>
        </p:grpSpPr>
        <p:sp>
          <p:nvSpPr>
            <p:cNvPr id="13" name="object 13"/>
            <p:cNvSpPr/>
            <p:nvPr/>
          </p:nvSpPr>
          <p:spPr>
            <a:xfrm>
              <a:off x="1029500" y="5929940"/>
              <a:ext cx="8442325" cy="3226435"/>
            </a:xfrm>
            <a:custGeom>
              <a:avLst/>
              <a:gdLst/>
              <a:ahLst/>
              <a:cxnLst/>
              <a:rect l="l" t="t" r="r" b="b"/>
              <a:pathLst>
                <a:path w="8442325" h="3226434">
                  <a:moveTo>
                    <a:pt x="8331707" y="3225830"/>
                  </a:moveTo>
                  <a:lnTo>
                    <a:pt x="110204" y="3225830"/>
                  </a:lnTo>
                  <a:lnTo>
                    <a:pt x="67373" y="3217203"/>
                  </a:lnTo>
                  <a:lnTo>
                    <a:pt x="32330" y="3193672"/>
                  </a:lnTo>
                  <a:lnTo>
                    <a:pt x="8687" y="3158764"/>
                  </a:lnTo>
                  <a:lnTo>
                    <a:pt x="0" y="3116007"/>
                  </a:lnTo>
                  <a:lnTo>
                    <a:pt x="0" y="109823"/>
                  </a:lnTo>
                  <a:lnTo>
                    <a:pt x="8660" y="67066"/>
                  </a:lnTo>
                  <a:lnTo>
                    <a:pt x="32277" y="32158"/>
                  </a:lnTo>
                  <a:lnTo>
                    <a:pt x="67307" y="8627"/>
                  </a:lnTo>
                  <a:lnTo>
                    <a:pt x="110204" y="0"/>
                  </a:lnTo>
                  <a:lnTo>
                    <a:pt x="8331707" y="0"/>
                  </a:lnTo>
                  <a:lnTo>
                    <a:pt x="8374603" y="8627"/>
                  </a:lnTo>
                  <a:lnTo>
                    <a:pt x="8409633" y="32158"/>
                  </a:lnTo>
                  <a:lnTo>
                    <a:pt x="8433250" y="67066"/>
                  </a:lnTo>
                  <a:lnTo>
                    <a:pt x="8441911" y="109823"/>
                  </a:lnTo>
                  <a:lnTo>
                    <a:pt x="8441911" y="3116007"/>
                  </a:lnTo>
                  <a:lnTo>
                    <a:pt x="8433250" y="3158764"/>
                  </a:lnTo>
                  <a:lnTo>
                    <a:pt x="8409633" y="3193672"/>
                  </a:lnTo>
                  <a:lnTo>
                    <a:pt x="8374603" y="3217203"/>
                  </a:lnTo>
                  <a:lnTo>
                    <a:pt x="8331707" y="3225830"/>
                  </a:lnTo>
                  <a:close/>
                </a:path>
              </a:pathLst>
            </a:custGeom>
            <a:solidFill>
              <a:srgbClr val="2A33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19975" y="5920415"/>
              <a:ext cx="8459470" cy="3244850"/>
            </a:xfrm>
            <a:custGeom>
              <a:avLst/>
              <a:gdLst/>
              <a:ahLst/>
              <a:cxnLst/>
              <a:rect l="l" t="t" r="r" b="b"/>
              <a:pathLst>
                <a:path w="8459470" h="3244850">
                  <a:moveTo>
                    <a:pt x="119729" y="3244844"/>
                  </a:moveTo>
                  <a:lnTo>
                    <a:pt x="73134" y="3235502"/>
                  </a:lnTo>
                  <a:lnTo>
                    <a:pt x="35075" y="3209924"/>
                  </a:lnTo>
                  <a:lnTo>
                    <a:pt x="9411" y="3171988"/>
                  </a:lnTo>
                  <a:lnTo>
                    <a:pt x="0" y="3125533"/>
                  </a:lnTo>
                  <a:lnTo>
                    <a:pt x="0" y="119348"/>
                  </a:lnTo>
                  <a:lnTo>
                    <a:pt x="9411" y="72893"/>
                  </a:lnTo>
                  <a:lnTo>
                    <a:pt x="35075" y="34956"/>
                  </a:lnTo>
                  <a:lnTo>
                    <a:pt x="73134" y="9379"/>
                  </a:lnTo>
                  <a:lnTo>
                    <a:pt x="119729" y="0"/>
                  </a:lnTo>
                  <a:lnTo>
                    <a:pt x="8341232" y="0"/>
                  </a:lnTo>
                  <a:lnTo>
                    <a:pt x="8341232" y="9525"/>
                  </a:lnTo>
                  <a:lnTo>
                    <a:pt x="119729" y="9525"/>
                  </a:lnTo>
                  <a:lnTo>
                    <a:pt x="119729" y="19050"/>
                  </a:lnTo>
                  <a:lnTo>
                    <a:pt x="80530" y="26939"/>
                  </a:lnTo>
                  <a:lnTo>
                    <a:pt x="48529" y="48446"/>
                  </a:lnTo>
                  <a:lnTo>
                    <a:pt x="26958" y="80330"/>
                  </a:lnTo>
                  <a:lnTo>
                    <a:pt x="19050" y="119348"/>
                  </a:lnTo>
                  <a:lnTo>
                    <a:pt x="19050" y="3125533"/>
                  </a:lnTo>
                  <a:lnTo>
                    <a:pt x="26958" y="3164551"/>
                  </a:lnTo>
                  <a:lnTo>
                    <a:pt x="48529" y="3196434"/>
                  </a:lnTo>
                  <a:lnTo>
                    <a:pt x="80530" y="3217941"/>
                  </a:lnTo>
                  <a:lnTo>
                    <a:pt x="119729" y="3225831"/>
                  </a:lnTo>
                  <a:lnTo>
                    <a:pt x="8402217" y="3225831"/>
                  </a:lnTo>
                  <a:lnTo>
                    <a:pt x="8388044" y="3235356"/>
                  </a:lnTo>
                  <a:lnTo>
                    <a:pt x="119729" y="3235356"/>
                  </a:lnTo>
                  <a:lnTo>
                    <a:pt x="119729" y="3244844"/>
                  </a:lnTo>
                  <a:close/>
                </a:path>
                <a:path w="8459470" h="3244850">
                  <a:moveTo>
                    <a:pt x="8402217" y="3225831"/>
                  </a:moveTo>
                  <a:lnTo>
                    <a:pt x="8341232" y="3225831"/>
                  </a:lnTo>
                  <a:lnTo>
                    <a:pt x="8380430" y="3217941"/>
                  </a:lnTo>
                  <a:lnTo>
                    <a:pt x="8412431" y="3196434"/>
                  </a:lnTo>
                  <a:lnTo>
                    <a:pt x="8434002" y="3164551"/>
                  </a:lnTo>
                  <a:lnTo>
                    <a:pt x="8441911" y="3125533"/>
                  </a:lnTo>
                  <a:lnTo>
                    <a:pt x="8441911" y="119348"/>
                  </a:lnTo>
                  <a:lnTo>
                    <a:pt x="8434002" y="80330"/>
                  </a:lnTo>
                  <a:lnTo>
                    <a:pt x="8412431" y="48446"/>
                  </a:lnTo>
                  <a:lnTo>
                    <a:pt x="8380430" y="26939"/>
                  </a:lnTo>
                  <a:lnTo>
                    <a:pt x="8341232" y="19050"/>
                  </a:lnTo>
                  <a:lnTo>
                    <a:pt x="119729" y="19050"/>
                  </a:lnTo>
                  <a:lnTo>
                    <a:pt x="119729" y="9525"/>
                  </a:lnTo>
                  <a:lnTo>
                    <a:pt x="8341232" y="9525"/>
                  </a:lnTo>
                  <a:lnTo>
                    <a:pt x="8341232" y="0"/>
                  </a:lnTo>
                  <a:lnTo>
                    <a:pt x="8387827" y="9379"/>
                  </a:lnTo>
                  <a:lnTo>
                    <a:pt x="8425885" y="34956"/>
                  </a:lnTo>
                  <a:lnTo>
                    <a:pt x="8451549" y="72893"/>
                  </a:lnTo>
                  <a:lnTo>
                    <a:pt x="8459430" y="111791"/>
                  </a:lnTo>
                  <a:lnTo>
                    <a:pt x="8459430" y="3133090"/>
                  </a:lnTo>
                  <a:lnTo>
                    <a:pt x="8451549" y="3171988"/>
                  </a:lnTo>
                  <a:lnTo>
                    <a:pt x="8425885" y="3209924"/>
                  </a:lnTo>
                  <a:lnTo>
                    <a:pt x="8402217" y="3225831"/>
                  </a:lnTo>
                  <a:close/>
                </a:path>
                <a:path w="8459470" h="3244850">
                  <a:moveTo>
                    <a:pt x="8341232" y="3244844"/>
                  </a:moveTo>
                  <a:lnTo>
                    <a:pt x="119736" y="3244844"/>
                  </a:lnTo>
                  <a:lnTo>
                    <a:pt x="119729" y="3235356"/>
                  </a:lnTo>
                  <a:lnTo>
                    <a:pt x="8341232" y="3235356"/>
                  </a:lnTo>
                  <a:lnTo>
                    <a:pt x="8341232" y="3244844"/>
                  </a:lnTo>
                  <a:close/>
                </a:path>
                <a:path w="8459470" h="3244850">
                  <a:moveTo>
                    <a:pt x="8341412" y="3244844"/>
                  </a:moveTo>
                  <a:lnTo>
                    <a:pt x="8341232" y="3244844"/>
                  </a:lnTo>
                  <a:lnTo>
                    <a:pt x="8341232" y="3235356"/>
                  </a:lnTo>
                  <a:lnTo>
                    <a:pt x="8388044" y="3235356"/>
                  </a:lnTo>
                  <a:lnTo>
                    <a:pt x="8387827" y="3235502"/>
                  </a:lnTo>
                  <a:lnTo>
                    <a:pt x="8341412" y="3244844"/>
                  </a:lnTo>
                  <a:close/>
                </a:path>
              </a:pathLst>
            </a:custGeom>
            <a:solidFill>
              <a:srgbClr val="90AF8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359976" y="6204191"/>
            <a:ext cx="1760220" cy="323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40" b="1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r>
              <a:rPr dirty="0" sz="1950" spc="-1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50" spc="-85" b="1">
                <a:solidFill>
                  <a:srgbClr val="FFFFFF"/>
                </a:solidFill>
                <a:latin typeface="Tahoma"/>
                <a:cs typeface="Tahoma"/>
              </a:rPr>
              <a:t>Members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>
                <a:solidFill>
                  <a:srgbClr val="CBD4C7"/>
                </a:solidFill>
              </a:rPr>
              <a:t>SPOTTERAI</a:t>
            </a:r>
            <a:r>
              <a:rPr dirty="0" spc="20">
                <a:solidFill>
                  <a:srgbClr val="CBD4C7"/>
                </a:solidFill>
              </a:rPr>
              <a:t> </a:t>
            </a:r>
            <a:r>
              <a:rPr dirty="0" spc="-50">
                <a:solidFill>
                  <a:srgbClr val="CBD4C7"/>
                </a:solidFill>
              </a:rPr>
              <a:t>/</a:t>
            </a:r>
            <a:r>
              <a:rPr dirty="0" spc="100">
                <a:solidFill>
                  <a:srgbClr val="CBD4C7"/>
                </a:solidFill>
              </a:rPr>
              <a:t> </a:t>
            </a:r>
            <a:r>
              <a:rPr dirty="0" spc="-40">
                <a:solidFill>
                  <a:srgbClr val="CBD4C7"/>
                </a:solidFill>
              </a:rPr>
              <a:t>SE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114">
                <a:solidFill>
                  <a:srgbClr val="CBD4C7"/>
                </a:solidFill>
              </a:rPr>
              <a:t>216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SOFTWARE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65">
                <a:solidFill>
                  <a:srgbClr val="CBD4C7"/>
                </a:solidFill>
              </a:rPr>
              <a:t>PROJECT</a:t>
            </a:r>
            <a:r>
              <a:rPr dirty="0" spc="-95">
                <a:solidFill>
                  <a:srgbClr val="CBD4C7"/>
                </a:solidFill>
              </a:rPr>
              <a:t> </a:t>
            </a:r>
            <a:r>
              <a:rPr dirty="0" spc="-35">
                <a:solidFill>
                  <a:srgbClr val="CBD4C7"/>
                </a:solidFill>
              </a:rPr>
              <a:t>MANAGEMENT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353391" y="9743606"/>
            <a:ext cx="188595" cy="21209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95" b="1">
                <a:solidFill>
                  <a:srgbClr val="CBD4C7"/>
                </a:solidFill>
                <a:latin typeface="Tahoma"/>
                <a:cs typeface="Tahoma"/>
              </a:rPr>
              <a:t>01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9976" y="6752183"/>
            <a:ext cx="245808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20240601048</a:t>
            </a:r>
            <a:r>
              <a:rPr dirty="0" sz="1250" spc="26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EE7DD"/>
                </a:solidFill>
                <a:latin typeface="Trebuchet MS"/>
                <a:cs typeface="Trebuchet MS"/>
              </a:rPr>
              <a:t>Mehmet</a:t>
            </a:r>
            <a:r>
              <a:rPr dirty="0" sz="1250" spc="-6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EE7DD"/>
                </a:solidFill>
                <a:latin typeface="Trebuchet MS"/>
                <a:cs typeface="Trebuchet MS"/>
              </a:rPr>
              <a:t>KAHRAMAN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30907" y="6752183"/>
            <a:ext cx="172847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20230601003</a:t>
            </a:r>
            <a:r>
              <a:rPr dirty="0" sz="1250" spc="254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Onur</a:t>
            </a:r>
            <a:r>
              <a:rPr dirty="0" sz="1250" spc="-60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DEE7DD"/>
                </a:solidFill>
                <a:latin typeface="Trebuchet MS"/>
                <a:cs typeface="Trebuchet MS"/>
              </a:rPr>
              <a:t>Açar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9976" y="7246339"/>
            <a:ext cx="196596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20240601099</a:t>
            </a:r>
            <a:r>
              <a:rPr dirty="0" sz="1250" spc="27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35">
                <a:solidFill>
                  <a:srgbClr val="DEE7DD"/>
                </a:solidFill>
                <a:latin typeface="Trebuchet MS"/>
                <a:cs typeface="Trebuchet MS"/>
              </a:rPr>
              <a:t>Kerem</a:t>
            </a:r>
            <a:r>
              <a:rPr dirty="0" sz="1250" spc="-5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DEE7DD"/>
                </a:solidFill>
                <a:latin typeface="Trebuchet MS"/>
                <a:cs typeface="Trebuchet MS"/>
              </a:rPr>
              <a:t>Güneş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30907" y="7246339"/>
            <a:ext cx="2167890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20230601092</a:t>
            </a:r>
            <a:r>
              <a:rPr dirty="0" sz="1250" spc="27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EE7DD"/>
                </a:solidFill>
                <a:latin typeface="Trebuchet MS"/>
                <a:cs typeface="Trebuchet MS"/>
              </a:rPr>
              <a:t>Salikh</a:t>
            </a:r>
            <a:r>
              <a:rPr dirty="0" sz="1250" spc="-5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EE7DD"/>
                </a:solidFill>
                <a:latin typeface="Trebuchet MS"/>
                <a:cs typeface="Trebuchet MS"/>
              </a:rPr>
              <a:t>İbragimov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9976" y="7740506"/>
            <a:ext cx="2304415" cy="7118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20220601058</a:t>
            </a:r>
            <a:r>
              <a:rPr dirty="0" sz="1250" spc="26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25">
                <a:solidFill>
                  <a:srgbClr val="DEE7DD"/>
                </a:solidFill>
                <a:latin typeface="Trebuchet MS"/>
                <a:cs typeface="Trebuchet MS"/>
              </a:rPr>
              <a:t>Utku</a:t>
            </a:r>
            <a:r>
              <a:rPr dirty="0" sz="1250" spc="-60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EE7DD"/>
                </a:solidFill>
                <a:latin typeface="Trebuchet MS"/>
                <a:cs typeface="Trebuchet MS"/>
              </a:rPr>
              <a:t>Sertkaya</a:t>
            </a:r>
            <a:endParaRPr sz="12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20230601068</a:t>
            </a:r>
            <a:r>
              <a:rPr dirty="0" sz="1250" spc="229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DEE7DD"/>
                </a:solidFill>
                <a:latin typeface="Trebuchet MS"/>
                <a:cs typeface="Trebuchet MS"/>
              </a:rPr>
              <a:t>İsmail</a:t>
            </a:r>
            <a:r>
              <a:rPr dirty="0" sz="1250" spc="-7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65">
                <a:solidFill>
                  <a:srgbClr val="DEE7DD"/>
                </a:solidFill>
                <a:latin typeface="Trebuchet MS"/>
                <a:cs typeface="Trebuchet MS"/>
              </a:rPr>
              <a:t>Yiğit</a:t>
            </a:r>
            <a:r>
              <a:rPr dirty="0" sz="1250" spc="-75">
                <a:solidFill>
                  <a:srgbClr val="DEE7DD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DEE7DD"/>
                </a:solidFill>
                <a:latin typeface="Trebuchet MS"/>
                <a:cs typeface="Trebuchet MS"/>
              </a:rPr>
              <a:t>Şendur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358" y="504687"/>
            <a:ext cx="4387850" cy="7042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235"/>
              <a:t>Project</a:t>
            </a:r>
            <a:r>
              <a:rPr dirty="0" sz="4450" spc="-340"/>
              <a:t> </a:t>
            </a:r>
            <a:r>
              <a:rPr dirty="0" sz="4450" spc="-310"/>
              <a:t>Overview</a:t>
            </a:r>
            <a:endParaRPr sz="4450"/>
          </a:p>
        </p:txBody>
      </p:sp>
      <p:sp>
        <p:nvSpPr>
          <p:cNvPr id="3" name="object 3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3883" y="1312970"/>
            <a:ext cx="8106409" cy="34905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10"/>
              </a:spcBef>
            </a:pPr>
            <a:r>
              <a:rPr dirty="0" sz="1800" spc="-30">
                <a:solidFill>
                  <a:srgbClr val="646159"/>
                </a:solidFill>
                <a:latin typeface="Trebuchet MS"/>
                <a:cs typeface="Trebuchet MS"/>
              </a:rPr>
              <a:t>SpotterAI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brings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coaching,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meal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646159"/>
                </a:solidFill>
                <a:latin typeface="Trebuchet MS"/>
                <a:cs typeface="Trebuchet MS"/>
              </a:rPr>
              <a:t>planning,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646159"/>
                </a:solidFill>
                <a:latin typeface="Trebuchet MS"/>
                <a:cs typeface="Trebuchet MS"/>
              </a:rPr>
              <a:t>workouts,</a:t>
            </a:r>
            <a:r>
              <a:rPr dirty="0" sz="18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progress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646159"/>
                </a:solidFill>
                <a:latin typeface="Trebuchet MS"/>
                <a:cs typeface="Trebuchet MS"/>
              </a:rPr>
              <a:t>tracking</a:t>
            </a:r>
            <a:r>
              <a:rPr dirty="0" sz="18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Trebuchet MS"/>
                <a:cs typeface="Trebuchet MS"/>
              </a:rPr>
              <a:t>into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one</a:t>
            </a:r>
            <a:r>
              <a:rPr dirty="0" sz="1800" spc="-17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Trebuchet MS"/>
                <a:cs typeface="Trebuchet MS"/>
              </a:rPr>
              <a:t>app.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800">
              <a:latin typeface="Trebuchet MS"/>
              <a:cs typeface="Trebuchet MS"/>
            </a:endParaRPr>
          </a:p>
          <a:p>
            <a:pPr marL="144145" marR="6985" indent="361315">
              <a:lnSpc>
                <a:spcPts val="3000"/>
              </a:lnSpc>
              <a:buChar char="—"/>
              <a:tabLst>
                <a:tab pos="505459" algn="l"/>
              </a:tabLst>
            </a:pPr>
            <a:r>
              <a:rPr dirty="0" sz="2550" spc="50">
                <a:solidFill>
                  <a:srgbClr val="232323"/>
                </a:solidFill>
                <a:latin typeface="Trebuchet MS"/>
                <a:cs typeface="Trebuchet MS"/>
              </a:rPr>
              <a:t>Users</a:t>
            </a:r>
            <a:r>
              <a:rPr dirty="0" sz="2550" spc="-22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85">
                <a:solidFill>
                  <a:srgbClr val="232323"/>
                </a:solidFill>
                <a:latin typeface="Trebuchet MS"/>
                <a:cs typeface="Trebuchet MS"/>
              </a:rPr>
              <a:t>often</a:t>
            </a:r>
            <a:r>
              <a:rPr dirty="0" sz="2550" spc="-2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55">
                <a:solidFill>
                  <a:srgbClr val="232323"/>
                </a:solidFill>
                <a:latin typeface="Trebuchet MS"/>
                <a:cs typeface="Trebuchet MS"/>
              </a:rPr>
              <a:t>struggle</a:t>
            </a:r>
            <a:r>
              <a:rPr dirty="0" sz="2550" spc="-22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85">
                <a:solidFill>
                  <a:srgbClr val="232323"/>
                </a:solidFill>
                <a:latin typeface="Trebuchet MS"/>
                <a:cs typeface="Trebuchet MS"/>
              </a:rPr>
              <a:t>to</a:t>
            </a:r>
            <a:r>
              <a:rPr dirty="0" sz="2550" spc="-2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55">
                <a:solidFill>
                  <a:srgbClr val="232323"/>
                </a:solidFill>
                <a:latin typeface="Trebuchet MS"/>
                <a:cs typeface="Trebuchet MS"/>
              </a:rPr>
              <a:t>maintain</a:t>
            </a:r>
            <a:r>
              <a:rPr dirty="0" sz="2550" spc="-2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Trebuchet MS"/>
                <a:cs typeface="Trebuchet MS"/>
              </a:rPr>
              <a:t>consistent</a:t>
            </a:r>
            <a:r>
              <a:rPr dirty="0" sz="2550" spc="-22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30">
                <a:solidFill>
                  <a:srgbClr val="232323"/>
                </a:solidFill>
                <a:latin typeface="Trebuchet MS"/>
                <a:cs typeface="Trebuchet MS"/>
              </a:rPr>
              <a:t>fitness</a:t>
            </a:r>
            <a:r>
              <a:rPr dirty="0" sz="2550" spc="-2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25">
                <a:solidFill>
                  <a:srgbClr val="232323"/>
                </a:solidFill>
                <a:latin typeface="Trebuchet MS"/>
                <a:cs typeface="Trebuchet MS"/>
              </a:rPr>
              <a:t>and </a:t>
            </a:r>
            <a:r>
              <a:rPr dirty="0" sz="2550" spc="-85">
                <a:solidFill>
                  <a:srgbClr val="232323"/>
                </a:solidFill>
                <a:latin typeface="Trebuchet MS"/>
                <a:cs typeface="Trebuchet MS"/>
              </a:rPr>
              <a:t>nutrition</a:t>
            </a:r>
            <a:r>
              <a:rPr dirty="0" sz="2550" spc="-20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Trebuchet MS"/>
                <a:cs typeface="Trebuchet MS"/>
              </a:rPr>
              <a:t>habits.</a:t>
            </a:r>
            <a:endParaRPr sz="2550">
              <a:latin typeface="Trebuchet MS"/>
              <a:cs typeface="Trebuchet MS"/>
            </a:endParaRPr>
          </a:p>
          <a:p>
            <a:pPr marL="144145" marR="751205" indent="361315">
              <a:lnSpc>
                <a:spcPts val="3000"/>
              </a:lnSpc>
              <a:buChar char="—"/>
              <a:tabLst>
                <a:tab pos="505459" algn="l"/>
              </a:tabLst>
            </a:pPr>
            <a:r>
              <a:rPr dirty="0" sz="2550" spc="-60">
                <a:solidFill>
                  <a:srgbClr val="232323"/>
                </a:solidFill>
                <a:latin typeface="Trebuchet MS"/>
                <a:cs typeface="Trebuchet MS"/>
              </a:rPr>
              <a:t>Existing</a:t>
            </a:r>
            <a:r>
              <a:rPr dirty="0" sz="255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232323"/>
                </a:solidFill>
                <a:latin typeface="Trebuchet MS"/>
                <a:cs typeface="Trebuchet MS"/>
              </a:rPr>
              <a:t>apps</a:t>
            </a:r>
            <a:r>
              <a:rPr dirty="0" sz="255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30">
                <a:solidFill>
                  <a:srgbClr val="232323"/>
                </a:solidFill>
                <a:latin typeface="Trebuchet MS"/>
                <a:cs typeface="Trebuchet MS"/>
              </a:rPr>
              <a:t>mostly</a:t>
            </a:r>
            <a:r>
              <a:rPr dirty="0" sz="255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95">
                <a:solidFill>
                  <a:srgbClr val="232323"/>
                </a:solidFill>
                <a:latin typeface="Trebuchet MS"/>
                <a:cs typeface="Trebuchet MS"/>
              </a:rPr>
              <a:t>give</a:t>
            </a:r>
            <a:r>
              <a:rPr dirty="0" sz="255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50">
                <a:solidFill>
                  <a:srgbClr val="232323"/>
                </a:solidFill>
                <a:latin typeface="Trebuchet MS"/>
                <a:cs typeface="Trebuchet MS"/>
              </a:rPr>
              <a:t>static</a:t>
            </a:r>
            <a:r>
              <a:rPr dirty="0" sz="255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232323"/>
                </a:solidFill>
                <a:latin typeface="Trebuchet MS"/>
                <a:cs typeface="Trebuchet MS"/>
              </a:rPr>
              <a:t>plans</a:t>
            </a:r>
            <a:r>
              <a:rPr dirty="0" sz="2550" spc="-1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255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Trebuchet MS"/>
                <a:cs typeface="Trebuchet MS"/>
              </a:rPr>
              <a:t>generic advice.</a:t>
            </a:r>
            <a:endParaRPr sz="2550">
              <a:latin typeface="Trebuchet MS"/>
              <a:cs typeface="Trebuchet MS"/>
            </a:endParaRPr>
          </a:p>
          <a:p>
            <a:pPr marL="144145" marR="320040" indent="361315">
              <a:lnSpc>
                <a:spcPts val="3000"/>
              </a:lnSpc>
              <a:buChar char="—"/>
              <a:tabLst>
                <a:tab pos="505459" algn="l"/>
              </a:tabLst>
            </a:pPr>
            <a:r>
              <a:rPr dirty="0" sz="2550" spc="-55">
                <a:solidFill>
                  <a:srgbClr val="232323"/>
                </a:solidFill>
                <a:latin typeface="Trebuchet MS"/>
                <a:cs typeface="Trebuchet MS"/>
              </a:rPr>
              <a:t>SpotterAI</a:t>
            </a:r>
            <a:r>
              <a:rPr dirty="0" sz="2550" spc="-2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232323"/>
                </a:solidFill>
                <a:latin typeface="Trebuchet MS"/>
                <a:cs typeface="Trebuchet MS"/>
              </a:rPr>
              <a:t>adapts</a:t>
            </a:r>
            <a:r>
              <a:rPr dirty="0" sz="2550" spc="-2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25">
                <a:solidFill>
                  <a:srgbClr val="232323"/>
                </a:solidFill>
                <a:latin typeface="Trebuchet MS"/>
                <a:cs typeface="Trebuchet MS"/>
              </a:rPr>
              <a:t>guidance</a:t>
            </a:r>
            <a:r>
              <a:rPr dirty="0" sz="2550" spc="-2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55">
                <a:solidFill>
                  <a:srgbClr val="232323"/>
                </a:solidFill>
                <a:latin typeface="Trebuchet MS"/>
                <a:cs typeface="Trebuchet MS"/>
              </a:rPr>
              <a:t>through</a:t>
            </a:r>
            <a:r>
              <a:rPr dirty="0" sz="2550" spc="-2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232323"/>
                </a:solidFill>
                <a:latin typeface="Trebuchet MS"/>
                <a:cs typeface="Trebuchet MS"/>
              </a:rPr>
              <a:t>user</a:t>
            </a:r>
            <a:r>
              <a:rPr dirty="0" sz="2550" spc="-20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90">
                <a:solidFill>
                  <a:srgbClr val="232323"/>
                </a:solidFill>
                <a:latin typeface="Trebuchet MS"/>
                <a:cs typeface="Trebuchet MS"/>
              </a:rPr>
              <a:t>profile</a:t>
            </a:r>
            <a:r>
              <a:rPr dirty="0" sz="2550" spc="-2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Trebuchet MS"/>
                <a:cs typeface="Trebuchet MS"/>
              </a:rPr>
              <a:t>data, </a:t>
            </a:r>
            <a:r>
              <a:rPr dirty="0" sz="2550" spc="-65">
                <a:solidFill>
                  <a:srgbClr val="232323"/>
                </a:solidFill>
                <a:latin typeface="Trebuchet MS"/>
                <a:cs typeface="Trebuchet MS"/>
              </a:rPr>
              <a:t>feedback,</a:t>
            </a:r>
            <a:r>
              <a:rPr dirty="0" sz="2550" spc="-20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2550" spc="-20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110">
                <a:solidFill>
                  <a:srgbClr val="232323"/>
                </a:solidFill>
                <a:latin typeface="Trebuchet MS"/>
                <a:cs typeface="Trebuchet MS"/>
              </a:rPr>
              <a:t>activity</a:t>
            </a:r>
            <a:r>
              <a:rPr dirty="0" sz="2550" spc="-20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550" spc="-10">
                <a:solidFill>
                  <a:srgbClr val="232323"/>
                </a:solidFill>
                <a:latin typeface="Trebuchet MS"/>
                <a:cs typeface="Trebuchet MS"/>
              </a:rPr>
              <a:t>signals.</a:t>
            </a:r>
            <a:endParaRPr sz="25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78788" y="6236122"/>
            <a:ext cx="3997325" cy="1635125"/>
            <a:chOff x="978788" y="6236122"/>
            <a:chExt cx="3997325" cy="1635125"/>
          </a:xfrm>
        </p:grpSpPr>
        <p:sp>
          <p:nvSpPr>
            <p:cNvPr id="6" name="object 6"/>
            <p:cNvSpPr/>
            <p:nvPr/>
          </p:nvSpPr>
          <p:spPr>
            <a:xfrm>
              <a:off x="988313" y="6246037"/>
              <a:ext cx="3980815" cy="1614805"/>
            </a:xfrm>
            <a:custGeom>
              <a:avLst/>
              <a:gdLst/>
              <a:ahLst/>
              <a:cxnLst/>
              <a:rect l="l" t="t" r="r" b="b"/>
              <a:pathLst>
                <a:path w="3980815" h="1614804">
                  <a:moveTo>
                    <a:pt x="3856291" y="1614801"/>
                  </a:moveTo>
                  <a:lnTo>
                    <a:pt x="124491" y="1614801"/>
                  </a:lnTo>
                  <a:lnTo>
                    <a:pt x="76027" y="1604690"/>
                  </a:lnTo>
                  <a:lnTo>
                    <a:pt x="36456" y="1577121"/>
                  </a:lnTo>
                  <a:lnTo>
                    <a:pt x="9780" y="1536240"/>
                  </a:lnTo>
                  <a:lnTo>
                    <a:pt x="0" y="1486193"/>
                  </a:lnTo>
                  <a:lnTo>
                    <a:pt x="0" y="128609"/>
                  </a:lnTo>
                  <a:lnTo>
                    <a:pt x="9780" y="78561"/>
                  </a:lnTo>
                  <a:lnTo>
                    <a:pt x="36456" y="37680"/>
                  </a:lnTo>
                  <a:lnTo>
                    <a:pt x="76027" y="10111"/>
                  </a:lnTo>
                  <a:lnTo>
                    <a:pt x="124491" y="0"/>
                  </a:lnTo>
                  <a:lnTo>
                    <a:pt x="3856291" y="0"/>
                  </a:lnTo>
                  <a:lnTo>
                    <a:pt x="3904756" y="10111"/>
                  </a:lnTo>
                  <a:lnTo>
                    <a:pt x="3944326" y="37680"/>
                  </a:lnTo>
                  <a:lnTo>
                    <a:pt x="3971002" y="78561"/>
                  </a:lnTo>
                  <a:lnTo>
                    <a:pt x="3980783" y="128609"/>
                  </a:lnTo>
                  <a:lnTo>
                    <a:pt x="3980783" y="1486193"/>
                  </a:lnTo>
                  <a:lnTo>
                    <a:pt x="3971002" y="1536240"/>
                  </a:lnTo>
                  <a:lnTo>
                    <a:pt x="3944326" y="1577121"/>
                  </a:lnTo>
                  <a:lnTo>
                    <a:pt x="3904756" y="1604690"/>
                  </a:lnTo>
                  <a:lnTo>
                    <a:pt x="3856291" y="1614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78788" y="6236122"/>
              <a:ext cx="3997325" cy="1635125"/>
            </a:xfrm>
            <a:custGeom>
              <a:avLst/>
              <a:gdLst/>
              <a:ahLst/>
              <a:cxnLst/>
              <a:rect l="l" t="t" r="r" b="b"/>
              <a:pathLst>
                <a:path w="3997325" h="1635125">
                  <a:moveTo>
                    <a:pt x="134016" y="1634623"/>
                  </a:moveTo>
                  <a:lnTo>
                    <a:pt x="91696" y="1627575"/>
                  </a:lnTo>
                  <a:lnTo>
                    <a:pt x="54912" y="1607918"/>
                  </a:lnTo>
                  <a:lnTo>
                    <a:pt x="25886" y="1577938"/>
                  </a:lnTo>
                  <a:lnTo>
                    <a:pt x="6842" y="1539910"/>
                  </a:lnTo>
                  <a:lnTo>
                    <a:pt x="0" y="1496109"/>
                  </a:lnTo>
                  <a:lnTo>
                    <a:pt x="0" y="138524"/>
                  </a:lnTo>
                  <a:lnTo>
                    <a:pt x="6842" y="94722"/>
                  </a:lnTo>
                  <a:lnTo>
                    <a:pt x="25886" y="56694"/>
                  </a:lnTo>
                  <a:lnTo>
                    <a:pt x="54912" y="26714"/>
                  </a:lnTo>
                  <a:lnTo>
                    <a:pt x="91696" y="7057"/>
                  </a:lnTo>
                  <a:lnTo>
                    <a:pt x="134016" y="0"/>
                  </a:lnTo>
                  <a:lnTo>
                    <a:pt x="3865816" y="0"/>
                  </a:lnTo>
                  <a:lnTo>
                    <a:pt x="3865816" y="9915"/>
                  </a:lnTo>
                  <a:lnTo>
                    <a:pt x="134016" y="9915"/>
                  </a:lnTo>
                  <a:lnTo>
                    <a:pt x="134016" y="19832"/>
                  </a:lnTo>
                  <a:lnTo>
                    <a:pt x="89250" y="29174"/>
                  </a:lnTo>
                  <a:lnTo>
                    <a:pt x="52708" y="54636"/>
                  </a:lnTo>
                  <a:lnTo>
                    <a:pt x="28079" y="92369"/>
                  </a:lnTo>
                  <a:lnTo>
                    <a:pt x="19050" y="138524"/>
                  </a:lnTo>
                  <a:lnTo>
                    <a:pt x="19050" y="1496109"/>
                  </a:lnTo>
                  <a:lnTo>
                    <a:pt x="28079" y="1542264"/>
                  </a:lnTo>
                  <a:lnTo>
                    <a:pt x="52708" y="1579997"/>
                  </a:lnTo>
                  <a:lnTo>
                    <a:pt x="89250" y="1605459"/>
                  </a:lnTo>
                  <a:lnTo>
                    <a:pt x="134016" y="1614801"/>
                  </a:lnTo>
                  <a:lnTo>
                    <a:pt x="3932041" y="1614801"/>
                  </a:lnTo>
                  <a:lnTo>
                    <a:pt x="3913485" y="1624717"/>
                  </a:lnTo>
                  <a:lnTo>
                    <a:pt x="134016" y="1624717"/>
                  </a:lnTo>
                  <a:lnTo>
                    <a:pt x="134016" y="1634623"/>
                  </a:lnTo>
                  <a:close/>
                </a:path>
                <a:path w="3997325" h="1635125">
                  <a:moveTo>
                    <a:pt x="3932041" y="1614801"/>
                  </a:moveTo>
                  <a:lnTo>
                    <a:pt x="3865816" y="1614801"/>
                  </a:lnTo>
                  <a:lnTo>
                    <a:pt x="3910582" y="1605459"/>
                  </a:lnTo>
                  <a:lnTo>
                    <a:pt x="3947124" y="1579997"/>
                  </a:lnTo>
                  <a:lnTo>
                    <a:pt x="3971753" y="1542264"/>
                  </a:lnTo>
                  <a:lnTo>
                    <a:pt x="3980783" y="1496109"/>
                  </a:lnTo>
                  <a:lnTo>
                    <a:pt x="3980783" y="138524"/>
                  </a:lnTo>
                  <a:lnTo>
                    <a:pt x="3971753" y="92369"/>
                  </a:lnTo>
                  <a:lnTo>
                    <a:pt x="3947124" y="54636"/>
                  </a:lnTo>
                  <a:lnTo>
                    <a:pt x="3910582" y="29174"/>
                  </a:lnTo>
                  <a:lnTo>
                    <a:pt x="3865816" y="19832"/>
                  </a:lnTo>
                  <a:lnTo>
                    <a:pt x="134016" y="19832"/>
                  </a:lnTo>
                  <a:lnTo>
                    <a:pt x="134016" y="9915"/>
                  </a:lnTo>
                  <a:lnTo>
                    <a:pt x="3865816" y="9915"/>
                  </a:lnTo>
                  <a:lnTo>
                    <a:pt x="3865816" y="0"/>
                  </a:lnTo>
                  <a:lnTo>
                    <a:pt x="3908137" y="7057"/>
                  </a:lnTo>
                  <a:lnTo>
                    <a:pt x="3944921" y="26714"/>
                  </a:lnTo>
                  <a:lnTo>
                    <a:pt x="3973946" y="56694"/>
                  </a:lnTo>
                  <a:lnTo>
                    <a:pt x="3992991" y="94722"/>
                  </a:lnTo>
                  <a:lnTo>
                    <a:pt x="3997164" y="121439"/>
                  </a:lnTo>
                  <a:lnTo>
                    <a:pt x="3997164" y="1513194"/>
                  </a:lnTo>
                  <a:lnTo>
                    <a:pt x="3992991" y="1539910"/>
                  </a:lnTo>
                  <a:lnTo>
                    <a:pt x="3973946" y="1577938"/>
                  </a:lnTo>
                  <a:lnTo>
                    <a:pt x="3944921" y="1607918"/>
                  </a:lnTo>
                  <a:lnTo>
                    <a:pt x="3932041" y="1614801"/>
                  </a:lnTo>
                  <a:close/>
                </a:path>
                <a:path w="3997325" h="1635125">
                  <a:moveTo>
                    <a:pt x="3865816" y="1634623"/>
                  </a:moveTo>
                  <a:lnTo>
                    <a:pt x="134016" y="1634623"/>
                  </a:lnTo>
                  <a:lnTo>
                    <a:pt x="134016" y="1624717"/>
                  </a:lnTo>
                  <a:lnTo>
                    <a:pt x="3865816" y="1624717"/>
                  </a:lnTo>
                  <a:lnTo>
                    <a:pt x="3865816" y="1634623"/>
                  </a:lnTo>
                  <a:close/>
                </a:path>
                <a:path w="3997325" h="1635125">
                  <a:moveTo>
                    <a:pt x="3865874" y="1634623"/>
                  </a:moveTo>
                  <a:lnTo>
                    <a:pt x="3865816" y="1624717"/>
                  </a:lnTo>
                  <a:lnTo>
                    <a:pt x="3913485" y="1624717"/>
                  </a:lnTo>
                  <a:lnTo>
                    <a:pt x="3908137" y="1627575"/>
                  </a:lnTo>
                  <a:lnTo>
                    <a:pt x="3865874" y="1634623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57236" y="6414578"/>
              <a:ext cx="128905" cy="1213485"/>
            </a:xfrm>
            <a:custGeom>
              <a:avLst/>
              <a:gdLst/>
              <a:ahLst/>
              <a:cxnLst/>
              <a:rect l="l" t="t" r="r" b="b"/>
              <a:pathLst>
                <a:path w="128905" h="1213484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09001"/>
                  </a:lnTo>
                  <a:lnTo>
                    <a:pt x="4279" y="1213307"/>
                  </a:lnTo>
                  <a:lnTo>
                    <a:pt x="124587" y="1213307"/>
                  </a:lnTo>
                  <a:lnTo>
                    <a:pt x="128879" y="1209001"/>
                  </a:lnTo>
                  <a:lnTo>
                    <a:pt x="128879" y="1203769"/>
                  </a:lnTo>
                  <a:lnTo>
                    <a:pt x="128866" y="1194244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42329" y="6466785"/>
            <a:ext cx="1229995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65" b="1">
                <a:solidFill>
                  <a:srgbClr val="232323"/>
                </a:solidFill>
                <a:latin typeface="Tahoma"/>
                <a:cs typeface="Tahoma"/>
              </a:rPr>
              <a:t>Core</a:t>
            </a:r>
            <a:r>
              <a:rPr dirty="0" sz="2150" spc="-17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150" spc="-55" b="1">
                <a:solidFill>
                  <a:srgbClr val="232323"/>
                </a:solidFill>
                <a:latin typeface="Tahoma"/>
                <a:cs typeface="Tahoma"/>
              </a:rPr>
              <a:t>idea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6588" y="7003014"/>
            <a:ext cx="428307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30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mobile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coach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646159"/>
                </a:solidFill>
                <a:latin typeface="Trebuchet MS"/>
                <a:cs typeface="Trebuchet MS"/>
              </a:rPr>
              <a:t>that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updates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daily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2329" y="7250664"/>
            <a:ext cx="3088640" cy="52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00"/>
              </a:spcBef>
            </a:pPr>
            <a:r>
              <a:rPr dirty="0" sz="1600" spc="-30">
                <a:solidFill>
                  <a:srgbClr val="646159"/>
                </a:solidFill>
                <a:latin typeface="Trebuchet MS"/>
                <a:cs typeface="Trebuchet MS"/>
              </a:rPr>
              <a:t>workout</a:t>
            </a:r>
            <a:r>
              <a:rPr dirty="0" sz="16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meal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guidance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based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on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user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behavior.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71347" y="6236122"/>
            <a:ext cx="3997325" cy="1635125"/>
            <a:chOff x="5371347" y="6236122"/>
            <a:chExt cx="3997325" cy="1635125"/>
          </a:xfrm>
        </p:grpSpPr>
        <p:sp>
          <p:nvSpPr>
            <p:cNvPr id="13" name="object 13"/>
            <p:cNvSpPr/>
            <p:nvPr/>
          </p:nvSpPr>
          <p:spPr>
            <a:xfrm>
              <a:off x="5380872" y="6246037"/>
              <a:ext cx="3980815" cy="1614805"/>
            </a:xfrm>
            <a:custGeom>
              <a:avLst/>
              <a:gdLst/>
              <a:ahLst/>
              <a:cxnLst/>
              <a:rect l="l" t="t" r="r" b="b"/>
              <a:pathLst>
                <a:path w="3980815" h="1614804">
                  <a:moveTo>
                    <a:pt x="3856291" y="1614801"/>
                  </a:moveTo>
                  <a:lnTo>
                    <a:pt x="124491" y="1614801"/>
                  </a:lnTo>
                  <a:lnTo>
                    <a:pt x="76027" y="1604690"/>
                  </a:lnTo>
                  <a:lnTo>
                    <a:pt x="36456" y="1577121"/>
                  </a:lnTo>
                  <a:lnTo>
                    <a:pt x="9780" y="1536240"/>
                  </a:lnTo>
                  <a:lnTo>
                    <a:pt x="0" y="1486193"/>
                  </a:lnTo>
                  <a:lnTo>
                    <a:pt x="0" y="128609"/>
                  </a:lnTo>
                  <a:lnTo>
                    <a:pt x="9780" y="78561"/>
                  </a:lnTo>
                  <a:lnTo>
                    <a:pt x="36456" y="37680"/>
                  </a:lnTo>
                  <a:lnTo>
                    <a:pt x="76027" y="10111"/>
                  </a:lnTo>
                  <a:lnTo>
                    <a:pt x="124491" y="0"/>
                  </a:lnTo>
                  <a:lnTo>
                    <a:pt x="3856291" y="0"/>
                  </a:lnTo>
                  <a:lnTo>
                    <a:pt x="3904755" y="10111"/>
                  </a:lnTo>
                  <a:lnTo>
                    <a:pt x="3944326" y="37680"/>
                  </a:lnTo>
                  <a:lnTo>
                    <a:pt x="3971002" y="78561"/>
                  </a:lnTo>
                  <a:lnTo>
                    <a:pt x="3980783" y="128609"/>
                  </a:lnTo>
                  <a:lnTo>
                    <a:pt x="3980783" y="1486193"/>
                  </a:lnTo>
                  <a:lnTo>
                    <a:pt x="3971002" y="1536240"/>
                  </a:lnTo>
                  <a:lnTo>
                    <a:pt x="3944326" y="1577121"/>
                  </a:lnTo>
                  <a:lnTo>
                    <a:pt x="3904755" y="1604690"/>
                  </a:lnTo>
                  <a:lnTo>
                    <a:pt x="3856291" y="16148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371347" y="6236122"/>
              <a:ext cx="3997325" cy="1635125"/>
            </a:xfrm>
            <a:custGeom>
              <a:avLst/>
              <a:gdLst/>
              <a:ahLst/>
              <a:cxnLst/>
              <a:rect l="l" t="t" r="r" b="b"/>
              <a:pathLst>
                <a:path w="3997325" h="1635125">
                  <a:moveTo>
                    <a:pt x="134016" y="1634623"/>
                  </a:moveTo>
                  <a:lnTo>
                    <a:pt x="91696" y="1627575"/>
                  </a:lnTo>
                  <a:lnTo>
                    <a:pt x="54912" y="1607918"/>
                  </a:lnTo>
                  <a:lnTo>
                    <a:pt x="25886" y="1577938"/>
                  </a:lnTo>
                  <a:lnTo>
                    <a:pt x="6842" y="1539910"/>
                  </a:lnTo>
                  <a:lnTo>
                    <a:pt x="0" y="1496109"/>
                  </a:lnTo>
                  <a:lnTo>
                    <a:pt x="0" y="138524"/>
                  </a:lnTo>
                  <a:lnTo>
                    <a:pt x="6842" y="94722"/>
                  </a:lnTo>
                  <a:lnTo>
                    <a:pt x="25886" y="56694"/>
                  </a:lnTo>
                  <a:lnTo>
                    <a:pt x="54912" y="26714"/>
                  </a:lnTo>
                  <a:lnTo>
                    <a:pt x="91696" y="7057"/>
                  </a:lnTo>
                  <a:lnTo>
                    <a:pt x="134016" y="0"/>
                  </a:lnTo>
                  <a:lnTo>
                    <a:pt x="3865816" y="0"/>
                  </a:lnTo>
                  <a:lnTo>
                    <a:pt x="3865816" y="9915"/>
                  </a:lnTo>
                  <a:lnTo>
                    <a:pt x="134016" y="9915"/>
                  </a:lnTo>
                  <a:lnTo>
                    <a:pt x="134016" y="19832"/>
                  </a:lnTo>
                  <a:lnTo>
                    <a:pt x="89250" y="29174"/>
                  </a:lnTo>
                  <a:lnTo>
                    <a:pt x="52709" y="54636"/>
                  </a:lnTo>
                  <a:lnTo>
                    <a:pt x="28079" y="92369"/>
                  </a:lnTo>
                  <a:lnTo>
                    <a:pt x="19050" y="138524"/>
                  </a:lnTo>
                  <a:lnTo>
                    <a:pt x="19050" y="1496109"/>
                  </a:lnTo>
                  <a:lnTo>
                    <a:pt x="28079" y="1542264"/>
                  </a:lnTo>
                  <a:lnTo>
                    <a:pt x="52709" y="1579997"/>
                  </a:lnTo>
                  <a:lnTo>
                    <a:pt x="89250" y="1605459"/>
                  </a:lnTo>
                  <a:lnTo>
                    <a:pt x="134016" y="1614801"/>
                  </a:lnTo>
                  <a:lnTo>
                    <a:pt x="3932041" y="1614801"/>
                  </a:lnTo>
                  <a:lnTo>
                    <a:pt x="3913485" y="1624717"/>
                  </a:lnTo>
                  <a:lnTo>
                    <a:pt x="134016" y="1624717"/>
                  </a:lnTo>
                  <a:lnTo>
                    <a:pt x="134016" y="1634623"/>
                  </a:lnTo>
                  <a:close/>
                </a:path>
                <a:path w="3997325" h="1635125">
                  <a:moveTo>
                    <a:pt x="3932041" y="1614801"/>
                  </a:moveTo>
                  <a:lnTo>
                    <a:pt x="3865816" y="1614801"/>
                  </a:lnTo>
                  <a:lnTo>
                    <a:pt x="3910582" y="1605459"/>
                  </a:lnTo>
                  <a:lnTo>
                    <a:pt x="3947124" y="1579997"/>
                  </a:lnTo>
                  <a:lnTo>
                    <a:pt x="3971753" y="1542264"/>
                  </a:lnTo>
                  <a:lnTo>
                    <a:pt x="3980783" y="1496109"/>
                  </a:lnTo>
                  <a:lnTo>
                    <a:pt x="3980783" y="138524"/>
                  </a:lnTo>
                  <a:lnTo>
                    <a:pt x="3971753" y="92369"/>
                  </a:lnTo>
                  <a:lnTo>
                    <a:pt x="3947124" y="54636"/>
                  </a:lnTo>
                  <a:lnTo>
                    <a:pt x="3910582" y="29174"/>
                  </a:lnTo>
                  <a:lnTo>
                    <a:pt x="3865816" y="19832"/>
                  </a:lnTo>
                  <a:lnTo>
                    <a:pt x="134016" y="19832"/>
                  </a:lnTo>
                  <a:lnTo>
                    <a:pt x="134016" y="9915"/>
                  </a:lnTo>
                  <a:lnTo>
                    <a:pt x="3865816" y="9915"/>
                  </a:lnTo>
                  <a:lnTo>
                    <a:pt x="3865816" y="0"/>
                  </a:lnTo>
                  <a:lnTo>
                    <a:pt x="3908137" y="7057"/>
                  </a:lnTo>
                  <a:lnTo>
                    <a:pt x="3944921" y="26714"/>
                  </a:lnTo>
                  <a:lnTo>
                    <a:pt x="3973947" y="56694"/>
                  </a:lnTo>
                  <a:lnTo>
                    <a:pt x="3992992" y="94722"/>
                  </a:lnTo>
                  <a:lnTo>
                    <a:pt x="3997164" y="121436"/>
                  </a:lnTo>
                  <a:lnTo>
                    <a:pt x="3997164" y="1513197"/>
                  </a:lnTo>
                  <a:lnTo>
                    <a:pt x="3992992" y="1539910"/>
                  </a:lnTo>
                  <a:lnTo>
                    <a:pt x="3973947" y="1577938"/>
                  </a:lnTo>
                  <a:lnTo>
                    <a:pt x="3944921" y="1607918"/>
                  </a:lnTo>
                  <a:lnTo>
                    <a:pt x="3932041" y="1614801"/>
                  </a:lnTo>
                  <a:close/>
                </a:path>
                <a:path w="3997325" h="1635125">
                  <a:moveTo>
                    <a:pt x="3865816" y="1634623"/>
                  </a:moveTo>
                  <a:lnTo>
                    <a:pt x="134016" y="1634623"/>
                  </a:lnTo>
                  <a:lnTo>
                    <a:pt x="134016" y="1624717"/>
                  </a:lnTo>
                  <a:lnTo>
                    <a:pt x="3865816" y="1624717"/>
                  </a:lnTo>
                  <a:lnTo>
                    <a:pt x="3865816" y="1634623"/>
                  </a:lnTo>
                  <a:close/>
                </a:path>
                <a:path w="3997325" h="1635125">
                  <a:moveTo>
                    <a:pt x="3865874" y="1634623"/>
                  </a:moveTo>
                  <a:lnTo>
                    <a:pt x="3865816" y="1624717"/>
                  </a:lnTo>
                  <a:lnTo>
                    <a:pt x="3913485" y="1624717"/>
                  </a:lnTo>
                  <a:lnTo>
                    <a:pt x="3908137" y="1627575"/>
                  </a:lnTo>
                  <a:lnTo>
                    <a:pt x="3865874" y="1634623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49785" y="6414578"/>
              <a:ext cx="128905" cy="1213485"/>
            </a:xfrm>
            <a:custGeom>
              <a:avLst/>
              <a:gdLst/>
              <a:ahLst/>
              <a:cxnLst/>
              <a:rect l="l" t="t" r="r" b="b"/>
              <a:pathLst>
                <a:path w="128904" h="1213484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09001"/>
                  </a:lnTo>
                  <a:lnTo>
                    <a:pt x="4279" y="1213307"/>
                  </a:lnTo>
                  <a:lnTo>
                    <a:pt x="124587" y="1213307"/>
                  </a:lnTo>
                  <a:lnTo>
                    <a:pt x="128879" y="1209001"/>
                  </a:lnTo>
                  <a:lnTo>
                    <a:pt x="128879" y="1203769"/>
                  </a:lnTo>
                  <a:lnTo>
                    <a:pt x="128866" y="1194244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834887" y="6466785"/>
            <a:ext cx="1376680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120" b="1">
                <a:solidFill>
                  <a:srgbClr val="232323"/>
                </a:solidFill>
                <a:latin typeface="Tahoma"/>
                <a:cs typeface="Tahoma"/>
              </a:rPr>
              <a:t>Main</a:t>
            </a:r>
            <a:r>
              <a:rPr dirty="0" sz="2150" spc="-16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150" spc="-80" b="1">
                <a:solidFill>
                  <a:srgbClr val="232323"/>
                </a:solidFill>
                <a:latin typeface="Tahoma"/>
                <a:cs typeface="Tahoma"/>
              </a:rPr>
              <a:t>value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4887" y="7003014"/>
            <a:ext cx="2947670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More</a:t>
            </a:r>
            <a:r>
              <a:rPr dirty="0" sz="16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personal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than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static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fitness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34887" y="7250664"/>
            <a:ext cx="2817495" cy="521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100"/>
              </a:spcBef>
            </a:pPr>
            <a:r>
              <a:rPr dirty="0" sz="1600" spc="40">
                <a:solidFill>
                  <a:srgbClr val="646159"/>
                </a:solidFill>
                <a:latin typeface="Trebuchet MS"/>
                <a:cs typeface="Trebuchet MS"/>
              </a:rPr>
              <a:t>apps</a:t>
            </a:r>
            <a:r>
              <a:rPr dirty="0" sz="1600" spc="-7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7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more</a:t>
            </a:r>
            <a:r>
              <a:rPr dirty="0" sz="1600" spc="-6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accessible</a:t>
            </a:r>
            <a:r>
              <a:rPr dirty="0" sz="1600" spc="-7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than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personal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coaching.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6411" y="1619754"/>
            <a:ext cx="3516553" cy="661492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33490" y="1704393"/>
            <a:ext cx="3304444" cy="653497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0434668" y="8448989"/>
            <a:ext cx="3308350" cy="480059"/>
            <a:chOff x="10434668" y="8448989"/>
            <a:chExt cx="3308350" cy="480059"/>
          </a:xfrm>
        </p:grpSpPr>
        <p:sp>
          <p:nvSpPr>
            <p:cNvPr id="22" name="object 22"/>
            <p:cNvSpPr/>
            <p:nvPr/>
          </p:nvSpPr>
          <p:spPr>
            <a:xfrm>
              <a:off x="10444777" y="8455657"/>
              <a:ext cx="3288665" cy="466725"/>
            </a:xfrm>
            <a:custGeom>
              <a:avLst/>
              <a:gdLst/>
              <a:ahLst/>
              <a:cxnLst/>
              <a:rect l="l" t="t" r="r" b="b"/>
              <a:pathLst>
                <a:path w="3288665" h="466725">
                  <a:moveTo>
                    <a:pt x="3032786" y="466724"/>
                  </a:moveTo>
                  <a:lnTo>
                    <a:pt x="255307" y="466724"/>
                  </a:lnTo>
                  <a:lnTo>
                    <a:pt x="196787" y="462375"/>
                  </a:lnTo>
                  <a:lnTo>
                    <a:pt x="143057" y="449987"/>
                  </a:lnTo>
                  <a:lnTo>
                    <a:pt x="95652" y="430548"/>
                  </a:lnTo>
                  <a:lnTo>
                    <a:pt x="56108" y="405045"/>
                  </a:lnTo>
                  <a:lnTo>
                    <a:pt x="25960" y="374467"/>
                  </a:lnTo>
                  <a:lnTo>
                    <a:pt x="6746" y="339801"/>
                  </a:lnTo>
                  <a:lnTo>
                    <a:pt x="0" y="302037"/>
                  </a:lnTo>
                  <a:lnTo>
                    <a:pt x="0" y="164687"/>
                  </a:lnTo>
                  <a:lnTo>
                    <a:pt x="6746" y="126922"/>
                  </a:lnTo>
                  <a:lnTo>
                    <a:pt x="25960" y="92257"/>
                  </a:lnTo>
                  <a:lnTo>
                    <a:pt x="56108" y="61679"/>
                  </a:lnTo>
                  <a:lnTo>
                    <a:pt x="95652" y="36176"/>
                  </a:lnTo>
                  <a:lnTo>
                    <a:pt x="143057" y="16737"/>
                  </a:lnTo>
                  <a:lnTo>
                    <a:pt x="196787" y="4349"/>
                  </a:lnTo>
                  <a:lnTo>
                    <a:pt x="255307" y="0"/>
                  </a:lnTo>
                  <a:lnTo>
                    <a:pt x="3032786" y="0"/>
                  </a:lnTo>
                  <a:lnTo>
                    <a:pt x="3091306" y="4349"/>
                  </a:lnTo>
                  <a:lnTo>
                    <a:pt x="3145036" y="16737"/>
                  </a:lnTo>
                  <a:lnTo>
                    <a:pt x="3192441" y="36176"/>
                  </a:lnTo>
                  <a:lnTo>
                    <a:pt x="3231985" y="61679"/>
                  </a:lnTo>
                  <a:lnTo>
                    <a:pt x="3262133" y="92257"/>
                  </a:lnTo>
                  <a:lnTo>
                    <a:pt x="3281347" y="126922"/>
                  </a:lnTo>
                  <a:lnTo>
                    <a:pt x="3288093" y="164687"/>
                  </a:lnTo>
                  <a:lnTo>
                    <a:pt x="3288093" y="302037"/>
                  </a:lnTo>
                  <a:lnTo>
                    <a:pt x="3281347" y="339801"/>
                  </a:lnTo>
                  <a:lnTo>
                    <a:pt x="3262133" y="374467"/>
                  </a:lnTo>
                  <a:lnTo>
                    <a:pt x="3231985" y="405045"/>
                  </a:lnTo>
                  <a:lnTo>
                    <a:pt x="3192441" y="430548"/>
                  </a:lnTo>
                  <a:lnTo>
                    <a:pt x="3145036" y="449987"/>
                  </a:lnTo>
                  <a:lnTo>
                    <a:pt x="3091306" y="462375"/>
                  </a:lnTo>
                  <a:lnTo>
                    <a:pt x="3032786" y="466724"/>
                  </a:lnTo>
                  <a:close/>
                </a:path>
              </a:pathLst>
            </a:custGeom>
            <a:solidFill>
              <a:srgbClr val="DAEB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434668" y="8448989"/>
              <a:ext cx="3308350" cy="480059"/>
            </a:xfrm>
            <a:custGeom>
              <a:avLst/>
              <a:gdLst/>
              <a:ahLst/>
              <a:cxnLst/>
              <a:rect l="l" t="t" r="r" b="b"/>
              <a:pathLst>
                <a:path w="3308350" h="480059">
                  <a:moveTo>
                    <a:pt x="265415" y="466725"/>
                  </a:moveTo>
                  <a:lnTo>
                    <a:pt x="162490" y="466725"/>
                  </a:lnTo>
                  <a:lnTo>
                    <a:pt x="117089" y="450831"/>
                  </a:lnTo>
                  <a:lnTo>
                    <a:pt x="77798" y="429923"/>
                  </a:lnTo>
                  <a:lnTo>
                    <a:pt x="45371" y="404571"/>
                  </a:lnTo>
                  <a:lnTo>
                    <a:pt x="5399" y="343278"/>
                  </a:lnTo>
                  <a:lnTo>
                    <a:pt x="0" y="308705"/>
                  </a:lnTo>
                  <a:lnTo>
                    <a:pt x="0" y="171354"/>
                  </a:lnTo>
                  <a:lnTo>
                    <a:pt x="20880" y="104598"/>
                  </a:lnTo>
                  <a:lnTo>
                    <a:pt x="77798" y="50137"/>
                  </a:lnTo>
                  <a:lnTo>
                    <a:pt x="117089" y="29228"/>
                  </a:lnTo>
                  <a:lnTo>
                    <a:pt x="162171" y="13446"/>
                  </a:lnTo>
                  <a:lnTo>
                    <a:pt x="211970" y="3475"/>
                  </a:lnTo>
                  <a:lnTo>
                    <a:pt x="265415" y="0"/>
                  </a:lnTo>
                  <a:lnTo>
                    <a:pt x="3042895" y="0"/>
                  </a:lnTo>
                  <a:lnTo>
                    <a:pt x="3042895" y="6667"/>
                  </a:lnTo>
                  <a:lnTo>
                    <a:pt x="265415" y="6667"/>
                  </a:lnTo>
                  <a:lnTo>
                    <a:pt x="265415" y="13446"/>
                  </a:lnTo>
                  <a:lnTo>
                    <a:pt x="263913" y="13446"/>
                  </a:lnTo>
                  <a:lnTo>
                    <a:pt x="209138" y="17514"/>
                  </a:lnTo>
                  <a:lnTo>
                    <a:pt x="157506" y="29417"/>
                  </a:lnTo>
                  <a:lnTo>
                    <a:pt x="111982" y="48087"/>
                  </a:lnTo>
                  <a:lnTo>
                    <a:pt x="74029" y="72571"/>
                  </a:lnTo>
                  <a:lnTo>
                    <a:pt x="45108" y="101913"/>
                  </a:lnTo>
                  <a:lnTo>
                    <a:pt x="20217" y="171354"/>
                  </a:lnTo>
                  <a:lnTo>
                    <a:pt x="20217" y="308705"/>
                  </a:lnTo>
                  <a:lnTo>
                    <a:pt x="26700" y="344900"/>
                  </a:lnTo>
                  <a:lnTo>
                    <a:pt x="74091" y="407489"/>
                  </a:lnTo>
                  <a:lnTo>
                    <a:pt x="112055" y="431972"/>
                  </a:lnTo>
                  <a:lnTo>
                    <a:pt x="157578" y="450643"/>
                  </a:lnTo>
                  <a:lnTo>
                    <a:pt x="209205" y="462545"/>
                  </a:lnTo>
                  <a:lnTo>
                    <a:pt x="265415" y="466725"/>
                  </a:lnTo>
                  <a:close/>
                </a:path>
                <a:path w="3308350" h="480059">
                  <a:moveTo>
                    <a:pt x="3145820" y="466725"/>
                  </a:moveTo>
                  <a:lnTo>
                    <a:pt x="3042895" y="466725"/>
                  </a:lnTo>
                  <a:lnTo>
                    <a:pt x="3099172" y="462545"/>
                  </a:lnTo>
                  <a:lnTo>
                    <a:pt x="3150804" y="450643"/>
                  </a:lnTo>
                  <a:lnTo>
                    <a:pt x="3196328" y="431972"/>
                  </a:lnTo>
                  <a:lnTo>
                    <a:pt x="3234282" y="407489"/>
                  </a:lnTo>
                  <a:lnTo>
                    <a:pt x="3263202" y="378146"/>
                  </a:lnTo>
                  <a:lnTo>
                    <a:pt x="3288094" y="308705"/>
                  </a:lnTo>
                  <a:lnTo>
                    <a:pt x="3288094" y="171354"/>
                  </a:lnTo>
                  <a:lnTo>
                    <a:pt x="3263202" y="101913"/>
                  </a:lnTo>
                  <a:lnTo>
                    <a:pt x="3234282" y="72571"/>
                  </a:lnTo>
                  <a:lnTo>
                    <a:pt x="3196328" y="48087"/>
                  </a:lnTo>
                  <a:lnTo>
                    <a:pt x="3150804" y="29417"/>
                  </a:lnTo>
                  <a:lnTo>
                    <a:pt x="3099172" y="17514"/>
                  </a:lnTo>
                  <a:lnTo>
                    <a:pt x="3044398" y="13446"/>
                  </a:lnTo>
                  <a:lnTo>
                    <a:pt x="265415" y="13446"/>
                  </a:lnTo>
                  <a:lnTo>
                    <a:pt x="265415" y="6667"/>
                  </a:lnTo>
                  <a:lnTo>
                    <a:pt x="3042895" y="6667"/>
                  </a:lnTo>
                  <a:lnTo>
                    <a:pt x="3042895" y="0"/>
                  </a:lnTo>
                  <a:lnTo>
                    <a:pt x="3096339" y="3475"/>
                  </a:lnTo>
                  <a:lnTo>
                    <a:pt x="3146139" y="13446"/>
                  </a:lnTo>
                  <a:lnTo>
                    <a:pt x="3191220" y="29228"/>
                  </a:lnTo>
                  <a:lnTo>
                    <a:pt x="3230509" y="50137"/>
                  </a:lnTo>
                  <a:lnTo>
                    <a:pt x="3262936" y="75488"/>
                  </a:lnTo>
                  <a:lnTo>
                    <a:pt x="3302906" y="136781"/>
                  </a:lnTo>
                  <a:lnTo>
                    <a:pt x="3307847" y="168425"/>
                  </a:lnTo>
                  <a:lnTo>
                    <a:pt x="3307847" y="311634"/>
                  </a:lnTo>
                  <a:lnTo>
                    <a:pt x="3287425" y="375462"/>
                  </a:lnTo>
                  <a:lnTo>
                    <a:pt x="3230509" y="429923"/>
                  </a:lnTo>
                  <a:lnTo>
                    <a:pt x="3191220" y="450831"/>
                  </a:lnTo>
                  <a:lnTo>
                    <a:pt x="3145820" y="466725"/>
                  </a:lnTo>
                  <a:close/>
                </a:path>
                <a:path w="3308350" h="480059">
                  <a:moveTo>
                    <a:pt x="265415" y="480060"/>
                  </a:moveTo>
                  <a:lnTo>
                    <a:pt x="211970" y="476584"/>
                  </a:lnTo>
                  <a:lnTo>
                    <a:pt x="162728" y="466725"/>
                  </a:lnTo>
                  <a:lnTo>
                    <a:pt x="3145581" y="466725"/>
                  </a:lnTo>
                  <a:lnTo>
                    <a:pt x="3112281" y="473392"/>
                  </a:lnTo>
                  <a:lnTo>
                    <a:pt x="265415" y="473392"/>
                  </a:lnTo>
                  <a:lnTo>
                    <a:pt x="265415" y="480060"/>
                  </a:lnTo>
                  <a:close/>
                </a:path>
                <a:path w="3308350" h="480059">
                  <a:moveTo>
                    <a:pt x="3042895" y="480060"/>
                  </a:moveTo>
                  <a:lnTo>
                    <a:pt x="265415" y="480060"/>
                  </a:lnTo>
                  <a:lnTo>
                    <a:pt x="265415" y="473392"/>
                  </a:lnTo>
                  <a:lnTo>
                    <a:pt x="3042895" y="473392"/>
                  </a:lnTo>
                  <a:lnTo>
                    <a:pt x="3042895" y="480060"/>
                  </a:lnTo>
                  <a:close/>
                </a:path>
                <a:path w="3308350" h="480059">
                  <a:moveTo>
                    <a:pt x="3042895" y="480060"/>
                  </a:moveTo>
                  <a:lnTo>
                    <a:pt x="3042895" y="473392"/>
                  </a:lnTo>
                  <a:lnTo>
                    <a:pt x="3112281" y="473392"/>
                  </a:lnTo>
                  <a:lnTo>
                    <a:pt x="3096339" y="476584"/>
                  </a:lnTo>
                  <a:lnTo>
                    <a:pt x="3042895" y="48006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1405424" y="8551160"/>
            <a:ext cx="1367155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85" b="1">
                <a:solidFill>
                  <a:srgbClr val="232323"/>
                </a:solidFill>
                <a:latin typeface="Tahoma"/>
                <a:cs typeface="Tahoma"/>
              </a:rPr>
              <a:t>Home</a:t>
            </a:r>
            <a:r>
              <a:rPr dirty="0" sz="1350" spc="-9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350" spc="-60" b="1">
                <a:solidFill>
                  <a:srgbClr val="232323"/>
                </a:solidFill>
                <a:latin typeface="Tahoma"/>
                <a:cs typeface="Tahoma"/>
              </a:rPr>
              <a:t>dashboard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133489" y="8448989"/>
            <a:ext cx="3306445" cy="480059"/>
            <a:chOff x="14133489" y="8448989"/>
            <a:chExt cx="3306445" cy="480059"/>
          </a:xfrm>
        </p:grpSpPr>
        <p:sp>
          <p:nvSpPr>
            <p:cNvPr id="26" name="object 26"/>
            <p:cNvSpPr/>
            <p:nvPr/>
          </p:nvSpPr>
          <p:spPr>
            <a:xfrm>
              <a:off x="14144723" y="8455657"/>
              <a:ext cx="3284220" cy="466725"/>
            </a:xfrm>
            <a:custGeom>
              <a:avLst/>
              <a:gdLst/>
              <a:ahLst/>
              <a:cxnLst/>
              <a:rect l="l" t="t" r="r" b="b"/>
              <a:pathLst>
                <a:path w="3284219" h="466725">
                  <a:moveTo>
                    <a:pt x="3000635" y="466724"/>
                  </a:moveTo>
                  <a:lnTo>
                    <a:pt x="283581" y="466724"/>
                  </a:lnTo>
                  <a:lnTo>
                    <a:pt x="226424" y="463379"/>
                  </a:lnTo>
                  <a:lnTo>
                    <a:pt x="173191" y="453784"/>
                  </a:lnTo>
                  <a:lnTo>
                    <a:pt x="125020" y="438601"/>
                  </a:lnTo>
                  <a:lnTo>
                    <a:pt x="83052" y="418492"/>
                  </a:lnTo>
                  <a:lnTo>
                    <a:pt x="48426" y="394120"/>
                  </a:lnTo>
                  <a:lnTo>
                    <a:pt x="22282" y="366145"/>
                  </a:lnTo>
                  <a:lnTo>
                    <a:pt x="0" y="302037"/>
                  </a:lnTo>
                  <a:lnTo>
                    <a:pt x="0" y="164687"/>
                  </a:lnTo>
                  <a:lnTo>
                    <a:pt x="22282" y="100579"/>
                  </a:lnTo>
                  <a:lnTo>
                    <a:pt x="48426" y="72604"/>
                  </a:lnTo>
                  <a:lnTo>
                    <a:pt x="83052" y="48232"/>
                  </a:lnTo>
                  <a:lnTo>
                    <a:pt x="125020" y="28123"/>
                  </a:lnTo>
                  <a:lnTo>
                    <a:pt x="173191" y="12940"/>
                  </a:lnTo>
                  <a:lnTo>
                    <a:pt x="226424" y="3345"/>
                  </a:lnTo>
                  <a:lnTo>
                    <a:pt x="283581" y="0"/>
                  </a:lnTo>
                  <a:lnTo>
                    <a:pt x="3000635" y="0"/>
                  </a:lnTo>
                  <a:lnTo>
                    <a:pt x="3057792" y="3345"/>
                  </a:lnTo>
                  <a:lnTo>
                    <a:pt x="3111025" y="12940"/>
                  </a:lnTo>
                  <a:lnTo>
                    <a:pt x="3159196" y="28123"/>
                  </a:lnTo>
                  <a:lnTo>
                    <a:pt x="3201164" y="48232"/>
                  </a:lnTo>
                  <a:lnTo>
                    <a:pt x="3235790" y="72604"/>
                  </a:lnTo>
                  <a:lnTo>
                    <a:pt x="3261934" y="100579"/>
                  </a:lnTo>
                  <a:lnTo>
                    <a:pt x="3284216" y="164687"/>
                  </a:lnTo>
                  <a:lnTo>
                    <a:pt x="3284216" y="302037"/>
                  </a:lnTo>
                  <a:lnTo>
                    <a:pt x="3261934" y="366145"/>
                  </a:lnTo>
                  <a:lnTo>
                    <a:pt x="3235790" y="394120"/>
                  </a:lnTo>
                  <a:lnTo>
                    <a:pt x="3201164" y="418492"/>
                  </a:lnTo>
                  <a:lnTo>
                    <a:pt x="3159196" y="438601"/>
                  </a:lnTo>
                  <a:lnTo>
                    <a:pt x="3111025" y="453784"/>
                  </a:lnTo>
                  <a:lnTo>
                    <a:pt x="3057792" y="463379"/>
                  </a:lnTo>
                  <a:lnTo>
                    <a:pt x="3000635" y="466724"/>
                  </a:lnTo>
                  <a:close/>
                </a:path>
              </a:pathLst>
            </a:custGeom>
            <a:solidFill>
              <a:srgbClr val="F2E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133489" y="8448989"/>
              <a:ext cx="3306445" cy="480059"/>
            </a:xfrm>
            <a:custGeom>
              <a:avLst/>
              <a:gdLst/>
              <a:ahLst/>
              <a:cxnLst/>
              <a:rect l="l" t="t" r="r" b="b"/>
              <a:pathLst>
                <a:path w="3306444" h="480059">
                  <a:moveTo>
                    <a:pt x="294815" y="466725"/>
                  </a:moveTo>
                  <a:lnTo>
                    <a:pt x="180518" y="466725"/>
                  </a:lnTo>
                  <a:lnTo>
                    <a:pt x="130090" y="450831"/>
                  </a:lnTo>
                  <a:lnTo>
                    <a:pt x="86442" y="429923"/>
                  </a:lnTo>
                  <a:lnTo>
                    <a:pt x="50415" y="404571"/>
                  </a:lnTo>
                  <a:lnTo>
                    <a:pt x="23203" y="375462"/>
                  </a:lnTo>
                  <a:lnTo>
                    <a:pt x="0" y="308705"/>
                  </a:lnTo>
                  <a:lnTo>
                    <a:pt x="0" y="171354"/>
                  </a:lnTo>
                  <a:lnTo>
                    <a:pt x="23203" y="104598"/>
                  </a:lnTo>
                  <a:lnTo>
                    <a:pt x="50415" y="75488"/>
                  </a:lnTo>
                  <a:lnTo>
                    <a:pt x="86442" y="50137"/>
                  </a:lnTo>
                  <a:lnTo>
                    <a:pt x="130090" y="29228"/>
                  </a:lnTo>
                  <a:lnTo>
                    <a:pt x="180164" y="13446"/>
                  </a:lnTo>
                  <a:lnTo>
                    <a:pt x="235471" y="3475"/>
                  </a:lnTo>
                  <a:lnTo>
                    <a:pt x="294815" y="0"/>
                  </a:lnTo>
                  <a:lnTo>
                    <a:pt x="3011869" y="0"/>
                  </a:lnTo>
                  <a:lnTo>
                    <a:pt x="3011869" y="6667"/>
                  </a:lnTo>
                  <a:lnTo>
                    <a:pt x="294815" y="6667"/>
                  </a:lnTo>
                  <a:lnTo>
                    <a:pt x="294815" y="13446"/>
                  </a:lnTo>
                  <a:lnTo>
                    <a:pt x="293145" y="13446"/>
                  </a:lnTo>
                  <a:lnTo>
                    <a:pt x="232279" y="17514"/>
                  </a:lnTo>
                  <a:lnTo>
                    <a:pt x="174919" y="29417"/>
                  </a:lnTo>
                  <a:lnTo>
                    <a:pt x="124357" y="48087"/>
                  </a:lnTo>
                  <a:lnTo>
                    <a:pt x="82210" y="72571"/>
                  </a:lnTo>
                  <a:lnTo>
                    <a:pt x="50100" y="101913"/>
                  </a:lnTo>
                  <a:lnTo>
                    <a:pt x="29646" y="135159"/>
                  </a:lnTo>
                  <a:lnTo>
                    <a:pt x="22469" y="308705"/>
                  </a:lnTo>
                  <a:lnTo>
                    <a:pt x="29646" y="344900"/>
                  </a:lnTo>
                  <a:lnTo>
                    <a:pt x="50100" y="378146"/>
                  </a:lnTo>
                  <a:lnTo>
                    <a:pt x="82210" y="407489"/>
                  </a:lnTo>
                  <a:lnTo>
                    <a:pt x="124357" y="431972"/>
                  </a:lnTo>
                  <a:lnTo>
                    <a:pt x="174919" y="450643"/>
                  </a:lnTo>
                  <a:lnTo>
                    <a:pt x="232279" y="462545"/>
                  </a:lnTo>
                  <a:lnTo>
                    <a:pt x="294815" y="466725"/>
                  </a:lnTo>
                  <a:close/>
                </a:path>
                <a:path w="3306444" h="480059">
                  <a:moveTo>
                    <a:pt x="3126166" y="466725"/>
                  </a:moveTo>
                  <a:lnTo>
                    <a:pt x="3011869" y="466725"/>
                  </a:lnTo>
                  <a:lnTo>
                    <a:pt x="3074355" y="462545"/>
                  </a:lnTo>
                  <a:lnTo>
                    <a:pt x="3131695" y="450643"/>
                  </a:lnTo>
                  <a:lnTo>
                    <a:pt x="3182261" y="431972"/>
                  </a:lnTo>
                  <a:lnTo>
                    <a:pt x="3224424" y="407489"/>
                  </a:lnTo>
                  <a:lnTo>
                    <a:pt x="3256557" y="378146"/>
                  </a:lnTo>
                  <a:lnTo>
                    <a:pt x="3277030" y="344900"/>
                  </a:lnTo>
                  <a:lnTo>
                    <a:pt x="3284217" y="308705"/>
                  </a:lnTo>
                  <a:lnTo>
                    <a:pt x="3284217" y="171354"/>
                  </a:lnTo>
                  <a:lnTo>
                    <a:pt x="3256585" y="101913"/>
                  </a:lnTo>
                  <a:lnTo>
                    <a:pt x="3224475" y="72571"/>
                  </a:lnTo>
                  <a:lnTo>
                    <a:pt x="3182328" y="48087"/>
                  </a:lnTo>
                  <a:lnTo>
                    <a:pt x="3131765" y="29417"/>
                  </a:lnTo>
                  <a:lnTo>
                    <a:pt x="3074406" y="17514"/>
                  </a:lnTo>
                  <a:lnTo>
                    <a:pt x="3013539" y="13446"/>
                  </a:lnTo>
                  <a:lnTo>
                    <a:pt x="294815" y="13446"/>
                  </a:lnTo>
                  <a:lnTo>
                    <a:pt x="294815" y="6667"/>
                  </a:lnTo>
                  <a:lnTo>
                    <a:pt x="3011869" y="6667"/>
                  </a:lnTo>
                  <a:lnTo>
                    <a:pt x="3011869" y="0"/>
                  </a:lnTo>
                  <a:lnTo>
                    <a:pt x="3071213" y="3475"/>
                  </a:lnTo>
                  <a:lnTo>
                    <a:pt x="3126520" y="13446"/>
                  </a:lnTo>
                  <a:lnTo>
                    <a:pt x="3176594" y="29228"/>
                  </a:lnTo>
                  <a:lnTo>
                    <a:pt x="3220242" y="50137"/>
                  </a:lnTo>
                  <a:lnTo>
                    <a:pt x="3256270" y="75488"/>
                  </a:lnTo>
                  <a:lnTo>
                    <a:pt x="3283482" y="104598"/>
                  </a:lnTo>
                  <a:lnTo>
                    <a:pt x="3305972" y="167243"/>
                  </a:lnTo>
                  <a:lnTo>
                    <a:pt x="3305972" y="312816"/>
                  </a:lnTo>
                  <a:lnTo>
                    <a:pt x="3283482" y="375462"/>
                  </a:lnTo>
                  <a:lnTo>
                    <a:pt x="3256270" y="404571"/>
                  </a:lnTo>
                  <a:lnTo>
                    <a:pt x="3220242" y="429923"/>
                  </a:lnTo>
                  <a:lnTo>
                    <a:pt x="3176594" y="450831"/>
                  </a:lnTo>
                  <a:lnTo>
                    <a:pt x="3126166" y="466725"/>
                  </a:lnTo>
                  <a:close/>
                </a:path>
                <a:path w="3306444" h="480059">
                  <a:moveTo>
                    <a:pt x="294815" y="480060"/>
                  </a:moveTo>
                  <a:lnTo>
                    <a:pt x="235471" y="476584"/>
                  </a:lnTo>
                  <a:lnTo>
                    <a:pt x="180783" y="466725"/>
                  </a:lnTo>
                  <a:lnTo>
                    <a:pt x="3125901" y="466725"/>
                  </a:lnTo>
                  <a:lnTo>
                    <a:pt x="3088918" y="473392"/>
                  </a:lnTo>
                  <a:lnTo>
                    <a:pt x="294815" y="473392"/>
                  </a:lnTo>
                  <a:lnTo>
                    <a:pt x="294815" y="480060"/>
                  </a:lnTo>
                  <a:close/>
                </a:path>
                <a:path w="3306444" h="480059">
                  <a:moveTo>
                    <a:pt x="3011869" y="480060"/>
                  </a:moveTo>
                  <a:lnTo>
                    <a:pt x="294815" y="480060"/>
                  </a:lnTo>
                  <a:lnTo>
                    <a:pt x="294815" y="473392"/>
                  </a:lnTo>
                  <a:lnTo>
                    <a:pt x="3011869" y="473392"/>
                  </a:lnTo>
                  <a:lnTo>
                    <a:pt x="3011869" y="480060"/>
                  </a:lnTo>
                  <a:close/>
                </a:path>
                <a:path w="3306444" h="480059">
                  <a:moveTo>
                    <a:pt x="3011869" y="480060"/>
                  </a:moveTo>
                  <a:lnTo>
                    <a:pt x="3011869" y="473392"/>
                  </a:lnTo>
                  <a:lnTo>
                    <a:pt x="3088918" y="473392"/>
                  </a:lnTo>
                  <a:lnTo>
                    <a:pt x="3071213" y="476584"/>
                  </a:lnTo>
                  <a:lnTo>
                    <a:pt x="3011869" y="48006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5229113" y="8551160"/>
            <a:ext cx="1115695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70" b="1">
                <a:solidFill>
                  <a:srgbClr val="232323"/>
                </a:solidFill>
                <a:latin typeface="Tahoma"/>
                <a:cs typeface="Tahoma"/>
              </a:rPr>
              <a:t>Meal</a:t>
            </a:r>
            <a:r>
              <a:rPr dirty="0" sz="1350" spc="-10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232323"/>
                </a:solidFill>
                <a:latin typeface="Tahoma"/>
                <a:cs typeface="Tahoma"/>
              </a:rPr>
              <a:t>planning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339848" y="9731711"/>
            <a:ext cx="201930" cy="227329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300" spc="-105" b="1">
                <a:solidFill>
                  <a:srgbClr val="646159"/>
                </a:solidFill>
                <a:latin typeface="Tahoma"/>
                <a:cs typeface="Tahoma"/>
              </a:rPr>
              <a:t>02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80"/>
              <a:t>SPOTTERAI</a:t>
            </a:r>
            <a:r>
              <a:rPr dirty="0" sz="1200" spc="75"/>
              <a:t> </a:t>
            </a:r>
            <a:r>
              <a:rPr dirty="0" sz="1200" spc="-55"/>
              <a:t>/</a:t>
            </a:r>
            <a:r>
              <a:rPr dirty="0" sz="1200" spc="125"/>
              <a:t> </a:t>
            </a:r>
            <a:r>
              <a:rPr dirty="0" sz="1200" spc="-45"/>
              <a:t>SE</a:t>
            </a:r>
            <a:r>
              <a:rPr dirty="0" sz="1200" spc="-105"/>
              <a:t> </a:t>
            </a:r>
            <a:r>
              <a:rPr dirty="0" sz="1200" spc="-125"/>
              <a:t>216</a:t>
            </a:r>
            <a:r>
              <a:rPr dirty="0" sz="1200" spc="-105"/>
              <a:t> </a:t>
            </a:r>
            <a:r>
              <a:rPr dirty="0" sz="1200" spc="-80"/>
              <a:t>SOFTWARE</a:t>
            </a:r>
            <a:r>
              <a:rPr dirty="0" sz="1200" spc="-105"/>
              <a:t> </a:t>
            </a:r>
            <a:r>
              <a:rPr dirty="0" sz="1200" spc="-75"/>
              <a:t>PROJECT</a:t>
            </a:r>
            <a:r>
              <a:rPr dirty="0" sz="1200" spc="-105"/>
              <a:t> </a:t>
            </a:r>
            <a:r>
              <a:rPr dirty="0" sz="1200" spc="-35"/>
              <a:t>MANAGEMENT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5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528" y="20"/>
            <a:ext cx="18261965" cy="224154"/>
            <a:chOff x="3528" y="20"/>
            <a:chExt cx="18261965" cy="224154"/>
          </a:xfrm>
        </p:grpSpPr>
        <p:sp>
          <p:nvSpPr>
            <p:cNvPr id="4" name="object 4"/>
            <p:cNvSpPr/>
            <p:nvPr/>
          </p:nvSpPr>
          <p:spPr>
            <a:xfrm>
              <a:off x="12957" y="9450"/>
              <a:ext cx="18242915" cy="205740"/>
            </a:xfrm>
            <a:custGeom>
              <a:avLst/>
              <a:gdLst/>
              <a:ahLst/>
              <a:cxnLst/>
              <a:rect l="l" t="t" r="r" b="b"/>
              <a:pathLst>
                <a:path w="18242915" h="205740">
                  <a:moveTo>
                    <a:pt x="18242733" y="205206"/>
                  </a:moveTo>
                  <a:lnTo>
                    <a:pt x="0" y="205206"/>
                  </a:lnTo>
                  <a:lnTo>
                    <a:pt x="0" y="0"/>
                  </a:lnTo>
                  <a:lnTo>
                    <a:pt x="18242733" y="0"/>
                  </a:lnTo>
                  <a:lnTo>
                    <a:pt x="18242733" y="205206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957" y="9450"/>
              <a:ext cx="18242915" cy="205740"/>
            </a:xfrm>
            <a:custGeom>
              <a:avLst/>
              <a:gdLst/>
              <a:ahLst/>
              <a:cxnLst/>
              <a:rect l="l" t="t" r="r" b="b"/>
              <a:pathLst>
                <a:path w="18242915" h="205740">
                  <a:moveTo>
                    <a:pt x="0" y="0"/>
                  </a:moveTo>
                  <a:lnTo>
                    <a:pt x="18242733" y="0"/>
                  </a:lnTo>
                  <a:lnTo>
                    <a:pt x="18242733" y="205206"/>
                  </a:lnTo>
                  <a:lnTo>
                    <a:pt x="0" y="205206"/>
                  </a:lnTo>
                  <a:lnTo>
                    <a:pt x="0" y="0"/>
                  </a:lnTo>
                  <a:close/>
                </a:path>
              </a:pathLst>
            </a:custGeom>
            <a:ln w="18859">
              <a:solidFill>
                <a:srgbClr val="3F67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3528" y="10058926"/>
            <a:ext cx="18261965" cy="224154"/>
            <a:chOff x="3528" y="10058926"/>
            <a:chExt cx="18261965" cy="224154"/>
          </a:xfrm>
        </p:grpSpPr>
        <p:sp>
          <p:nvSpPr>
            <p:cNvPr id="7" name="object 7"/>
            <p:cNvSpPr/>
            <p:nvPr/>
          </p:nvSpPr>
          <p:spPr>
            <a:xfrm>
              <a:off x="12957" y="10068356"/>
              <a:ext cx="18242915" cy="205740"/>
            </a:xfrm>
            <a:custGeom>
              <a:avLst/>
              <a:gdLst/>
              <a:ahLst/>
              <a:cxnLst/>
              <a:rect l="l" t="t" r="r" b="b"/>
              <a:pathLst>
                <a:path w="18242915" h="205740">
                  <a:moveTo>
                    <a:pt x="18242733" y="205206"/>
                  </a:moveTo>
                  <a:lnTo>
                    <a:pt x="0" y="205206"/>
                  </a:lnTo>
                  <a:lnTo>
                    <a:pt x="0" y="0"/>
                  </a:lnTo>
                  <a:lnTo>
                    <a:pt x="18242733" y="0"/>
                  </a:lnTo>
                  <a:lnTo>
                    <a:pt x="18242733" y="205206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957" y="10068356"/>
              <a:ext cx="18242915" cy="205740"/>
            </a:xfrm>
            <a:custGeom>
              <a:avLst/>
              <a:gdLst/>
              <a:ahLst/>
              <a:cxnLst/>
              <a:rect l="l" t="t" r="r" b="b"/>
              <a:pathLst>
                <a:path w="18242915" h="205740">
                  <a:moveTo>
                    <a:pt x="0" y="0"/>
                  </a:moveTo>
                  <a:lnTo>
                    <a:pt x="18242733" y="0"/>
                  </a:lnTo>
                  <a:lnTo>
                    <a:pt x="18242733" y="205206"/>
                  </a:lnTo>
                  <a:lnTo>
                    <a:pt x="0" y="205206"/>
                  </a:lnTo>
                  <a:lnTo>
                    <a:pt x="0" y="0"/>
                  </a:lnTo>
                  <a:close/>
                </a:path>
              </a:pathLst>
            </a:custGeom>
            <a:ln w="18859">
              <a:solidFill>
                <a:srgbClr val="3F67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888666" y="1968851"/>
            <a:ext cx="4785360" cy="635"/>
          </a:xfrm>
          <a:custGeom>
            <a:avLst/>
            <a:gdLst/>
            <a:ahLst/>
            <a:cxnLst/>
            <a:rect l="l" t="t" r="r" b="b"/>
            <a:pathLst>
              <a:path w="4785360" h="635">
                <a:moveTo>
                  <a:pt x="0" y="0"/>
                </a:moveTo>
                <a:lnTo>
                  <a:pt x="4785085" y="574"/>
                </a:lnTo>
              </a:path>
            </a:pathLst>
          </a:custGeom>
          <a:ln w="45640">
            <a:solidFill>
              <a:srgbClr val="6E9E7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024953" y="2395054"/>
            <a:ext cx="5292725" cy="1825625"/>
            <a:chOff x="1024953" y="2395054"/>
            <a:chExt cx="5292725" cy="1825625"/>
          </a:xfrm>
        </p:grpSpPr>
        <p:sp>
          <p:nvSpPr>
            <p:cNvPr id="11" name="object 11"/>
            <p:cNvSpPr/>
            <p:nvPr/>
          </p:nvSpPr>
          <p:spPr>
            <a:xfrm>
              <a:off x="1033973" y="2404157"/>
              <a:ext cx="5273675" cy="1809114"/>
            </a:xfrm>
            <a:custGeom>
              <a:avLst/>
              <a:gdLst/>
              <a:ahLst/>
              <a:cxnLst/>
              <a:rect l="l" t="t" r="r" b="b"/>
              <a:pathLst>
                <a:path w="5273675" h="1809114">
                  <a:moveTo>
                    <a:pt x="5150040" y="1808526"/>
                  </a:moveTo>
                  <a:lnTo>
                    <a:pt x="123474" y="1808526"/>
                  </a:lnTo>
                  <a:lnTo>
                    <a:pt x="107346" y="1807431"/>
                  </a:lnTo>
                  <a:lnTo>
                    <a:pt x="61997" y="1791808"/>
                  </a:lnTo>
                  <a:lnTo>
                    <a:pt x="25676" y="1760259"/>
                  </a:lnTo>
                  <a:lnTo>
                    <a:pt x="4251" y="1716986"/>
                  </a:lnTo>
                  <a:lnTo>
                    <a:pt x="0" y="1685034"/>
                  </a:lnTo>
                  <a:lnTo>
                    <a:pt x="534" y="123474"/>
                  </a:lnTo>
                  <a:lnTo>
                    <a:pt x="10092" y="76304"/>
                  </a:lnTo>
                  <a:lnTo>
                    <a:pt x="36800" y="36317"/>
                  </a:lnTo>
                  <a:lnTo>
                    <a:pt x="76545" y="9543"/>
                  </a:lnTo>
                  <a:lnTo>
                    <a:pt x="124008" y="0"/>
                  </a:lnTo>
                  <a:lnTo>
                    <a:pt x="5150040" y="534"/>
                  </a:lnTo>
                  <a:lnTo>
                    <a:pt x="5197196" y="10092"/>
                  </a:lnTo>
                  <a:lnTo>
                    <a:pt x="5237179" y="36800"/>
                  </a:lnTo>
                  <a:lnTo>
                    <a:pt x="5263955" y="76545"/>
                  </a:lnTo>
                  <a:lnTo>
                    <a:pt x="5273478" y="123474"/>
                  </a:lnTo>
                  <a:lnTo>
                    <a:pt x="5273514" y="1685034"/>
                  </a:lnTo>
                  <a:lnTo>
                    <a:pt x="5272369" y="1701403"/>
                  </a:lnTo>
                  <a:lnTo>
                    <a:pt x="5256791" y="1746515"/>
                  </a:lnTo>
                  <a:lnTo>
                    <a:pt x="5225244" y="1782842"/>
                  </a:lnTo>
                  <a:lnTo>
                    <a:pt x="5182253" y="1804211"/>
                  </a:lnTo>
                  <a:lnTo>
                    <a:pt x="5150040" y="180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34360" y="2404461"/>
              <a:ext cx="5273675" cy="1807210"/>
            </a:xfrm>
            <a:custGeom>
              <a:avLst/>
              <a:gdLst/>
              <a:ahLst/>
              <a:cxnLst/>
              <a:rect l="l" t="t" r="r" b="b"/>
              <a:pathLst>
                <a:path w="5273675" h="1807210">
                  <a:moveTo>
                    <a:pt x="532" y="123345"/>
                  </a:moveTo>
                  <a:lnTo>
                    <a:pt x="10090" y="76223"/>
                  </a:lnTo>
                  <a:lnTo>
                    <a:pt x="36798" y="36277"/>
                  </a:lnTo>
                  <a:lnTo>
                    <a:pt x="76542" y="9531"/>
                  </a:lnTo>
                  <a:lnTo>
                    <a:pt x="124005" y="0"/>
                  </a:lnTo>
                  <a:lnTo>
                    <a:pt x="5149986" y="531"/>
                  </a:lnTo>
                  <a:lnTo>
                    <a:pt x="5197141" y="10079"/>
                  </a:lnTo>
                  <a:lnTo>
                    <a:pt x="5237124" y="36760"/>
                  </a:lnTo>
                  <a:lnTo>
                    <a:pt x="5263901" y="76463"/>
                  </a:lnTo>
                  <a:lnTo>
                    <a:pt x="5273459" y="123876"/>
                  </a:lnTo>
                  <a:lnTo>
                    <a:pt x="5273459" y="1683279"/>
                  </a:lnTo>
                  <a:lnTo>
                    <a:pt x="5263901" y="1730400"/>
                  </a:lnTo>
                  <a:lnTo>
                    <a:pt x="5237193" y="1770345"/>
                  </a:lnTo>
                  <a:lnTo>
                    <a:pt x="5197448" y="1797095"/>
                  </a:lnTo>
                  <a:lnTo>
                    <a:pt x="5149986" y="1806643"/>
                  </a:lnTo>
                  <a:lnTo>
                    <a:pt x="123472" y="1806643"/>
                  </a:lnTo>
                  <a:lnTo>
                    <a:pt x="76301" y="1797095"/>
                  </a:lnTo>
                  <a:lnTo>
                    <a:pt x="36315" y="1770412"/>
                  </a:lnTo>
                  <a:lnTo>
                    <a:pt x="9541" y="1730702"/>
                  </a:lnTo>
                  <a:lnTo>
                    <a:pt x="0" y="1683279"/>
                  </a:lnTo>
                  <a:lnTo>
                    <a:pt x="532" y="123345"/>
                  </a:lnTo>
                  <a:close/>
                </a:path>
              </a:pathLst>
            </a:custGeom>
            <a:ln w="18814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14013" y="2583978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4" h="1447800">
                  <a:moveTo>
                    <a:pt x="105509" y="1447575"/>
                  </a:moveTo>
                  <a:lnTo>
                    <a:pt x="0" y="1447575"/>
                  </a:lnTo>
                  <a:lnTo>
                    <a:pt x="0" y="0"/>
                  </a:lnTo>
                  <a:lnTo>
                    <a:pt x="105509" y="0"/>
                  </a:lnTo>
                  <a:lnTo>
                    <a:pt x="105509" y="1447575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14013" y="2583978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4" h="1447800">
                  <a:moveTo>
                    <a:pt x="0" y="0"/>
                  </a:moveTo>
                  <a:lnTo>
                    <a:pt x="105509" y="0"/>
                  </a:lnTo>
                  <a:lnTo>
                    <a:pt x="105509" y="1447575"/>
                  </a:lnTo>
                  <a:lnTo>
                    <a:pt x="0" y="1447575"/>
                  </a:lnTo>
                  <a:lnTo>
                    <a:pt x="0" y="0"/>
                  </a:lnTo>
                  <a:close/>
                </a:path>
              </a:pathLst>
            </a:custGeom>
            <a:ln w="18244">
              <a:solidFill>
                <a:srgbClr val="6E9E7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6772899" y="2395054"/>
            <a:ext cx="5292725" cy="1825625"/>
            <a:chOff x="6772899" y="2395054"/>
            <a:chExt cx="5292725" cy="1825625"/>
          </a:xfrm>
        </p:grpSpPr>
        <p:sp>
          <p:nvSpPr>
            <p:cNvPr id="16" name="object 16"/>
            <p:cNvSpPr/>
            <p:nvPr/>
          </p:nvSpPr>
          <p:spPr>
            <a:xfrm>
              <a:off x="6781919" y="2404157"/>
              <a:ext cx="5273675" cy="1809114"/>
            </a:xfrm>
            <a:custGeom>
              <a:avLst/>
              <a:gdLst/>
              <a:ahLst/>
              <a:cxnLst/>
              <a:rect l="l" t="t" r="r" b="b"/>
              <a:pathLst>
                <a:path w="5273675" h="1809114">
                  <a:moveTo>
                    <a:pt x="5150038" y="1808526"/>
                  </a:moveTo>
                  <a:lnTo>
                    <a:pt x="123474" y="1808526"/>
                  </a:lnTo>
                  <a:lnTo>
                    <a:pt x="107346" y="1807431"/>
                  </a:lnTo>
                  <a:lnTo>
                    <a:pt x="61997" y="1791808"/>
                  </a:lnTo>
                  <a:lnTo>
                    <a:pt x="25676" y="1760259"/>
                  </a:lnTo>
                  <a:lnTo>
                    <a:pt x="4251" y="1716986"/>
                  </a:lnTo>
                  <a:lnTo>
                    <a:pt x="0" y="1685034"/>
                  </a:lnTo>
                  <a:lnTo>
                    <a:pt x="534" y="123474"/>
                  </a:lnTo>
                  <a:lnTo>
                    <a:pt x="10092" y="76304"/>
                  </a:lnTo>
                  <a:lnTo>
                    <a:pt x="36800" y="36317"/>
                  </a:lnTo>
                  <a:lnTo>
                    <a:pt x="76546" y="9543"/>
                  </a:lnTo>
                  <a:lnTo>
                    <a:pt x="124008" y="0"/>
                  </a:lnTo>
                  <a:lnTo>
                    <a:pt x="5150038" y="534"/>
                  </a:lnTo>
                  <a:lnTo>
                    <a:pt x="5197195" y="10092"/>
                  </a:lnTo>
                  <a:lnTo>
                    <a:pt x="5237178" y="36800"/>
                  </a:lnTo>
                  <a:lnTo>
                    <a:pt x="5263956" y="76545"/>
                  </a:lnTo>
                  <a:lnTo>
                    <a:pt x="5273477" y="123474"/>
                  </a:lnTo>
                  <a:lnTo>
                    <a:pt x="5273513" y="1685034"/>
                  </a:lnTo>
                  <a:lnTo>
                    <a:pt x="5272368" y="1701403"/>
                  </a:lnTo>
                  <a:lnTo>
                    <a:pt x="5256794" y="1746515"/>
                  </a:lnTo>
                  <a:lnTo>
                    <a:pt x="5225242" y="1782842"/>
                  </a:lnTo>
                  <a:lnTo>
                    <a:pt x="5182251" y="1804211"/>
                  </a:lnTo>
                  <a:lnTo>
                    <a:pt x="5150038" y="18085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782307" y="2404461"/>
              <a:ext cx="5273675" cy="1807210"/>
            </a:xfrm>
            <a:custGeom>
              <a:avLst/>
              <a:gdLst/>
              <a:ahLst/>
              <a:cxnLst/>
              <a:rect l="l" t="t" r="r" b="b"/>
              <a:pathLst>
                <a:path w="5273675" h="1807210">
                  <a:moveTo>
                    <a:pt x="532" y="123345"/>
                  </a:moveTo>
                  <a:lnTo>
                    <a:pt x="10090" y="76223"/>
                  </a:lnTo>
                  <a:lnTo>
                    <a:pt x="36798" y="36277"/>
                  </a:lnTo>
                  <a:lnTo>
                    <a:pt x="76542" y="9531"/>
                  </a:lnTo>
                  <a:lnTo>
                    <a:pt x="124004" y="0"/>
                  </a:lnTo>
                  <a:lnTo>
                    <a:pt x="5149986" y="531"/>
                  </a:lnTo>
                  <a:lnTo>
                    <a:pt x="5197140" y="10079"/>
                  </a:lnTo>
                  <a:lnTo>
                    <a:pt x="5237123" y="36760"/>
                  </a:lnTo>
                  <a:lnTo>
                    <a:pt x="5263901" y="76463"/>
                  </a:lnTo>
                  <a:lnTo>
                    <a:pt x="5273458" y="123876"/>
                  </a:lnTo>
                  <a:lnTo>
                    <a:pt x="5273458" y="1683279"/>
                  </a:lnTo>
                  <a:lnTo>
                    <a:pt x="5263901" y="1730400"/>
                  </a:lnTo>
                  <a:lnTo>
                    <a:pt x="5237192" y="1770345"/>
                  </a:lnTo>
                  <a:lnTo>
                    <a:pt x="5197448" y="1797095"/>
                  </a:lnTo>
                  <a:lnTo>
                    <a:pt x="5149986" y="1806643"/>
                  </a:lnTo>
                  <a:lnTo>
                    <a:pt x="123472" y="1806643"/>
                  </a:lnTo>
                  <a:lnTo>
                    <a:pt x="76301" y="1797095"/>
                  </a:lnTo>
                  <a:lnTo>
                    <a:pt x="36315" y="1770412"/>
                  </a:lnTo>
                  <a:lnTo>
                    <a:pt x="9541" y="1730702"/>
                  </a:lnTo>
                  <a:lnTo>
                    <a:pt x="0" y="1683279"/>
                  </a:lnTo>
                  <a:lnTo>
                    <a:pt x="532" y="123345"/>
                  </a:lnTo>
                  <a:close/>
                </a:path>
              </a:pathLst>
            </a:custGeom>
            <a:ln w="18814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961961" y="2583978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5" h="1447800">
                  <a:moveTo>
                    <a:pt x="105509" y="1447575"/>
                  </a:moveTo>
                  <a:lnTo>
                    <a:pt x="0" y="1447575"/>
                  </a:lnTo>
                  <a:lnTo>
                    <a:pt x="0" y="0"/>
                  </a:lnTo>
                  <a:lnTo>
                    <a:pt x="105509" y="0"/>
                  </a:lnTo>
                  <a:lnTo>
                    <a:pt x="105509" y="1447575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961961" y="2583978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5" h="1447800">
                  <a:moveTo>
                    <a:pt x="0" y="0"/>
                  </a:moveTo>
                  <a:lnTo>
                    <a:pt x="105509" y="0"/>
                  </a:lnTo>
                  <a:lnTo>
                    <a:pt x="105509" y="1447575"/>
                  </a:lnTo>
                  <a:lnTo>
                    <a:pt x="0" y="1447575"/>
                  </a:lnTo>
                  <a:lnTo>
                    <a:pt x="0" y="0"/>
                  </a:lnTo>
                  <a:close/>
                </a:path>
              </a:pathLst>
            </a:custGeom>
            <a:ln w="18244">
              <a:solidFill>
                <a:srgbClr val="D994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024953" y="4680646"/>
            <a:ext cx="5292725" cy="1825625"/>
            <a:chOff x="1024953" y="4680646"/>
            <a:chExt cx="5292725" cy="1825625"/>
          </a:xfrm>
        </p:grpSpPr>
        <p:sp>
          <p:nvSpPr>
            <p:cNvPr id="21" name="object 21"/>
            <p:cNvSpPr/>
            <p:nvPr/>
          </p:nvSpPr>
          <p:spPr>
            <a:xfrm>
              <a:off x="1033973" y="4689750"/>
              <a:ext cx="5273675" cy="1809114"/>
            </a:xfrm>
            <a:custGeom>
              <a:avLst/>
              <a:gdLst/>
              <a:ahLst/>
              <a:cxnLst/>
              <a:rect l="l" t="t" r="r" b="b"/>
              <a:pathLst>
                <a:path w="5273675" h="1809114">
                  <a:moveTo>
                    <a:pt x="5150040" y="1808527"/>
                  </a:moveTo>
                  <a:lnTo>
                    <a:pt x="123474" y="1808527"/>
                  </a:lnTo>
                  <a:lnTo>
                    <a:pt x="107346" y="1807434"/>
                  </a:lnTo>
                  <a:lnTo>
                    <a:pt x="61997" y="1791827"/>
                  </a:lnTo>
                  <a:lnTo>
                    <a:pt x="25676" y="1760277"/>
                  </a:lnTo>
                  <a:lnTo>
                    <a:pt x="4252" y="1717002"/>
                  </a:lnTo>
                  <a:lnTo>
                    <a:pt x="0" y="1685052"/>
                  </a:lnTo>
                  <a:lnTo>
                    <a:pt x="534" y="123492"/>
                  </a:lnTo>
                  <a:lnTo>
                    <a:pt x="10092" y="76322"/>
                  </a:lnTo>
                  <a:lnTo>
                    <a:pt x="36800" y="36335"/>
                  </a:lnTo>
                  <a:lnTo>
                    <a:pt x="76545" y="9558"/>
                  </a:lnTo>
                  <a:lnTo>
                    <a:pt x="124008" y="0"/>
                  </a:lnTo>
                  <a:lnTo>
                    <a:pt x="5150040" y="552"/>
                  </a:lnTo>
                  <a:lnTo>
                    <a:pt x="5197196" y="10093"/>
                  </a:lnTo>
                  <a:lnTo>
                    <a:pt x="5237179" y="36802"/>
                  </a:lnTo>
                  <a:lnTo>
                    <a:pt x="5263955" y="76556"/>
                  </a:lnTo>
                  <a:lnTo>
                    <a:pt x="5273478" y="123492"/>
                  </a:lnTo>
                  <a:lnTo>
                    <a:pt x="5273514" y="1685052"/>
                  </a:lnTo>
                  <a:lnTo>
                    <a:pt x="5272370" y="1701413"/>
                  </a:lnTo>
                  <a:lnTo>
                    <a:pt x="5256791" y="1746515"/>
                  </a:lnTo>
                  <a:lnTo>
                    <a:pt x="5225243" y="1782860"/>
                  </a:lnTo>
                  <a:lnTo>
                    <a:pt x="5182253" y="1804220"/>
                  </a:lnTo>
                  <a:lnTo>
                    <a:pt x="5150040" y="1808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34360" y="4690054"/>
              <a:ext cx="5273675" cy="1807210"/>
            </a:xfrm>
            <a:custGeom>
              <a:avLst/>
              <a:gdLst/>
              <a:ahLst/>
              <a:cxnLst/>
              <a:rect l="l" t="t" r="r" b="b"/>
              <a:pathLst>
                <a:path w="5273675" h="1807210">
                  <a:moveTo>
                    <a:pt x="532" y="123364"/>
                  </a:moveTo>
                  <a:lnTo>
                    <a:pt x="10090" y="76242"/>
                  </a:lnTo>
                  <a:lnTo>
                    <a:pt x="36798" y="36297"/>
                  </a:lnTo>
                  <a:lnTo>
                    <a:pt x="76542" y="9547"/>
                  </a:lnTo>
                  <a:lnTo>
                    <a:pt x="124005" y="0"/>
                  </a:lnTo>
                  <a:lnTo>
                    <a:pt x="5149986" y="551"/>
                  </a:lnTo>
                  <a:lnTo>
                    <a:pt x="5197141" y="10082"/>
                  </a:lnTo>
                  <a:lnTo>
                    <a:pt x="5237124" y="36762"/>
                  </a:lnTo>
                  <a:lnTo>
                    <a:pt x="5263901" y="76474"/>
                  </a:lnTo>
                  <a:lnTo>
                    <a:pt x="5273459" y="123896"/>
                  </a:lnTo>
                  <a:lnTo>
                    <a:pt x="5273459" y="1683297"/>
                  </a:lnTo>
                  <a:lnTo>
                    <a:pt x="5263901" y="1730412"/>
                  </a:lnTo>
                  <a:lnTo>
                    <a:pt x="5237193" y="1770362"/>
                  </a:lnTo>
                  <a:lnTo>
                    <a:pt x="5197448" y="1797111"/>
                  </a:lnTo>
                  <a:lnTo>
                    <a:pt x="5149986" y="1806643"/>
                  </a:lnTo>
                  <a:lnTo>
                    <a:pt x="123472" y="1806643"/>
                  </a:lnTo>
                  <a:lnTo>
                    <a:pt x="76301" y="1797111"/>
                  </a:lnTo>
                  <a:lnTo>
                    <a:pt x="36315" y="1770431"/>
                  </a:lnTo>
                  <a:lnTo>
                    <a:pt x="9541" y="1730719"/>
                  </a:lnTo>
                  <a:lnTo>
                    <a:pt x="0" y="1683297"/>
                  </a:lnTo>
                  <a:lnTo>
                    <a:pt x="532" y="123364"/>
                  </a:lnTo>
                  <a:close/>
                </a:path>
              </a:pathLst>
            </a:custGeom>
            <a:ln w="18814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14013" y="4869585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4" h="1447800">
                  <a:moveTo>
                    <a:pt x="105509" y="1447575"/>
                  </a:moveTo>
                  <a:lnTo>
                    <a:pt x="0" y="1447575"/>
                  </a:lnTo>
                  <a:lnTo>
                    <a:pt x="0" y="0"/>
                  </a:lnTo>
                  <a:lnTo>
                    <a:pt x="105509" y="0"/>
                  </a:lnTo>
                  <a:lnTo>
                    <a:pt x="105509" y="1447575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214013" y="4869585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4" h="1447800">
                  <a:moveTo>
                    <a:pt x="0" y="0"/>
                  </a:moveTo>
                  <a:lnTo>
                    <a:pt x="105509" y="0"/>
                  </a:lnTo>
                  <a:lnTo>
                    <a:pt x="105509" y="1447575"/>
                  </a:lnTo>
                  <a:lnTo>
                    <a:pt x="0" y="1447575"/>
                  </a:lnTo>
                  <a:lnTo>
                    <a:pt x="0" y="0"/>
                  </a:lnTo>
                  <a:close/>
                </a:path>
              </a:pathLst>
            </a:custGeom>
            <a:ln w="18244">
              <a:solidFill>
                <a:srgbClr val="6D90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6772899" y="4680646"/>
            <a:ext cx="5292725" cy="1825625"/>
            <a:chOff x="6772899" y="4680646"/>
            <a:chExt cx="5292725" cy="1825625"/>
          </a:xfrm>
        </p:grpSpPr>
        <p:sp>
          <p:nvSpPr>
            <p:cNvPr id="26" name="object 26"/>
            <p:cNvSpPr/>
            <p:nvPr/>
          </p:nvSpPr>
          <p:spPr>
            <a:xfrm>
              <a:off x="6781919" y="4689750"/>
              <a:ext cx="5273675" cy="1809114"/>
            </a:xfrm>
            <a:custGeom>
              <a:avLst/>
              <a:gdLst/>
              <a:ahLst/>
              <a:cxnLst/>
              <a:rect l="l" t="t" r="r" b="b"/>
              <a:pathLst>
                <a:path w="5273675" h="1809114">
                  <a:moveTo>
                    <a:pt x="5150038" y="1808527"/>
                  </a:moveTo>
                  <a:lnTo>
                    <a:pt x="123474" y="1808527"/>
                  </a:lnTo>
                  <a:lnTo>
                    <a:pt x="107346" y="1807434"/>
                  </a:lnTo>
                  <a:lnTo>
                    <a:pt x="61997" y="1791827"/>
                  </a:lnTo>
                  <a:lnTo>
                    <a:pt x="25676" y="1760277"/>
                  </a:lnTo>
                  <a:lnTo>
                    <a:pt x="4252" y="1717002"/>
                  </a:lnTo>
                  <a:lnTo>
                    <a:pt x="0" y="1685052"/>
                  </a:lnTo>
                  <a:lnTo>
                    <a:pt x="534" y="123492"/>
                  </a:lnTo>
                  <a:lnTo>
                    <a:pt x="10092" y="76322"/>
                  </a:lnTo>
                  <a:lnTo>
                    <a:pt x="36800" y="36335"/>
                  </a:lnTo>
                  <a:lnTo>
                    <a:pt x="76546" y="9558"/>
                  </a:lnTo>
                  <a:lnTo>
                    <a:pt x="124008" y="0"/>
                  </a:lnTo>
                  <a:lnTo>
                    <a:pt x="5150038" y="552"/>
                  </a:lnTo>
                  <a:lnTo>
                    <a:pt x="5197195" y="10093"/>
                  </a:lnTo>
                  <a:lnTo>
                    <a:pt x="5237178" y="36802"/>
                  </a:lnTo>
                  <a:lnTo>
                    <a:pt x="5263956" y="76556"/>
                  </a:lnTo>
                  <a:lnTo>
                    <a:pt x="5273477" y="123492"/>
                  </a:lnTo>
                  <a:lnTo>
                    <a:pt x="5273513" y="1685052"/>
                  </a:lnTo>
                  <a:lnTo>
                    <a:pt x="5272369" y="1701413"/>
                  </a:lnTo>
                  <a:lnTo>
                    <a:pt x="5256794" y="1746515"/>
                  </a:lnTo>
                  <a:lnTo>
                    <a:pt x="5225242" y="1782860"/>
                  </a:lnTo>
                  <a:lnTo>
                    <a:pt x="5182251" y="1804220"/>
                  </a:lnTo>
                  <a:lnTo>
                    <a:pt x="5150038" y="1808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782307" y="4690054"/>
              <a:ext cx="5273675" cy="1807210"/>
            </a:xfrm>
            <a:custGeom>
              <a:avLst/>
              <a:gdLst/>
              <a:ahLst/>
              <a:cxnLst/>
              <a:rect l="l" t="t" r="r" b="b"/>
              <a:pathLst>
                <a:path w="5273675" h="1807210">
                  <a:moveTo>
                    <a:pt x="532" y="123364"/>
                  </a:moveTo>
                  <a:lnTo>
                    <a:pt x="10090" y="76242"/>
                  </a:lnTo>
                  <a:lnTo>
                    <a:pt x="36798" y="36297"/>
                  </a:lnTo>
                  <a:lnTo>
                    <a:pt x="76542" y="9547"/>
                  </a:lnTo>
                  <a:lnTo>
                    <a:pt x="124004" y="0"/>
                  </a:lnTo>
                  <a:lnTo>
                    <a:pt x="5149986" y="551"/>
                  </a:lnTo>
                  <a:lnTo>
                    <a:pt x="5197140" y="10082"/>
                  </a:lnTo>
                  <a:lnTo>
                    <a:pt x="5237123" y="36762"/>
                  </a:lnTo>
                  <a:lnTo>
                    <a:pt x="5263901" y="76474"/>
                  </a:lnTo>
                  <a:lnTo>
                    <a:pt x="5273458" y="123896"/>
                  </a:lnTo>
                  <a:lnTo>
                    <a:pt x="5273458" y="1683297"/>
                  </a:lnTo>
                  <a:lnTo>
                    <a:pt x="5263901" y="1730412"/>
                  </a:lnTo>
                  <a:lnTo>
                    <a:pt x="5237192" y="1770362"/>
                  </a:lnTo>
                  <a:lnTo>
                    <a:pt x="5197448" y="1797111"/>
                  </a:lnTo>
                  <a:lnTo>
                    <a:pt x="5149986" y="1806643"/>
                  </a:lnTo>
                  <a:lnTo>
                    <a:pt x="123472" y="1806643"/>
                  </a:lnTo>
                  <a:lnTo>
                    <a:pt x="76301" y="1797111"/>
                  </a:lnTo>
                  <a:lnTo>
                    <a:pt x="36315" y="1770431"/>
                  </a:lnTo>
                  <a:lnTo>
                    <a:pt x="9541" y="1730719"/>
                  </a:lnTo>
                  <a:lnTo>
                    <a:pt x="0" y="1683297"/>
                  </a:lnTo>
                  <a:lnTo>
                    <a:pt x="532" y="123364"/>
                  </a:lnTo>
                  <a:close/>
                </a:path>
              </a:pathLst>
            </a:custGeom>
            <a:ln w="18814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961961" y="4869585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5" h="1447800">
                  <a:moveTo>
                    <a:pt x="105509" y="1447575"/>
                  </a:moveTo>
                  <a:lnTo>
                    <a:pt x="0" y="1447575"/>
                  </a:lnTo>
                  <a:lnTo>
                    <a:pt x="0" y="0"/>
                  </a:lnTo>
                  <a:lnTo>
                    <a:pt x="105509" y="0"/>
                  </a:lnTo>
                  <a:lnTo>
                    <a:pt x="105509" y="1447575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961961" y="4869585"/>
              <a:ext cx="106045" cy="1447800"/>
            </a:xfrm>
            <a:custGeom>
              <a:avLst/>
              <a:gdLst/>
              <a:ahLst/>
              <a:cxnLst/>
              <a:rect l="l" t="t" r="r" b="b"/>
              <a:pathLst>
                <a:path w="106045" h="1447800">
                  <a:moveTo>
                    <a:pt x="0" y="0"/>
                  </a:moveTo>
                  <a:lnTo>
                    <a:pt x="105509" y="0"/>
                  </a:lnTo>
                  <a:lnTo>
                    <a:pt x="105509" y="1447575"/>
                  </a:lnTo>
                  <a:lnTo>
                    <a:pt x="0" y="1447575"/>
                  </a:lnTo>
                  <a:lnTo>
                    <a:pt x="0" y="0"/>
                  </a:lnTo>
                  <a:close/>
                </a:path>
              </a:pathLst>
            </a:custGeom>
            <a:ln w="18244">
              <a:solidFill>
                <a:srgbClr val="816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735961" y="7732590"/>
            <a:ext cx="11377295" cy="815340"/>
            <a:chOff x="2735961" y="7732590"/>
            <a:chExt cx="11377295" cy="815340"/>
          </a:xfrm>
        </p:grpSpPr>
        <p:sp>
          <p:nvSpPr>
            <p:cNvPr id="31" name="object 31"/>
            <p:cNvSpPr/>
            <p:nvPr/>
          </p:nvSpPr>
          <p:spPr>
            <a:xfrm>
              <a:off x="2745399" y="7742029"/>
              <a:ext cx="11358245" cy="796290"/>
            </a:xfrm>
            <a:custGeom>
              <a:avLst/>
              <a:gdLst/>
              <a:ahLst/>
              <a:cxnLst/>
              <a:rect l="l" t="t" r="r" b="b"/>
              <a:pathLst>
                <a:path w="11358244" h="796290">
                  <a:moveTo>
                    <a:pt x="109362" y="796154"/>
                  </a:moveTo>
                  <a:lnTo>
                    <a:pt x="67314" y="787949"/>
                  </a:lnTo>
                  <a:lnTo>
                    <a:pt x="32047" y="763937"/>
                  </a:lnTo>
                  <a:lnTo>
                    <a:pt x="8178" y="728322"/>
                  </a:lnTo>
                  <a:lnTo>
                    <a:pt x="0" y="686438"/>
                  </a:lnTo>
                  <a:lnTo>
                    <a:pt x="0" y="109715"/>
                  </a:lnTo>
                  <a:lnTo>
                    <a:pt x="8178" y="67540"/>
                  </a:lnTo>
                  <a:lnTo>
                    <a:pt x="32113" y="32164"/>
                  </a:lnTo>
                  <a:lnTo>
                    <a:pt x="67614" y="8205"/>
                  </a:lnTo>
                  <a:lnTo>
                    <a:pt x="109362" y="0"/>
                  </a:lnTo>
                  <a:lnTo>
                    <a:pt x="11248295" y="0"/>
                  </a:lnTo>
                  <a:lnTo>
                    <a:pt x="11290343" y="8205"/>
                  </a:lnTo>
                  <a:lnTo>
                    <a:pt x="11325610" y="32231"/>
                  </a:lnTo>
                  <a:lnTo>
                    <a:pt x="11349479" y="67840"/>
                  </a:lnTo>
                  <a:lnTo>
                    <a:pt x="11357658" y="109715"/>
                  </a:lnTo>
                  <a:lnTo>
                    <a:pt x="11358209" y="685904"/>
                  </a:lnTo>
                  <a:lnTo>
                    <a:pt x="11357300" y="700366"/>
                  </a:lnTo>
                  <a:lnTo>
                    <a:pt x="11343650" y="741029"/>
                  </a:lnTo>
                  <a:lnTo>
                    <a:pt x="11315241" y="772951"/>
                  </a:lnTo>
                  <a:lnTo>
                    <a:pt x="11277047" y="791973"/>
                  </a:lnTo>
                  <a:lnTo>
                    <a:pt x="109362" y="796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745399" y="7742029"/>
              <a:ext cx="11358245" cy="796290"/>
            </a:xfrm>
            <a:custGeom>
              <a:avLst/>
              <a:gdLst/>
              <a:ahLst/>
              <a:cxnLst/>
              <a:rect l="l" t="t" r="r" b="b"/>
              <a:pathLst>
                <a:path w="11358244" h="796290">
                  <a:moveTo>
                    <a:pt x="0" y="109715"/>
                  </a:moveTo>
                  <a:lnTo>
                    <a:pt x="8178" y="67540"/>
                  </a:lnTo>
                  <a:lnTo>
                    <a:pt x="32113" y="32164"/>
                  </a:lnTo>
                  <a:lnTo>
                    <a:pt x="67614" y="8205"/>
                  </a:lnTo>
                  <a:lnTo>
                    <a:pt x="109362" y="0"/>
                  </a:lnTo>
                  <a:lnTo>
                    <a:pt x="11248295" y="0"/>
                  </a:lnTo>
                  <a:lnTo>
                    <a:pt x="11290343" y="8205"/>
                  </a:lnTo>
                  <a:lnTo>
                    <a:pt x="11325610" y="32231"/>
                  </a:lnTo>
                  <a:lnTo>
                    <a:pt x="11349479" y="67840"/>
                  </a:lnTo>
                  <a:lnTo>
                    <a:pt x="11357658" y="109715"/>
                  </a:lnTo>
                  <a:lnTo>
                    <a:pt x="11358209" y="685904"/>
                  </a:lnTo>
                  <a:lnTo>
                    <a:pt x="11357300" y="700366"/>
                  </a:lnTo>
                  <a:lnTo>
                    <a:pt x="11343650" y="741029"/>
                  </a:lnTo>
                  <a:lnTo>
                    <a:pt x="11315241" y="772951"/>
                  </a:lnTo>
                  <a:lnTo>
                    <a:pt x="11277047" y="791973"/>
                  </a:lnTo>
                  <a:lnTo>
                    <a:pt x="109362" y="796154"/>
                  </a:lnTo>
                  <a:lnTo>
                    <a:pt x="94945" y="795242"/>
                  </a:lnTo>
                  <a:lnTo>
                    <a:pt x="54415" y="781567"/>
                  </a:lnTo>
                  <a:lnTo>
                    <a:pt x="22585" y="753067"/>
                  </a:lnTo>
                  <a:lnTo>
                    <a:pt x="3635" y="714749"/>
                  </a:lnTo>
                  <a:lnTo>
                    <a:pt x="0" y="686438"/>
                  </a:lnTo>
                  <a:lnTo>
                    <a:pt x="0" y="109715"/>
                  </a:lnTo>
                  <a:close/>
                </a:path>
              </a:pathLst>
            </a:custGeom>
            <a:ln w="18876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$PPTXTitle"/>
          <p:cNvSpPr txBox="1">
            <a:spLocks noGrp="1"/>
          </p:cNvSpPr>
          <p:nvPr>
            <p:ph type="title"/>
          </p:nvPr>
        </p:nvSpPr>
        <p:spPr>
          <a:xfrm>
            <a:off x="845471" y="393313"/>
            <a:ext cx="6494145" cy="1376680"/>
          </a:xfrm>
          <a:prstGeom prst="rect"/>
        </p:spPr>
        <p:txBody>
          <a:bodyPr wrap="square" lIns="0" tIns="3232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5"/>
              </a:spcBef>
            </a:pPr>
            <a:r>
              <a:rPr dirty="0" sz="4300" spc="-265" b="0">
                <a:latin typeface="Arial Black"/>
                <a:cs typeface="Arial Black"/>
              </a:rPr>
              <a:t>Objectives</a:t>
            </a:r>
            <a:endParaRPr sz="4300">
              <a:latin typeface="Arial Black"/>
              <a:cs typeface="Arial Black"/>
            </a:endParaRPr>
          </a:p>
          <a:p>
            <a:pPr marL="40640">
              <a:lnSpc>
                <a:spcPct val="100000"/>
              </a:lnSpc>
              <a:spcBef>
                <a:spcPts val="985"/>
              </a:spcBef>
            </a:pPr>
            <a:r>
              <a:rPr dirty="0" sz="1700" b="0">
                <a:solidFill>
                  <a:srgbClr val="646159"/>
                </a:solidFill>
                <a:latin typeface="Lucida Sans Unicode"/>
                <a:cs typeface="Lucida Sans Unicode"/>
              </a:rPr>
              <a:t>What</a:t>
            </a:r>
            <a:r>
              <a:rPr dirty="0" sz="1700" spc="-75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646159"/>
                </a:solidFill>
                <a:latin typeface="Lucida Sans Unicode"/>
                <a:cs typeface="Lucida Sans Unicode"/>
              </a:rPr>
              <a:t>the</a:t>
            </a:r>
            <a:r>
              <a:rPr dirty="0" sz="1700" spc="-75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30" b="0">
                <a:solidFill>
                  <a:srgbClr val="646159"/>
                </a:solidFill>
                <a:latin typeface="Lucida Sans Unicode"/>
                <a:cs typeface="Lucida Sans Unicode"/>
              </a:rPr>
              <a:t>project</a:t>
            </a:r>
            <a:r>
              <a:rPr dirty="0" sz="1700" spc="-70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55" b="0">
                <a:solidFill>
                  <a:srgbClr val="646159"/>
                </a:solidFill>
                <a:latin typeface="Lucida Sans Unicode"/>
                <a:cs typeface="Lucida Sans Unicode"/>
              </a:rPr>
              <a:t>is</a:t>
            </a:r>
            <a:r>
              <a:rPr dirty="0" sz="1700" spc="-75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30" b="0">
                <a:solidFill>
                  <a:srgbClr val="646159"/>
                </a:solidFill>
                <a:latin typeface="Lucida Sans Unicode"/>
                <a:cs typeface="Lucida Sans Unicode"/>
              </a:rPr>
              <a:t>expected</a:t>
            </a:r>
            <a:r>
              <a:rPr dirty="0" sz="1700" spc="-75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646159"/>
                </a:solidFill>
                <a:latin typeface="Lucida Sans Unicode"/>
                <a:cs typeface="Lucida Sans Unicode"/>
              </a:rPr>
              <a:t>to</a:t>
            </a:r>
            <a:r>
              <a:rPr dirty="0" sz="1700" spc="-70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0" b="0">
                <a:solidFill>
                  <a:srgbClr val="646159"/>
                </a:solidFill>
                <a:latin typeface="Lucida Sans Unicode"/>
                <a:cs typeface="Lucida Sans Unicode"/>
              </a:rPr>
              <a:t>deliver</a:t>
            </a:r>
            <a:r>
              <a:rPr dirty="0" sz="1700" spc="-75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5" b="0">
                <a:solidFill>
                  <a:srgbClr val="646159"/>
                </a:solidFill>
                <a:latin typeface="Lucida Sans Unicode"/>
                <a:cs typeface="Lucida Sans Unicode"/>
              </a:rPr>
              <a:t>according</a:t>
            </a:r>
            <a:r>
              <a:rPr dirty="0" sz="1700" spc="-75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646159"/>
                </a:solidFill>
                <a:latin typeface="Lucida Sans Unicode"/>
                <a:cs typeface="Lucida Sans Unicode"/>
              </a:rPr>
              <a:t>to</a:t>
            </a:r>
            <a:r>
              <a:rPr dirty="0" sz="1700" spc="-70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646159"/>
                </a:solidFill>
                <a:latin typeface="Lucida Sans Unicode"/>
                <a:cs typeface="Lucida Sans Unicode"/>
              </a:rPr>
              <a:t>the</a:t>
            </a:r>
            <a:r>
              <a:rPr dirty="0" sz="1700" spc="-75" b="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 b="0">
                <a:solidFill>
                  <a:srgbClr val="646159"/>
                </a:solidFill>
                <a:latin typeface="Lucida Sans Unicode"/>
                <a:cs typeface="Lucida Sans Unicode"/>
              </a:rPr>
              <a:t>report.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7299426" y="9711934"/>
            <a:ext cx="199390" cy="23241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200" spc="-90">
                <a:solidFill>
                  <a:srgbClr val="646159"/>
                </a:solidFill>
                <a:latin typeface="Arial Black"/>
                <a:cs typeface="Arial Black"/>
              </a:rPr>
              <a:t>03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200"/>
              </a:spcBef>
            </a:pPr>
            <a:r>
              <a:rPr dirty="0" spc="-110" b="0">
                <a:latin typeface="Arial Black"/>
                <a:cs typeface="Arial Black"/>
              </a:rPr>
              <a:t>SPOTTERAI</a:t>
            </a:r>
            <a:r>
              <a:rPr dirty="0" spc="-55" b="0">
                <a:latin typeface="Arial Black"/>
                <a:cs typeface="Arial Black"/>
              </a:rPr>
              <a:t> </a:t>
            </a:r>
            <a:r>
              <a:rPr dirty="0" spc="160" b="0">
                <a:latin typeface="Arial Black"/>
                <a:cs typeface="Arial Black"/>
              </a:rPr>
              <a:t>/</a:t>
            </a:r>
            <a:r>
              <a:rPr dirty="0" spc="-55" b="0">
                <a:latin typeface="Arial Black"/>
                <a:cs typeface="Arial Black"/>
              </a:rPr>
              <a:t> </a:t>
            </a:r>
            <a:r>
              <a:rPr dirty="0" spc="-180" b="0">
                <a:latin typeface="Arial Black"/>
                <a:cs typeface="Arial Black"/>
              </a:rPr>
              <a:t>SE</a:t>
            </a:r>
            <a:r>
              <a:rPr dirty="0" spc="-50" b="0">
                <a:latin typeface="Arial Black"/>
                <a:cs typeface="Arial Black"/>
              </a:rPr>
              <a:t> </a:t>
            </a:r>
            <a:r>
              <a:rPr dirty="0" spc="-100" b="0">
                <a:latin typeface="Arial Black"/>
                <a:cs typeface="Arial Black"/>
              </a:rPr>
              <a:t>216</a:t>
            </a:r>
            <a:r>
              <a:rPr dirty="0" spc="-55" b="0">
                <a:latin typeface="Arial Black"/>
                <a:cs typeface="Arial Black"/>
              </a:rPr>
              <a:t> </a:t>
            </a:r>
            <a:r>
              <a:rPr dirty="0" spc="-114" b="0">
                <a:latin typeface="Arial Black"/>
                <a:cs typeface="Arial Black"/>
              </a:rPr>
              <a:t>SOFTWARE</a:t>
            </a:r>
            <a:r>
              <a:rPr dirty="0" spc="-55" b="0">
                <a:latin typeface="Arial Black"/>
                <a:cs typeface="Arial Black"/>
              </a:rPr>
              <a:t> </a:t>
            </a:r>
            <a:r>
              <a:rPr dirty="0" spc="-155" b="0">
                <a:latin typeface="Arial Black"/>
                <a:cs typeface="Arial Black"/>
              </a:rPr>
              <a:t>PROJECT</a:t>
            </a:r>
            <a:r>
              <a:rPr dirty="0" spc="-50" b="0">
                <a:latin typeface="Arial Black"/>
                <a:cs typeface="Arial Black"/>
              </a:rPr>
              <a:t> </a:t>
            </a:r>
            <a:r>
              <a:rPr dirty="0" spc="-55" b="0">
                <a:latin typeface="Arial Black"/>
                <a:cs typeface="Arial Black"/>
              </a:rPr>
              <a:t>MANAGEMENT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488808" y="2673543"/>
            <a:ext cx="4126865" cy="13633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50" spc="-114">
                <a:solidFill>
                  <a:srgbClr val="232323"/>
                </a:solidFill>
                <a:latin typeface="Arial Black"/>
                <a:cs typeface="Arial Black"/>
              </a:rPr>
              <a:t>Personalized</a:t>
            </a:r>
            <a:r>
              <a:rPr dirty="0" sz="2050" spc="-10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2050" spc="-75">
                <a:solidFill>
                  <a:srgbClr val="232323"/>
                </a:solidFill>
                <a:latin typeface="Arial Black"/>
                <a:cs typeface="Arial Black"/>
              </a:rPr>
              <a:t>workout</a:t>
            </a:r>
            <a:r>
              <a:rPr dirty="0" sz="2050" spc="-10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2050" spc="-10">
                <a:solidFill>
                  <a:srgbClr val="232323"/>
                </a:solidFill>
                <a:latin typeface="Arial Black"/>
                <a:cs typeface="Arial Black"/>
              </a:rPr>
              <a:t>plans</a:t>
            </a:r>
            <a:endParaRPr sz="2050">
              <a:latin typeface="Arial Black"/>
              <a:cs typeface="Arial Black"/>
            </a:endParaRPr>
          </a:p>
          <a:p>
            <a:pPr marL="12700" marR="5080">
              <a:lnSpc>
                <a:spcPct val="98200"/>
              </a:lnSpc>
              <a:spcBef>
                <a:spcPts val="1689"/>
              </a:spcBef>
            </a:pP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Generate</a:t>
            </a:r>
            <a:r>
              <a:rPr dirty="0" sz="1800" spc="-6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5">
                <a:solidFill>
                  <a:srgbClr val="646159"/>
                </a:solidFill>
                <a:latin typeface="Lucida Sans Unicode"/>
                <a:cs typeface="Lucida Sans Unicode"/>
              </a:rPr>
              <a:t>exercise</a:t>
            </a:r>
            <a:r>
              <a:rPr dirty="0" sz="1800" spc="-6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646159"/>
                </a:solidFill>
                <a:latin typeface="Lucida Sans Unicode"/>
                <a:cs typeface="Lucida Sans Unicode"/>
              </a:rPr>
              <a:t>guidancewith</a:t>
            </a:r>
            <a:r>
              <a:rPr dirty="0" sz="1800" spc="-6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sets, </a:t>
            </a:r>
            <a:r>
              <a:rPr dirty="0" sz="1800" spc="-40">
                <a:solidFill>
                  <a:srgbClr val="646159"/>
                </a:solidFill>
                <a:latin typeface="Lucida Sans Unicode"/>
                <a:cs typeface="Lucida Sans Unicode"/>
              </a:rPr>
              <a:t>repetitions,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5">
                <a:solidFill>
                  <a:srgbClr val="646159"/>
                </a:solidFill>
                <a:latin typeface="Lucida Sans Unicode"/>
                <a:cs typeface="Lucida Sans Unicode"/>
              </a:rPr>
              <a:t>intensity,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Lucida Sans Unicode"/>
                <a:cs typeface="Lucida Sans Unicode"/>
              </a:rPr>
              <a:t>proper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Lucida Sans Unicode"/>
                <a:cs typeface="Lucida Sans Unicode"/>
              </a:rPr>
              <a:t>form </a:t>
            </a:r>
            <a:r>
              <a:rPr dirty="0" sz="1800" spc="-35">
                <a:solidFill>
                  <a:srgbClr val="646159"/>
                </a:solidFill>
                <a:latin typeface="Lucida Sans Unicode"/>
                <a:cs typeface="Lucida Sans Unicode"/>
              </a:rPr>
              <a:t>support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Lucida Sans Unicode"/>
                <a:cs typeface="Lucida Sans Unicode"/>
              </a:rPr>
              <a:t>through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0">
                <a:solidFill>
                  <a:srgbClr val="646159"/>
                </a:solidFill>
                <a:latin typeface="Lucida Sans Unicode"/>
                <a:cs typeface="Lucida Sans Unicode"/>
              </a:rPr>
              <a:t>Hugging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646159"/>
                </a:solidFill>
                <a:latin typeface="Lucida Sans Unicode"/>
                <a:cs typeface="Lucida Sans Unicode"/>
              </a:rPr>
              <a:t>Face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646159"/>
                </a:solidFill>
                <a:latin typeface="Lucida Sans Unicode"/>
                <a:cs typeface="Lucida Sans Unicode"/>
              </a:rPr>
              <a:t>AI.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88808" y="4959150"/>
            <a:ext cx="4262120" cy="13633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2050" spc="-105">
                <a:solidFill>
                  <a:srgbClr val="232323"/>
                </a:solidFill>
                <a:latin typeface="Arial Black"/>
                <a:cs typeface="Arial Black"/>
              </a:rPr>
              <a:t>Adaptive</a:t>
            </a:r>
            <a:r>
              <a:rPr dirty="0" sz="2050" spc="-11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2050" spc="-160">
                <a:solidFill>
                  <a:srgbClr val="232323"/>
                </a:solidFill>
                <a:latin typeface="Arial Black"/>
                <a:cs typeface="Arial Black"/>
              </a:rPr>
              <a:t>exercise</a:t>
            </a:r>
            <a:r>
              <a:rPr dirty="0" sz="2050" spc="-105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2050" spc="-10">
                <a:solidFill>
                  <a:srgbClr val="232323"/>
                </a:solidFill>
                <a:latin typeface="Arial Black"/>
                <a:cs typeface="Arial Black"/>
              </a:rPr>
              <a:t>intensity</a:t>
            </a:r>
            <a:endParaRPr sz="2050">
              <a:latin typeface="Arial Black"/>
              <a:cs typeface="Arial Black"/>
            </a:endParaRPr>
          </a:p>
          <a:p>
            <a:pPr algn="just" marL="12700" marR="5080">
              <a:lnSpc>
                <a:spcPct val="98200"/>
              </a:lnSpc>
              <a:spcBef>
                <a:spcPts val="1689"/>
              </a:spcBef>
            </a:pPr>
            <a:r>
              <a:rPr dirty="0" sz="1800" spc="-70">
                <a:solidFill>
                  <a:srgbClr val="646159"/>
                </a:solidFill>
                <a:latin typeface="Lucida Sans Unicode"/>
                <a:cs typeface="Lucida Sans Unicode"/>
              </a:rPr>
              <a:t>Adjust</a:t>
            </a:r>
            <a:r>
              <a:rPr dirty="0" sz="1800" spc="-5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0">
                <a:solidFill>
                  <a:srgbClr val="646159"/>
                </a:solidFill>
                <a:latin typeface="Lucida Sans Unicode"/>
                <a:cs typeface="Lucida Sans Unicode"/>
              </a:rPr>
              <a:t>intensity</a:t>
            </a:r>
            <a:r>
              <a:rPr dirty="0" sz="1800" spc="-5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5">
                <a:solidFill>
                  <a:srgbClr val="646159"/>
                </a:solidFill>
                <a:latin typeface="Lucida Sans Unicode"/>
                <a:cs typeface="Lucida Sans Unicode"/>
              </a:rPr>
              <a:t>using</a:t>
            </a:r>
            <a:r>
              <a:rPr dirty="0" sz="1800" spc="-5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0">
                <a:solidFill>
                  <a:srgbClr val="646159"/>
                </a:solidFill>
                <a:latin typeface="Lucida Sans Unicode"/>
                <a:cs typeface="Lucida Sans Unicode"/>
              </a:rPr>
              <a:t>sleepdata,</a:t>
            </a:r>
            <a:r>
              <a:rPr dirty="0" sz="1800" spc="-5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calorie </a:t>
            </a:r>
            <a:r>
              <a:rPr dirty="0" sz="1800" spc="-50">
                <a:solidFill>
                  <a:srgbClr val="646159"/>
                </a:solidFill>
                <a:latin typeface="Lucida Sans Unicode"/>
                <a:cs typeface="Lucida Sans Unicode"/>
              </a:rPr>
              <a:t>intake,</a:t>
            </a:r>
            <a:r>
              <a:rPr dirty="0" sz="1800" spc="-9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8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0">
                <a:solidFill>
                  <a:srgbClr val="646159"/>
                </a:solidFill>
                <a:latin typeface="Lucida Sans Unicode"/>
                <a:cs typeface="Lucida Sans Unicode"/>
              </a:rPr>
              <a:t>previous</a:t>
            </a:r>
            <a:r>
              <a:rPr dirty="0" sz="1800" spc="-9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646159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1800" spc="-8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Lucida Sans Unicode"/>
                <a:cs typeface="Lucida Sans Unicode"/>
              </a:rPr>
              <a:t>from </a:t>
            </a:r>
            <a:r>
              <a:rPr dirty="0" sz="1800" spc="-25">
                <a:solidFill>
                  <a:srgbClr val="646159"/>
                </a:solidFill>
                <a:latin typeface="Lucida Sans Unicode"/>
                <a:cs typeface="Lucida Sans Unicode"/>
              </a:rPr>
              <a:t>smartwatch</a:t>
            </a:r>
            <a:r>
              <a:rPr dirty="0" sz="1800" spc="-10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10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Lucida Sans Unicode"/>
                <a:cs typeface="Lucida Sans Unicode"/>
              </a:rPr>
              <a:t>phone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sensors.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36755" y="4959150"/>
            <a:ext cx="4572000" cy="13633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50" spc="-65">
                <a:solidFill>
                  <a:srgbClr val="232323"/>
                </a:solidFill>
                <a:latin typeface="Arial Black"/>
                <a:cs typeface="Arial Black"/>
              </a:rPr>
              <a:t>Motivation</a:t>
            </a:r>
            <a:r>
              <a:rPr dirty="0" sz="2050" spc="-125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2050" spc="-80">
                <a:solidFill>
                  <a:srgbClr val="232323"/>
                </a:solidFill>
                <a:latin typeface="Arial Black"/>
                <a:cs typeface="Arial Black"/>
              </a:rPr>
              <a:t>and</a:t>
            </a:r>
            <a:r>
              <a:rPr dirty="0" sz="2050" spc="-120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2050" spc="-10">
                <a:solidFill>
                  <a:srgbClr val="232323"/>
                </a:solidFill>
                <a:latin typeface="Arial Black"/>
                <a:cs typeface="Arial Black"/>
              </a:rPr>
              <a:t>rewards</a:t>
            </a:r>
            <a:endParaRPr sz="2050">
              <a:latin typeface="Arial Black"/>
              <a:cs typeface="Arial Black"/>
            </a:endParaRPr>
          </a:p>
          <a:p>
            <a:pPr marL="12700" marR="5080">
              <a:lnSpc>
                <a:spcPct val="98200"/>
              </a:lnSpc>
              <a:spcBef>
                <a:spcPts val="1689"/>
              </a:spcBef>
            </a:pPr>
            <a:r>
              <a:rPr dirty="0" sz="1800" spc="-35">
                <a:solidFill>
                  <a:srgbClr val="646159"/>
                </a:solidFill>
                <a:latin typeface="Lucida Sans Unicode"/>
                <a:cs typeface="Lucida Sans Unicode"/>
              </a:rPr>
              <a:t>Useratings,</a:t>
            </a:r>
            <a:r>
              <a:rPr dirty="0" sz="1800" spc="-5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comments,leaderboard </a:t>
            </a:r>
            <a:r>
              <a:rPr dirty="0" sz="1800" spc="-45">
                <a:solidFill>
                  <a:srgbClr val="646159"/>
                </a:solidFill>
                <a:latin typeface="Lucida Sans Unicode"/>
                <a:cs typeface="Lucida Sans Unicode"/>
              </a:rPr>
              <a:t>ranking,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0">
                <a:solidFill>
                  <a:srgbClr val="646159"/>
                </a:solidFill>
                <a:latin typeface="Lucida Sans Unicode"/>
                <a:cs typeface="Lucida Sans Unicode"/>
              </a:rPr>
              <a:t>monthly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0">
                <a:solidFill>
                  <a:srgbClr val="646159"/>
                </a:solidFill>
                <a:latin typeface="Lucida Sans Unicode"/>
                <a:cs typeface="Lucida Sans Unicode"/>
              </a:rPr>
              <a:t>badges,</a:t>
            </a:r>
            <a:r>
              <a:rPr dirty="0" sz="1800" spc="-9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supplement </a:t>
            </a:r>
            <a:r>
              <a:rPr dirty="0" sz="1800" spc="-45">
                <a:solidFill>
                  <a:srgbClr val="646159"/>
                </a:solidFill>
                <a:latin typeface="Lucida Sans Unicode"/>
                <a:cs typeface="Lucida Sans Unicode"/>
              </a:rPr>
              <a:t>discounts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Lucida Sans Unicode"/>
                <a:cs typeface="Lucida Sans Unicode"/>
              </a:rPr>
              <a:t>for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0">
                <a:solidFill>
                  <a:srgbClr val="646159"/>
                </a:solidFill>
                <a:latin typeface="Lucida Sans Unicode"/>
                <a:cs typeface="Lucida Sans Unicode"/>
              </a:rPr>
              <a:t>top</a:t>
            </a:r>
            <a:r>
              <a:rPr dirty="0" sz="1800" spc="-10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Lucida Sans Unicode"/>
                <a:cs typeface="Lucida Sans Unicode"/>
              </a:rPr>
              <a:t>users.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36755" y="2673543"/>
            <a:ext cx="4394835" cy="1222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50" spc="-114">
                <a:solidFill>
                  <a:srgbClr val="232323"/>
                </a:solidFill>
                <a:latin typeface="Arial Black"/>
                <a:cs typeface="Arial Black"/>
              </a:rPr>
              <a:t>Personalized </a:t>
            </a:r>
            <a:r>
              <a:rPr dirty="0" sz="2050" spc="-80">
                <a:solidFill>
                  <a:srgbClr val="232323"/>
                </a:solidFill>
                <a:latin typeface="Arial Black"/>
                <a:cs typeface="Arial Black"/>
              </a:rPr>
              <a:t>diet</a:t>
            </a:r>
            <a:r>
              <a:rPr dirty="0" sz="2050" spc="-114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2050" spc="-20">
                <a:solidFill>
                  <a:srgbClr val="232323"/>
                </a:solidFill>
                <a:latin typeface="Arial Black"/>
                <a:cs typeface="Arial Black"/>
              </a:rPr>
              <a:t>plans</a:t>
            </a:r>
            <a:endParaRPr sz="2050">
              <a:latin typeface="Arial Black"/>
              <a:cs typeface="Arial Black"/>
            </a:endParaRPr>
          </a:p>
          <a:p>
            <a:pPr marL="12700" marR="5080">
              <a:lnSpc>
                <a:spcPct val="85600"/>
              </a:lnSpc>
              <a:spcBef>
                <a:spcPts val="1864"/>
              </a:spcBef>
            </a:pPr>
            <a:r>
              <a:rPr dirty="0" sz="1650" spc="-25">
                <a:solidFill>
                  <a:srgbClr val="646159"/>
                </a:solidFill>
                <a:latin typeface="Lucida Sans Unicode"/>
                <a:cs typeface="Lucida Sans Unicode"/>
              </a:rPr>
              <a:t>Create</a:t>
            </a:r>
            <a:r>
              <a:rPr dirty="0" sz="1650" spc="-9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646159"/>
                </a:solidFill>
                <a:latin typeface="Lucida Sans Unicode"/>
                <a:cs typeface="Lucida Sans Unicode"/>
              </a:rPr>
              <a:t>diet</a:t>
            </a:r>
            <a:r>
              <a:rPr dirty="0" sz="1650" spc="-9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646159"/>
                </a:solidFill>
                <a:latin typeface="Lucida Sans Unicode"/>
                <a:cs typeface="Lucida Sans Unicode"/>
              </a:rPr>
              <a:t>plans</a:t>
            </a:r>
            <a:r>
              <a:rPr dirty="0" sz="1650" spc="-9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5">
                <a:solidFill>
                  <a:srgbClr val="646159"/>
                </a:solidFill>
                <a:latin typeface="Lucida Sans Unicode"/>
                <a:cs typeface="Lucida Sans Unicode"/>
              </a:rPr>
              <a:t>using</a:t>
            </a:r>
            <a:r>
              <a:rPr dirty="0" sz="1650" spc="-8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646159"/>
                </a:solidFill>
                <a:latin typeface="Lucida Sans Unicode"/>
                <a:cs typeface="Lucida Sans Unicode"/>
              </a:rPr>
              <a:t>dietary</a:t>
            </a:r>
            <a:r>
              <a:rPr dirty="0" sz="1650" spc="-9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646159"/>
                </a:solidFill>
                <a:latin typeface="Lucida Sans Unicode"/>
                <a:cs typeface="Lucida Sans Unicode"/>
              </a:rPr>
              <a:t>preferences, </a:t>
            </a:r>
            <a:r>
              <a:rPr dirty="0" sz="1650" spc="-45">
                <a:solidFill>
                  <a:srgbClr val="646159"/>
                </a:solidFill>
                <a:latin typeface="Lucida Sans Unicode"/>
                <a:cs typeface="Lucida Sans Unicode"/>
              </a:rPr>
              <a:t>restrictions,</a:t>
            </a:r>
            <a:r>
              <a:rPr dirty="0" sz="1650" spc="-65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646159"/>
                </a:solidFill>
                <a:latin typeface="Lucida Sans Unicode"/>
                <a:cs typeface="Lucida Sans Unicode"/>
              </a:rPr>
              <a:t>nutritional</a:t>
            </a:r>
            <a:r>
              <a:rPr dirty="0" sz="1650" spc="-6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646159"/>
                </a:solidFill>
                <a:latin typeface="Lucida Sans Unicode"/>
                <a:cs typeface="Lucida Sans Unicode"/>
              </a:rPr>
              <a:t>targets,</a:t>
            </a:r>
            <a:r>
              <a:rPr dirty="0" sz="1650" spc="-6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646159"/>
                </a:solidFill>
                <a:latin typeface="Lucida Sans Unicode"/>
                <a:cs typeface="Lucida Sans Unicode"/>
              </a:rPr>
              <a:t>health</a:t>
            </a:r>
            <a:r>
              <a:rPr dirty="0" sz="1650" spc="-6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646159"/>
                </a:solidFill>
                <a:latin typeface="Lucida Sans Unicode"/>
                <a:cs typeface="Lucida Sans Unicode"/>
              </a:rPr>
              <a:t>goals, and</a:t>
            </a:r>
            <a:r>
              <a:rPr dirty="0" sz="1650" spc="-8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>
                <a:solidFill>
                  <a:srgbClr val="646159"/>
                </a:solidFill>
                <a:latin typeface="Lucida Sans Unicode"/>
                <a:cs typeface="Lucida Sans Unicode"/>
              </a:rPr>
              <a:t>physical</a:t>
            </a:r>
            <a:r>
              <a:rPr dirty="0" sz="1650" spc="-80">
                <a:solidFill>
                  <a:srgbClr val="646159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646159"/>
                </a:solidFill>
                <a:latin typeface="Lucida Sans Unicode"/>
                <a:cs typeface="Lucida Sans Unicode"/>
              </a:rPr>
              <a:t>characteristics.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35165" y="7937718"/>
            <a:ext cx="10660380" cy="4762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ct val="79400"/>
              </a:lnSpc>
              <a:spcBef>
                <a:spcPts val="500"/>
              </a:spcBef>
            </a:pPr>
            <a:r>
              <a:rPr dirty="0" sz="1650" spc="-35">
                <a:solidFill>
                  <a:srgbClr val="232323"/>
                </a:solidFill>
                <a:latin typeface="Lucida Sans Unicode"/>
                <a:cs typeface="Lucida Sans Unicode"/>
              </a:rPr>
              <a:t>Goal:</a:t>
            </a:r>
            <a:r>
              <a:rPr dirty="0" sz="1650" spc="-65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232323"/>
                </a:solidFill>
                <a:latin typeface="Lucida Sans Unicode"/>
                <a:cs typeface="Lucida Sans Unicode"/>
              </a:rPr>
              <a:t>provide</a:t>
            </a:r>
            <a:r>
              <a:rPr dirty="0" sz="1650" spc="-6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">
                <a:solidFill>
                  <a:srgbClr val="232323"/>
                </a:solidFill>
                <a:latin typeface="Lucida Sans Unicode"/>
                <a:cs typeface="Lucida Sans Unicode"/>
              </a:rPr>
              <a:t>scientifically</a:t>
            </a:r>
            <a:r>
              <a:rPr dirty="0" sz="1650" spc="-65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232323"/>
                </a:solidFill>
                <a:latin typeface="Lucida Sans Unicode"/>
                <a:cs typeface="Lucida Sans Unicode"/>
              </a:rPr>
              <a:t>based</a:t>
            </a:r>
            <a:r>
              <a:rPr dirty="0" sz="1650" spc="-6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5">
                <a:solidFill>
                  <a:srgbClr val="232323"/>
                </a:solidFill>
                <a:latin typeface="Lucida Sans Unicode"/>
                <a:cs typeface="Lucida Sans Unicode"/>
              </a:rPr>
              <a:t>recommendations,</a:t>
            </a:r>
            <a:r>
              <a:rPr dirty="0" sz="1650" spc="-6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232323"/>
                </a:solidFill>
                <a:latin typeface="Lucida Sans Unicode"/>
                <a:cs typeface="Lucida Sans Unicode"/>
              </a:rPr>
              <a:t>monitor</a:t>
            </a:r>
            <a:r>
              <a:rPr dirty="0" sz="1650" spc="-65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232323"/>
                </a:solidFill>
                <a:latin typeface="Lucida Sans Unicode"/>
                <a:cs typeface="Lucida Sans Unicode"/>
              </a:rPr>
              <a:t>user</a:t>
            </a:r>
            <a:r>
              <a:rPr dirty="0" sz="1650" spc="-6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232323"/>
                </a:solidFill>
                <a:latin typeface="Lucida Sans Unicode"/>
                <a:cs typeface="Lucida Sans Unicode"/>
              </a:rPr>
              <a:t>behavior,</a:t>
            </a:r>
            <a:r>
              <a:rPr dirty="0" sz="1650" spc="-6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232323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65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232323"/>
                </a:solidFill>
                <a:latin typeface="Lucida Sans Unicode"/>
                <a:cs typeface="Lucida Sans Unicode"/>
              </a:rPr>
              <a:t>support</a:t>
            </a:r>
            <a:r>
              <a:rPr dirty="0" sz="1650" spc="-6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5">
                <a:solidFill>
                  <a:srgbClr val="232323"/>
                </a:solidFill>
                <a:latin typeface="Lucida Sans Unicode"/>
                <a:cs typeface="Lucida Sans Unicode"/>
              </a:rPr>
              <a:t>sustainable</a:t>
            </a:r>
            <a:r>
              <a:rPr dirty="0" sz="1650" spc="-60">
                <a:solidFill>
                  <a:srgbClr val="232323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232323"/>
                </a:solidFill>
                <a:latin typeface="Lucida Sans Unicode"/>
                <a:cs typeface="Lucida Sans Unicode"/>
              </a:rPr>
              <a:t>healthy lifestyles.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358" y="690283"/>
            <a:ext cx="6538595" cy="7042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50" spc="-200"/>
              <a:t>Functional</a:t>
            </a:r>
            <a:r>
              <a:rPr dirty="0" sz="4450" spc="-325"/>
              <a:t> </a:t>
            </a:r>
            <a:r>
              <a:rPr dirty="0" sz="4450" spc="-204"/>
              <a:t>Requirements</a:t>
            </a:r>
            <a:endParaRPr sz="4450"/>
          </a:p>
        </p:txBody>
      </p:sp>
      <p:sp>
        <p:nvSpPr>
          <p:cNvPr id="3" name="object 3"/>
          <p:cNvSpPr txBox="1"/>
          <p:nvPr/>
        </p:nvSpPr>
        <p:spPr>
          <a:xfrm>
            <a:off x="865809" y="1458046"/>
            <a:ext cx="3259454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Main</a:t>
            </a:r>
            <a:r>
              <a:rPr dirty="0" sz="18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646159"/>
                </a:solidFill>
                <a:latin typeface="Trebuchet MS"/>
                <a:cs typeface="Trebuchet MS"/>
              </a:rPr>
              <a:t>features</a:t>
            </a:r>
            <a:r>
              <a:rPr dirty="0" sz="18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646159"/>
                </a:solidFill>
                <a:latin typeface="Trebuchet MS"/>
                <a:cs typeface="Trebuchet MS"/>
              </a:rPr>
              <a:t>visible</a:t>
            </a:r>
            <a:r>
              <a:rPr dirty="0" sz="18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646159"/>
                </a:solidFill>
                <a:latin typeface="Trebuchet MS"/>
                <a:cs typeface="Trebuchet MS"/>
              </a:rPr>
              <a:t>to</a:t>
            </a:r>
            <a:r>
              <a:rPr dirty="0" sz="18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60">
                <a:solidFill>
                  <a:srgbClr val="646159"/>
                </a:solidFill>
                <a:latin typeface="Trebuchet MS"/>
                <a:cs typeface="Trebuchet MS"/>
              </a:rPr>
              <a:t>the</a:t>
            </a:r>
            <a:r>
              <a:rPr dirty="0" sz="18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user.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019975" y="2296554"/>
            <a:ext cx="7361555" cy="1501775"/>
            <a:chOff x="1019975" y="2296554"/>
            <a:chExt cx="7361555" cy="1501775"/>
          </a:xfrm>
        </p:grpSpPr>
        <p:sp>
          <p:nvSpPr>
            <p:cNvPr id="6" name="object 6"/>
            <p:cNvSpPr/>
            <p:nvPr/>
          </p:nvSpPr>
          <p:spPr>
            <a:xfrm>
              <a:off x="1029500" y="2306079"/>
              <a:ext cx="7343775" cy="1482725"/>
            </a:xfrm>
            <a:custGeom>
              <a:avLst/>
              <a:gdLst/>
              <a:ahLst/>
              <a:cxnLst/>
              <a:rect l="l" t="t" r="r" b="b"/>
              <a:pathLst>
                <a:path w="7343775" h="1482725">
                  <a:moveTo>
                    <a:pt x="7218997" y="1482470"/>
                  </a:moveTo>
                  <a:lnTo>
                    <a:pt x="124777" y="1482470"/>
                  </a:lnTo>
                  <a:lnTo>
                    <a:pt x="76188" y="1472758"/>
                  </a:lnTo>
                  <a:lnTo>
                    <a:pt x="36528" y="1446275"/>
                  </a:lnTo>
                  <a:lnTo>
                    <a:pt x="9798" y="1407006"/>
                  </a:lnTo>
                  <a:lnTo>
                    <a:pt x="0" y="1358931"/>
                  </a:lnTo>
                  <a:lnTo>
                    <a:pt x="0" y="123539"/>
                  </a:lnTo>
                  <a:lnTo>
                    <a:pt x="9812" y="75464"/>
                  </a:lnTo>
                  <a:lnTo>
                    <a:pt x="36564" y="36194"/>
                  </a:lnTo>
                  <a:lnTo>
                    <a:pt x="76228" y="9712"/>
                  </a:lnTo>
                  <a:lnTo>
                    <a:pt x="124777" y="0"/>
                  </a:lnTo>
                  <a:lnTo>
                    <a:pt x="7218997" y="0"/>
                  </a:lnTo>
                  <a:lnTo>
                    <a:pt x="7267586" y="9712"/>
                  </a:lnTo>
                  <a:lnTo>
                    <a:pt x="7307246" y="36194"/>
                  </a:lnTo>
                  <a:lnTo>
                    <a:pt x="7333975" y="75464"/>
                  </a:lnTo>
                  <a:lnTo>
                    <a:pt x="7343774" y="123539"/>
                  </a:lnTo>
                  <a:lnTo>
                    <a:pt x="7343774" y="1358931"/>
                  </a:lnTo>
                  <a:lnTo>
                    <a:pt x="7333962" y="1407006"/>
                  </a:lnTo>
                  <a:lnTo>
                    <a:pt x="7307210" y="1446275"/>
                  </a:lnTo>
                  <a:lnTo>
                    <a:pt x="7267546" y="1472758"/>
                  </a:lnTo>
                  <a:lnTo>
                    <a:pt x="7218997" y="14824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19975" y="2296554"/>
              <a:ext cx="7361555" cy="1501775"/>
            </a:xfrm>
            <a:custGeom>
              <a:avLst/>
              <a:gdLst/>
              <a:ahLst/>
              <a:cxnLst/>
              <a:rect l="l" t="t" r="r" b="b"/>
              <a:pathLst>
                <a:path w="7361555" h="1501775">
                  <a:moveTo>
                    <a:pt x="134298" y="1501520"/>
                  </a:moveTo>
                  <a:lnTo>
                    <a:pt x="134124" y="1501520"/>
                  </a:lnTo>
                  <a:lnTo>
                    <a:pt x="91878" y="1494750"/>
                  </a:lnTo>
                  <a:lnTo>
                    <a:pt x="55014" y="1475887"/>
                  </a:lnTo>
                  <a:lnTo>
                    <a:pt x="25932" y="1447102"/>
                  </a:lnTo>
                  <a:lnTo>
                    <a:pt x="6853" y="1410568"/>
                  </a:lnTo>
                  <a:lnTo>
                    <a:pt x="0" y="1368456"/>
                  </a:lnTo>
                  <a:lnTo>
                    <a:pt x="0" y="133064"/>
                  </a:lnTo>
                  <a:lnTo>
                    <a:pt x="6853" y="90988"/>
                  </a:lnTo>
                  <a:lnTo>
                    <a:pt x="25932" y="54459"/>
                  </a:lnTo>
                  <a:lnTo>
                    <a:pt x="55014" y="25661"/>
                  </a:lnTo>
                  <a:lnTo>
                    <a:pt x="91878" y="6779"/>
                  </a:lnTo>
                  <a:lnTo>
                    <a:pt x="134302" y="0"/>
                  </a:lnTo>
                  <a:lnTo>
                    <a:pt x="7228522" y="0"/>
                  </a:lnTo>
                  <a:lnTo>
                    <a:pt x="7228522" y="9525"/>
                  </a:lnTo>
                  <a:lnTo>
                    <a:pt x="134302" y="9525"/>
                  </a:lnTo>
                  <a:lnTo>
                    <a:pt x="134302" y="19050"/>
                  </a:lnTo>
                  <a:lnTo>
                    <a:pt x="89411" y="28024"/>
                  </a:lnTo>
                  <a:lnTo>
                    <a:pt x="52780" y="52482"/>
                  </a:lnTo>
                  <a:lnTo>
                    <a:pt x="28097" y="88728"/>
                  </a:lnTo>
                  <a:lnTo>
                    <a:pt x="19050" y="133064"/>
                  </a:lnTo>
                  <a:lnTo>
                    <a:pt x="19050" y="1368456"/>
                  </a:lnTo>
                  <a:lnTo>
                    <a:pt x="28097" y="1412792"/>
                  </a:lnTo>
                  <a:lnTo>
                    <a:pt x="52780" y="1449038"/>
                  </a:lnTo>
                  <a:lnTo>
                    <a:pt x="89411" y="1473496"/>
                  </a:lnTo>
                  <a:lnTo>
                    <a:pt x="134302" y="1482470"/>
                  </a:lnTo>
                  <a:lnTo>
                    <a:pt x="7294943" y="1482470"/>
                  </a:lnTo>
                  <a:lnTo>
                    <a:pt x="7276329" y="1491995"/>
                  </a:lnTo>
                  <a:lnTo>
                    <a:pt x="134302" y="1491995"/>
                  </a:lnTo>
                  <a:lnTo>
                    <a:pt x="134298" y="1501520"/>
                  </a:lnTo>
                  <a:close/>
                </a:path>
                <a:path w="7361555" h="1501775">
                  <a:moveTo>
                    <a:pt x="7294943" y="1482470"/>
                  </a:moveTo>
                  <a:lnTo>
                    <a:pt x="7228522" y="1482470"/>
                  </a:lnTo>
                  <a:lnTo>
                    <a:pt x="7273413" y="1473496"/>
                  </a:lnTo>
                  <a:lnTo>
                    <a:pt x="7310044" y="1449038"/>
                  </a:lnTo>
                  <a:lnTo>
                    <a:pt x="7334727" y="1412792"/>
                  </a:lnTo>
                  <a:lnTo>
                    <a:pt x="7343775" y="1368456"/>
                  </a:lnTo>
                  <a:lnTo>
                    <a:pt x="7343775" y="133064"/>
                  </a:lnTo>
                  <a:lnTo>
                    <a:pt x="7334727" y="88728"/>
                  </a:lnTo>
                  <a:lnTo>
                    <a:pt x="7310044" y="52482"/>
                  </a:lnTo>
                  <a:lnTo>
                    <a:pt x="7273413" y="28024"/>
                  </a:lnTo>
                  <a:lnTo>
                    <a:pt x="7228522" y="19050"/>
                  </a:lnTo>
                  <a:lnTo>
                    <a:pt x="134302" y="19050"/>
                  </a:lnTo>
                  <a:lnTo>
                    <a:pt x="134302" y="9525"/>
                  </a:lnTo>
                  <a:lnTo>
                    <a:pt x="7228522" y="9525"/>
                  </a:lnTo>
                  <a:lnTo>
                    <a:pt x="7228522" y="0"/>
                  </a:lnTo>
                  <a:lnTo>
                    <a:pt x="7270946" y="6779"/>
                  </a:lnTo>
                  <a:lnTo>
                    <a:pt x="7307809" y="25661"/>
                  </a:lnTo>
                  <a:lnTo>
                    <a:pt x="7336892" y="54459"/>
                  </a:lnTo>
                  <a:lnTo>
                    <a:pt x="7355971" y="90988"/>
                  </a:lnTo>
                  <a:lnTo>
                    <a:pt x="7361111" y="122548"/>
                  </a:lnTo>
                  <a:lnTo>
                    <a:pt x="7361111" y="1378981"/>
                  </a:lnTo>
                  <a:lnTo>
                    <a:pt x="7355971" y="1410568"/>
                  </a:lnTo>
                  <a:lnTo>
                    <a:pt x="7336892" y="1447102"/>
                  </a:lnTo>
                  <a:lnTo>
                    <a:pt x="7307809" y="1475887"/>
                  </a:lnTo>
                  <a:lnTo>
                    <a:pt x="7294943" y="1482470"/>
                  </a:lnTo>
                  <a:close/>
                </a:path>
                <a:path w="7361555" h="1501775">
                  <a:moveTo>
                    <a:pt x="7228522" y="1501520"/>
                  </a:moveTo>
                  <a:lnTo>
                    <a:pt x="134302" y="1501520"/>
                  </a:lnTo>
                  <a:lnTo>
                    <a:pt x="134302" y="1491995"/>
                  </a:lnTo>
                  <a:lnTo>
                    <a:pt x="7228522" y="1491995"/>
                  </a:lnTo>
                  <a:lnTo>
                    <a:pt x="7228522" y="1501520"/>
                  </a:lnTo>
                  <a:close/>
                </a:path>
                <a:path w="7361555" h="1501775">
                  <a:moveTo>
                    <a:pt x="7228522" y="1501520"/>
                  </a:moveTo>
                  <a:lnTo>
                    <a:pt x="7228522" y="1491995"/>
                  </a:lnTo>
                  <a:lnTo>
                    <a:pt x="7276329" y="1491995"/>
                  </a:lnTo>
                  <a:lnTo>
                    <a:pt x="7270946" y="1494750"/>
                  </a:lnTo>
                  <a:lnTo>
                    <a:pt x="7228522" y="1501520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98410" y="2475013"/>
              <a:ext cx="128905" cy="1144905"/>
            </a:xfrm>
            <a:custGeom>
              <a:avLst/>
              <a:gdLst/>
              <a:ahLst/>
              <a:cxnLst/>
              <a:rect l="l" t="t" r="r" b="b"/>
              <a:pathLst>
                <a:path w="128905" h="1144904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140333"/>
                  </a:lnTo>
                  <a:lnTo>
                    <a:pt x="4279" y="1144612"/>
                  </a:lnTo>
                  <a:lnTo>
                    <a:pt x="124587" y="1144612"/>
                  </a:lnTo>
                  <a:lnTo>
                    <a:pt x="128879" y="1140333"/>
                  </a:lnTo>
                  <a:lnTo>
                    <a:pt x="128879" y="1135087"/>
                  </a:lnTo>
                  <a:lnTo>
                    <a:pt x="128866" y="1125562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17764" y="2527217"/>
            <a:ext cx="8263890" cy="810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150" spc="-35" b="1">
                <a:solidFill>
                  <a:srgbClr val="232323"/>
                </a:solidFill>
                <a:latin typeface="Tahoma"/>
                <a:cs typeface="Tahoma"/>
              </a:rPr>
              <a:t>Authentication</a:t>
            </a:r>
            <a:endParaRPr sz="2150">
              <a:latin typeface="Tahoma"/>
              <a:cs typeface="Tahoma"/>
            </a:endParaRPr>
          </a:p>
          <a:p>
            <a:pPr marL="178435">
              <a:lnSpc>
                <a:spcPct val="100000"/>
              </a:lnSpc>
              <a:spcBef>
                <a:spcPts val="1650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Users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can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646159"/>
                </a:solidFill>
                <a:latin typeface="Trebuchet MS"/>
                <a:cs typeface="Trebuchet MS"/>
              </a:rPr>
              <a:t>create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accounts,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log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646159"/>
                </a:solidFill>
                <a:latin typeface="Trebuchet MS"/>
                <a:cs typeface="Trebuchet MS"/>
              </a:rPr>
              <a:t>in,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log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646159"/>
                </a:solidFill>
                <a:latin typeface="Trebuchet MS"/>
                <a:cs typeface="Trebuchet MS"/>
              </a:rPr>
              <a:t>out,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manage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65">
                <a:solidFill>
                  <a:srgbClr val="646159"/>
                </a:solidFill>
                <a:latin typeface="Trebuchet MS"/>
                <a:cs typeface="Trebuchet MS"/>
              </a:rPr>
              <a:t>their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profile.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93268" y="2296554"/>
            <a:ext cx="7361555" cy="1501775"/>
            <a:chOff x="9393268" y="2296554"/>
            <a:chExt cx="7361555" cy="1501775"/>
          </a:xfrm>
        </p:grpSpPr>
        <p:sp>
          <p:nvSpPr>
            <p:cNvPr id="11" name="object 11"/>
            <p:cNvSpPr/>
            <p:nvPr/>
          </p:nvSpPr>
          <p:spPr>
            <a:xfrm>
              <a:off x="9402793" y="2306079"/>
              <a:ext cx="7343775" cy="1482725"/>
            </a:xfrm>
            <a:custGeom>
              <a:avLst/>
              <a:gdLst/>
              <a:ahLst/>
              <a:cxnLst/>
              <a:rect l="l" t="t" r="r" b="b"/>
              <a:pathLst>
                <a:path w="7343775" h="1482725">
                  <a:moveTo>
                    <a:pt x="7218996" y="1482470"/>
                  </a:moveTo>
                  <a:lnTo>
                    <a:pt x="124777" y="1482470"/>
                  </a:lnTo>
                  <a:lnTo>
                    <a:pt x="76188" y="1472758"/>
                  </a:lnTo>
                  <a:lnTo>
                    <a:pt x="36528" y="1446275"/>
                  </a:lnTo>
                  <a:lnTo>
                    <a:pt x="9798" y="1407006"/>
                  </a:lnTo>
                  <a:lnTo>
                    <a:pt x="0" y="1358931"/>
                  </a:lnTo>
                  <a:lnTo>
                    <a:pt x="0" y="123539"/>
                  </a:lnTo>
                  <a:lnTo>
                    <a:pt x="9812" y="75464"/>
                  </a:lnTo>
                  <a:lnTo>
                    <a:pt x="36564" y="36194"/>
                  </a:lnTo>
                  <a:lnTo>
                    <a:pt x="76228" y="9712"/>
                  </a:lnTo>
                  <a:lnTo>
                    <a:pt x="124777" y="0"/>
                  </a:lnTo>
                  <a:lnTo>
                    <a:pt x="7218996" y="0"/>
                  </a:lnTo>
                  <a:lnTo>
                    <a:pt x="7267586" y="9712"/>
                  </a:lnTo>
                  <a:lnTo>
                    <a:pt x="7307245" y="36194"/>
                  </a:lnTo>
                  <a:lnTo>
                    <a:pt x="7333975" y="75464"/>
                  </a:lnTo>
                  <a:lnTo>
                    <a:pt x="7343774" y="123539"/>
                  </a:lnTo>
                  <a:lnTo>
                    <a:pt x="7343774" y="1358931"/>
                  </a:lnTo>
                  <a:lnTo>
                    <a:pt x="7333962" y="1407006"/>
                  </a:lnTo>
                  <a:lnTo>
                    <a:pt x="7307210" y="1446275"/>
                  </a:lnTo>
                  <a:lnTo>
                    <a:pt x="7267546" y="1472758"/>
                  </a:lnTo>
                  <a:lnTo>
                    <a:pt x="7218996" y="14824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93268" y="2296554"/>
              <a:ext cx="7361555" cy="1501775"/>
            </a:xfrm>
            <a:custGeom>
              <a:avLst/>
              <a:gdLst/>
              <a:ahLst/>
              <a:cxnLst/>
              <a:rect l="l" t="t" r="r" b="b"/>
              <a:pathLst>
                <a:path w="7361555" h="1501775">
                  <a:moveTo>
                    <a:pt x="134298" y="1501520"/>
                  </a:moveTo>
                  <a:lnTo>
                    <a:pt x="134124" y="1501520"/>
                  </a:lnTo>
                  <a:lnTo>
                    <a:pt x="91879" y="1494750"/>
                  </a:lnTo>
                  <a:lnTo>
                    <a:pt x="55015" y="1475887"/>
                  </a:lnTo>
                  <a:lnTo>
                    <a:pt x="25932" y="1447102"/>
                  </a:lnTo>
                  <a:lnTo>
                    <a:pt x="6853" y="1410568"/>
                  </a:lnTo>
                  <a:lnTo>
                    <a:pt x="0" y="1368456"/>
                  </a:lnTo>
                  <a:lnTo>
                    <a:pt x="0" y="133064"/>
                  </a:lnTo>
                  <a:lnTo>
                    <a:pt x="6853" y="90988"/>
                  </a:lnTo>
                  <a:lnTo>
                    <a:pt x="25932" y="54459"/>
                  </a:lnTo>
                  <a:lnTo>
                    <a:pt x="55015" y="25661"/>
                  </a:lnTo>
                  <a:lnTo>
                    <a:pt x="91879" y="6779"/>
                  </a:lnTo>
                  <a:lnTo>
                    <a:pt x="134302" y="0"/>
                  </a:lnTo>
                  <a:lnTo>
                    <a:pt x="7228522" y="0"/>
                  </a:lnTo>
                  <a:lnTo>
                    <a:pt x="7228522" y="9525"/>
                  </a:lnTo>
                  <a:lnTo>
                    <a:pt x="134302" y="9525"/>
                  </a:lnTo>
                  <a:lnTo>
                    <a:pt x="134302" y="19050"/>
                  </a:lnTo>
                  <a:lnTo>
                    <a:pt x="89411" y="28024"/>
                  </a:lnTo>
                  <a:lnTo>
                    <a:pt x="52780" y="52482"/>
                  </a:lnTo>
                  <a:lnTo>
                    <a:pt x="28097" y="88728"/>
                  </a:lnTo>
                  <a:lnTo>
                    <a:pt x="19050" y="133064"/>
                  </a:lnTo>
                  <a:lnTo>
                    <a:pt x="19050" y="1368456"/>
                  </a:lnTo>
                  <a:lnTo>
                    <a:pt x="28097" y="1412792"/>
                  </a:lnTo>
                  <a:lnTo>
                    <a:pt x="52780" y="1449038"/>
                  </a:lnTo>
                  <a:lnTo>
                    <a:pt x="89411" y="1473496"/>
                  </a:lnTo>
                  <a:lnTo>
                    <a:pt x="134302" y="1482470"/>
                  </a:lnTo>
                  <a:lnTo>
                    <a:pt x="7294943" y="1482470"/>
                  </a:lnTo>
                  <a:lnTo>
                    <a:pt x="7276329" y="1491995"/>
                  </a:lnTo>
                  <a:lnTo>
                    <a:pt x="134302" y="1491995"/>
                  </a:lnTo>
                  <a:lnTo>
                    <a:pt x="134298" y="1501520"/>
                  </a:lnTo>
                  <a:close/>
                </a:path>
                <a:path w="7361555" h="1501775">
                  <a:moveTo>
                    <a:pt x="7294943" y="1482470"/>
                  </a:moveTo>
                  <a:lnTo>
                    <a:pt x="7228522" y="1482470"/>
                  </a:lnTo>
                  <a:lnTo>
                    <a:pt x="7273413" y="1473496"/>
                  </a:lnTo>
                  <a:lnTo>
                    <a:pt x="7310044" y="1449038"/>
                  </a:lnTo>
                  <a:lnTo>
                    <a:pt x="7334727" y="1412792"/>
                  </a:lnTo>
                  <a:lnTo>
                    <a:pt x="7343774" y="1368456"/>
                  </a:lnTo>
                  <a:lnTo>
                    <a:pt x="7343774" y="133064"/>
                  </a:lnTo>
                  <a:lnTo>
                    <a:pt x="7334727" y="88728"/>
                  </a:lnTo>
                  <a:lnTo>
                    <a:pt x="7310044" y="52482"/>
                  </a:lnTo>
                  <a:lnTo>
                    <a:pt x="7273413" y="28024"/>
                  </a:lnTo>
                  <a:lnTo>
                    <a:pt x="7228522" y="19050"/>
                  </a:lnTo>
                  <a:lnTo>
                    <a:pt x="134302" y="19050"/>
                  </a:lnTo>
                  <a:lnTo>
                    <a:pt x="134302" y="9525"/>
                  </a:lnTo>
                  <a:lnTo>
                    <a:pt x="7228522" y="9525"/>
                  </a:lnTo>
                  <a:lnTo>
                    <a:pt x="7228522" y="0"/>
                  </a:lnTo>
                  <a:lnTo>
                    <a:pt x="7270946" y="6779"/>
                  </a:lnTo>
                  <a:lnTo>
                    <a:pt x="7307810" y="25661"/>
                  </a:lnTo>
                  <a:lnTo>
                    <a:pt x="7336892" y="54459"/>
                  </a:lnTo>
                  <a:lnTo>
                    <a:pt x="7355971" y="90988"/>
                  </a:lnTo>
                  <a:lnTo>
                    <a:pt x="7361111" y="122546"/>
                  </a:lnTo>
                  <a:lnTo>
                    <a:pt x="7361111" y="1378983"/>
                  </a:lnTo>
                  <a:lnTo>
                    <a:pt x="7355971" y="1410568"/>
                  </a:lnTo>
                  <a:lnTo>
                    <a:pt x="7336892" y="1447102"/>
                  </a:lnTo>
                  <a:lnTo>
                    <a:pt x="7307810" y="1475887"/>
                  </a:lnTo>
                  <a:lnTo>
                    <a:pt x="7294943" y="1482470"/>
                  </a:lnTo>
                  <a:close/>
                </a:path>
                <a:path w="7361555" h="1501775">
                  <a:moveTo>
                    <a:pt x="7228522" y="1501520"/>
                  </a:moveTo>
                  <a:lnTo>
                    <a:pt x="134302" y="1501520"/>
                  </a:lnTo>
                  <a:lnTo>
                    <a:pt x="134302" y="1491995"/>
                  </a:lnTo>
                  <a:lnTo>
                    <a:pt x="7228522" y="1491995"/>
                  </a:lnTo>
                  <a:lnTo>
                    <a:pt x="7228522" y="1501520"/>
                  </a:lnTo>
                  <a:close/>
                </a:path>
                <a:path w="7361555" h="1501775">
                  <a:moveTo>
                    <a:pt x="7228522" y="1501520"/>
                  </a:moveTo>
                  <a:lnTo>
                    <a:pt x="7228522" y="1491995"/>
                  </a:lnTo>
                  <a:lnTo>
                    <a:pt x="7276329" y="1491995"/>
                  </a:lnTo>
                  <a:lnTo>
                    <a:pt x="7270946" y="1494750"/>
                  </a:lnTo>
                  <a:lnTo>
                    <a:pt x="7228522" y="1501520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571710" y="2475013"/>
              <a:ext cx="128905" cy="1144905"/>
            </a:xfrm>
            <a:custGeom>
              <a:avLst/>
              <a:gdLst/>
              <a:ahLst/>
              <a:cxnLst/>
              <a:rect l="l" t="t" r="r" b="b"/>
              <a:pathLst>
                <a:path w="128904" h="1144904">
                  <a:moveTo>
                    <a:pt x="128879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140333"/>
                  </a:lnTo>
                  <a:lnTo>
                    <a:pt x="4292" y="1144612"/>
                  </a:lnTo>
                  <a:lnTo>
                    <a:pt x="124587" y="1144612"/>
                  </a:lnTo>
                  <a:lnTo>
                    <a:pt x="128879" y="1140333"/>
                  </a:lnTo>
                  <a:lnTo>
                    <a:pt x="128879" y="1135087"/>
                  </a:lnTo>
                  <a:lnTo>
                    <a:pt x="128879" y="1125562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856819" y="2527217"/>
            <a:ext cx="1725295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100" b="1">
                <a:solidFill>
                  <a:srgbClr val="232323"/>
                </a:solidFill>
                <a:latin typeface="Tahoma"/>
                <a:cs typeface="Tahoma"/>
              </a:rPr>
              <a:t>Daily</a:t>
            </a:r>
            <a:r>
              <a:rPr dirty="0" sz="2150" spc="-17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150" spc="-275" b="1">
                <a:solidFill>
                  <a:srgbClr val="232323"/>
                </a:solidFill>
                <a:latin typeface="Tahoma"/>
                <a:cs typeface="Tahoma"/>
              </a:rPr>
              <a:t>AI</a:t>
            </a:r>
            <a:r>
              <a:rPr dirty="0" sz="2150" spc="-17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150" spc="-40" b="1">
                <a:solidFill>
                  <a:srgbClr val="232323"/>
                </a:solidFill>
                <a:latin typeface="Tahoma"/>
                <a:cs typeface="Tahoma"/>
              </a:rPr>
              <a:t>plans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56819" y="3063437"/>
            <a:ext cx="5120640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Home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page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55">
                <a:solidFill>
                  <a:srgbClr val="646159"/>
                </a:solidFill>
                <a:latin typeface="Trebuchet MS"/>
                <a:cs typeface="Trebuchet MS"/>
              </a:rPr>
              <a:t>shows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646159"/>
                </a:solidFill>
                <a:latin typeface="Trebuchet MS"/>
                <a:cs typeface="Trebuchet MS"/>
              </a:rPr>
              <a:t>AI-</a:t>
            </a:r>
            <a:r>
              <a:rPr dirty="0" sz="1600" spc="-35">
                <a:solidFill>
                  <a:srgbClr val="646159"/>
                </a:solidFill>
                <a:latin typeface="Trebuchet MS"/>
                <a:cs typeface="Trebuchet MS"/>
              </a:rPr>
              <a:t>generated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meal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exercise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plans.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19975" y="4355563"/>
            <a:ext cx="7361555" cy="1501775"/>
            <a:chOff x="1019975" y="4355563"/>
            <a:chExt cx="7361555" cy="1501775"/>
          </a:xfrm>
        </p:grpSpPr>
        <p:sp>
          <p:nvSpPr>
            <p:cNvPr id="17" name="object 17"/>
            <p:cNvSpPr/>
            <p:nvPr/>
          </p:nvSpPr>
          <p:spPr>
            <a:xfrm>
              <a:off x="1029500" y="4365088"/>
              <a:ext cx="7343775" cy="1482725"/>
            </a:xfrm>
            <a:custGeom>
              <a:avLst/>
              <a:gdLst/>
              <a:ahLst/>
              <a:cxnLst/>
              <a:rect l="l" t="t" r="r" b="b"/>
              <a:pathLst>
                <a:path w="7343775" h="1482725">
                  <a:moveTo>
                    <a:pt x="7218997" y="1482470"/>
                  </a:moveTo>
                  <a:lnTo>
                    <a:pt x="124777" y="1482470"/>
                  </a:lnTo>
                  <a:lnTo>
                    <a:pt x="76188" y="1472758"/>
                  </a:lnTo>
                  <a:lnTo>
                    <a:pt x="36528" y="1446275"/>
                  </a:lnTo>
                  <a:lnTo>
                    <a:pt x="9798" y="1407006"/>
                  </a:lnTo>
                  <a:lnTo>
                    <a:pt x="0" y="1358931"/>
                  </a:lnTo>
                  <a:lnTo>
                    <a:pt x="0" y="123539"/>
                  </a:lnTo>
                  <a:lnTo>
                    <a:pt x="9812" y="75464"/>
                  </a:lnTo>
                  <a:lnTo>
                    <a:pt x="36564" y="36194"/>
                  </a:lnTo>
                  <a:lnTo>
                    <a:pt x="76228" y="9712"/>
                  </a:lnTo>
                  <a:lnTo>
                    <a:pt x="124777" y="0"/>
                  </a:lnTo>
                  <a:lnTo>
                    <a:pt x="7218997" y="0"/>
                  </a:lnTo>
                  <a:lnTo>
                    <a:pt x="7267586" y="9712"/>
                  </a:lnTo>
                  <a:lnTo>
                    <a:pt x="7307246" y="36194"/>
                  </a:lnTo>
                  <a:lnTo>
                    <a:pt x="7333975" y="75464"/>
                  </a:lnTo>
                  <a:lnTo>
                    <a:pt x="7343774" y="123539"/>
                  </a:lnTo>
                  <a:lnTo>
                    <a:pt x="7343774" y="1358931"/>
                  </a:lnTo>
                  <a:lnTo>
                    <a:pt x="7333962" y="1407006"/>
                  </a:lnTo>
                  <a:lnTo>
                    <a:pt x="7307210" y="1446275"/>
                  </a:lnTo>
                  <a:lnTo>
                    <a:pt x="7267546" y="1472758"/>
                  </a:lnTo>
                  <a:lnTo>
                    <a:pt x="7218997" y="14824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19975" y="4355563"/>
              <a:ext cx="7361555" cy="1501775"/>
            </a:xfrm>
            <a:custGeom>
              <a:avLst/>
              <a:gdLst/>
              <a:ahLst/>
              <a:cxnLst/>
              <a:rect l="l" t="t" r="r" b="b"/>
              <a:pathLst>
                <a:path w="7361555" h="1501775">
                  <a:moveTo>
                    <a:pt x="134298" y="1501521"/>
                  </a:moveTo>
                  <a:lnTo>
                    <a:pt x="134124" y="1501521"/>
                  </a:lnTo>
                  <a:lnTo>
                    <a:pt x="91878" y="1494750"/>
                  </a:lnTo>
                  <a:lnTo>
                    <a:pt x="55014" y="1475887"/>
                  </a:lnTo>
                  <a:lnTo>
                    <a:pt x="25932" y="1447102"/>
                  </a:lnTo>
                  <a:lnTo>
                    <a:pt x="6853" y="1410568"/>
                  </a:lnTo>
                  <a:lnTo>
                    <a:pt x="0" y="1368456"/>
                  </a:lnTo>
                  <a:lnTo>
                    <a:pt x="0" y="133064"/>
                  </a:lnTo>
                  <a:lnTo>
                    <a:pt x="6853" y="90988"/>
                  </a:lnTo>
                  <a:lnTo>
                    <a:pt x="25932" y="54459"/>
                  </a:lnTo>
                  <a:lnTo>
                    <a:pt x="55014" y="25661"/>
                  </a:lnTo>
                  <a:lnTo>
                    <a:pt x="91878" y="6779"/>
                  </a:lnTo>
                  <a:lnTo>
                    <a:pt x="134302" y="0"/>
                  </a:lnTo>
                  <a:lnTo>
                    <a:pt x="7228522" y="0"/>
                  </a:lnTo>
                  <a:lnTo>
                    <a:pt x="7228522" y="9525"/>
                  </a:lnTo>
                  <a:lnTo>
                    <a:pt x="134302" y="9525"/>
                  </a:lnTo>
                  <a:lnTo>
                    <a:pt x="134302" y="19050"/>
                  </a:lnTo>
                  <a:lnTo>
                    <a:pt x="89411" y="28024"/>
                  </a:lnTo>
                  <a:lnTo>
                    <a:pt x="52780" y="52482"/>
                  </a:lnTo>
                  <a:lnTo>
                    <a:pt x="28097" y="88728"/>
                  </a:lnTo>
                  <a:lnTo>
                    <a:pt x="19050" y="133064"/>
                  </a:lnTo>
                  <a:lnTo>
                    <a:pt x="19050" y="1368456"/>
                  </a:lnTo>
                  <a:lnTo>
                    <a:pt x="28097" y="1412792"/>
                  </a:lnTo>
                  <a:lnTo>
                    <a:pt x="52780" y="1449038"/>
                  </a:lnTo>
                  <a:lnTo>
                    <a:pt x="89411" y="1473496"/>
                  </a:lnTo>
                  <a:lnTo>
                    <a:pt x="134302" y="1482471"/>
                  </a:lnTo>
                  <a:lnTo>
                    <a:pt x="7294943" y="1482471"/>
                  </a:lnTo>
                  <a:lnTo>
                    <a:pt x="7276329" y="1491996"/>
                  </a:lnTo>
                  <a:lnTo>
                    <a:pt x="134302" y="1491996"/>
                  </a:lnTo>
                  <a:lnTo>
                    <a:pt x="134298" y="1501521"/>
                  </a:lnTo>
                  <a:close/>
                </a:path>
                <a:path w="7361555" h="1501775">
                  <a:moveTo>
                    <a:pt x="7294943" y="1482471"/>
                  </a:moveTo>
                  <a:lnTo>
                    <a:pt x="7228522" y="1482471"/>
                  </a:lnTo>
                  <a:lnTo>
                    <a:pt x="7273413" y="1473496"/>
                  </a:lnTo>
                  <a:lnTo>
                    <a:pt x="7310044" y="1449038"/>
                  </a:lnTo>
                  <a:lnTo>
                    <a:pt x="7334727" y="1412792"/>
                  </a:lnTo>
                  <a:lnTo>
                    <a:pt x="7343775" y="1368456"/>
                  </a:lnTo>
                  <a:lnTo>
                    <a:pt x="7343775" y="133064"/>
                  </a:lnTo>
                  <a:lnTo>
                    <a:pt x="7334727" y="88728"/>
                  </a:lnTo>
                  <a:lnTo>
                    <a:pt x="7310044" y="52482"/>
                  </a:lnTo>
                  <a:lnTo>
                    <a:pt x="7273413" y="28024"/>
                  </a:lnTo>
                  <a:lnTo>
                    <a:pt x="7228522" y="19050"/>
                  </a:lnTo>
                  <a:lnTo>
                    <a:pt x="134302" y="19050"/>
                  </a:lnTo>
                  <a:lnTo>
                    <a:pt x="134302" y="9525"/>
                  </a:lnTo>
                  <a:lnTo>
                    <a:pt x="7228522" y="9525"/>
                  </a:lnTo>
                  <a:lnTo>
                    <a:pt x="7228522" y="0"/>
                  </a:lnTo>
                  <a:lnTo>
                    <a:pt x="7270946" y="6779"/>
                  </a:lnTo>
                  <a:lnTo>
                    <a:pt x="7307809" y="25661"/>
                  </a:lnTo>
                  <a:lnTo>
                    <a:pt x="7336892" y="54459"/>
                  </a:lnTo>
                  <a:lnTo>
                    <a:pt x="7355971" y="90988"/>
                  </a:lnTo>
                  <a:lnTo>
                    <a:pt x="7361111" y="122548"/>
                  </a:lnTo>
                  <a:lnTo>
                    <a:pt x="7361111" y="1378981"/>
                  </a:lnTo>
                  <a:lnTo>
                    <a:pt x="7355971" y="1410568"/>
                  </a:lnTo>
                  <a:lnTo>
                    <a:pt x="7336892" y="1447102"/>
                  </a:lnTo>
                  <a:lnTo>
                    <a:pt x="7307809" y="1475887"/>
                  </a:lnTo>
                  <a:lnTo>
                    <a:pt x="7294943" y="148247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134302" y="1501521"/>
                  </a:lnTo>
                  <a:lnTo>
                    <a:pt x="134302" y="1491996"/>
                  </a:lnTo>
                  <a:lnTo>
                    <a:pt x="7228522" y="1491996"/>
                  </a:lnTo>
                  <a:lnTo>
                    <a:pt x="7228522" y="150152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7228522" y="1491996"/>
                  </a:lnTo>
                  <a:lnTo>
                    <a:pt x="7276329" y="1491996"/>
                  </a:lnTo>
                  <a:lnTo>
                    <a:pt x="7270946" y="1494750"/>
                  </a:lnTo>
                  <a:lnTo>
                    <a:pt x="7228522" y="150152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98410" y="4534026"/>
              <a:ext cx="128905" cy="1144905"/>
            </a:xfrm>
            <a:custGeom>
              <a:avLst/>
              <a:gdLst/>
              <a:ahLst/>
              <a:cxnLst/>
              <a:rect l="l" t="t" r="r" b="b"/>
              <a:pathLst>
                <a:path w="128905" h="1144904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140333"/>
                  </a:lnTo>
                  <a:lnTo>
                    <a:pt x="4279" y="1144612"/>
                  </a:lnTo>
                  <a:lnTo>
                    <a:pt x="124587" y="1144612"/>
                  </a:lnTo>
                  <a:lnTo>
                    <a:pt x="128879" y="1140333"/>
                  </a:lnTo>
                  <a:lnTo>
                    <a:pt x="128879" y="1135087"/>
                  </a:lnTo>
                  <a:lnTo>
                    <a:pt x="128866" y="1125562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483515" y="4586227"/>
            <a:ext cx="6231890" cy="1057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90" b="1">
                <a:solidFill>
                  <a:srgbClr val="232323"/>
                </a:solidFill>
                <a:latin typeface="Tahoma"/>
                <a:cs typeface="Tahoma"/>
              </a:rPr>
              <a:t>Detailed</a:t>
            </a:r>
            <a:r>
              <a:rPr dirty="0" sz="2150" spc="-14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150" spc="-10" b="1">
                <a:solidFill>
                  <a:srgbClr val="232323"/>
                </a:solidFill>
                <a:latin typeface="Tahoma"/>
                <a:cs typeface="Tahoma"/>
              </a:rPr>
              <a:t>guidance</a:t>
            </a:r>
            <a:endParaRPr sz="2150">
              <a:latin typeface="Tahoma"/>
              <a:cs typeface="Tahoma"/>
            </a:endParaRPr>
          </a:p>
          <a:p>
            <a:pPr marL="12700" marR="5080">
              <a:lnSpc>
                <a:spcPct val="101600"/>
              </a:lnSpc>
              <a:spcBef>
                <a:spcPts val="1620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Meals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include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calories,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macros,</a:t>
            </a:r>
            <a:r>
              <a:rPr dirty="0" sz="1600" spc="-8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646159"/>
                </a:solidFill>
                <a:latin typeface="Trebuchet MS"/>
                <a:cs typeface="Trebuchet MS"/>
              </a:rPr>
              <a:t>allergens;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workouts</a:t>
            </a:r>
            <a:r>
              <a:rPr dirty="0" sz="1600" spc="-8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include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sets, </a:t>
            </a: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reps,</a:t>
            </a:r>
            <a:r>
              <a:rPr dirty="0" sz="16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intensity.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93268" y="4355563"/>
            <a:ext cx="7361555" cy="1501775"/>
            <a:chOff x="9393268" y="4355563"/>
            <a:chExt cx="7361555" cy="1501775"/>
          </a:xfrm>
        </p:grpSpPr>
        <p:sp>
          <p:nvSpPr>
            <p:cNvPr id="22" name="object 22"/>
            <p:cNvSpPr/>
            <p:nvPr/>
          </p:nvSpPr>
          <p:spPr>
            <a:xfrm>
              <a:off x="9402793" y="4365088"/>
              <a:ext cx="7343775" cy="1482725"/>
            </a:xfrm>
            <a:custGeom>
              <a:avLst/>
              <a:gdLst/>
              <a:ahLst/>
              <a:cxnLst/>
              <a:rect l="l" t="t" r="r" b="b"/>
              <a:pathLst>
                <a:path w="7343775" h="1482725">
                  <a:moveTo>
                    <a:pt x="7218996" y="1482470"/>
                  </a:moveTo>
                  <a:lnTo>
                    <a:pt x="124777" y="1482470"/>
                  </a:lnTo>
                  <a:lnTo>
                    <a:pt x="76188" y="1472758"/>
                  </a:lnTo>
                  <a:lnTo>
                    <a:pt x="36528" y="1446275"/>
                  </a:lnTo>
                  <a:lnTo>
                    <a:pt x="9798" y="1407006"/>
                  </a:lnTo>
                  <a:lnTo>
                    <a:pt x="0" y="1358931"/>
                  </a:lnTo>
                  <a:lnTo>
                    <a:pt x="0" y="123539"/>
                  </a:lnTo>
                  <a:lnTo>
                    <a:pt x="9812" y="75464"/>
                  </a:lnTo>
                  <a:lnTo>
                    <a:pt x="36564" y="36194"/>
                  </a:lnTo>
                  <a:lnTo>
                    <a:pt x="76228" y="9712"/>
                  </a:lnTo>
                  <a:lnTo>
                    <a:pt x="124777" y="0"/>
                  </a:lnTo>
                  <a:lnTo>
                    <a:pt x="7218996" y="0"/>
                  </a:lnTo>
                  <a:lnTo>
                    <a:pt x="7267586" y="9712"/>
                  </a:lnTo>
                  <a:lnTo>
                    <a:pt x="7307245" y="36194"/>
                  </a:lnTo>
                  <a:lnTo>
                    <a:pt x="7333975" y="75464"/>
                  </a:lnTo>
                  <a:lnTo>
                    <a:pt x="7343774" y="123539"/>
                  </a:lnTo>
                  <a:lnTo>
                    <a:pt x="7343774" y="1358931"/>
                  </a:lnTo>
                  <a:lnTo>
                    <a:pt x="7333962" y="1407006"/>
                  </a:lnTo>
                  <a:lnTo>
                    <a:pt x="7307210" y="1446275"/>
                  </a:lnTo>
                  <a:lnTo>
                    <a:pt x="7267546" y="1472758"/>
                  </a:lnTo>
                  <a:lnTo>
                    <a:pt x="7218996" y="14824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393268" y="4355563"/>
              <a:ext cx="7361555" cy="1501775"/>
            </a:xfrm>
            <a:custGeom>
              <a:avLst/>
              <a:gdLst/>
              <a:ahLst/>
              <a:cxnLst/>
              <a:rect l="l" t="t" r="r" b="b"/>
              <a:pathLst>
                <a:path w="7361555" h="1501775">
                  <a:moveTo>
                    <a:pt x="134298" y="1501521"/>
                  </a:moveTo>
                  <a:lnTo>
                    <a:pt x="134125" y="1501521"/>
                  </a:lnTo>
                  <a:lnTo>
                    <a:pt x="91879" y="1494750"/>
                  </a:lnTo>
                  <a:lnTo>
                    <a:pt x="55015" y="1475887"/>
                  </a:lnTo>
                  <a:lnTo>
                    <a:pt x="25932" y="1447102"/>
                  </a:lnTo>
                  <a:lnTo>
                    <a:pt x="6853" y="1410568"/>
                  </a:lnTo>
                  <a:lnTo>
                    <a:pt x="0" y="1368456"/>
                  </a:lnTo>
                  <a:lnTo>
                    <a:pt x="0" y="133064"/>
                  </a:lnTo>
                  <a:lnTo>
                    <a:pt x="6853" y="90988"/>
                  </a:lnTo>
                  <a:lnTo>
                    <a:pt x="25932" y="54459"/>
                  </a:lnTo>
                  <a:lnTo>
                    <a:pt x="55015" y="25661"/>
                  </a:lnTo>
                  <a:lnTo>
                    <a:pt x="91879" y="6779"/>
                  </a:lnTo>
                  <a:lnTo>
                    <a:pt x="134302" y="0"/>
                  </a:lnTo>
                  <a:lnTo>
                    <a:pt x="7228522" y="0"/>
                  </a:lnTo>
                  <a:lnTo>
                    <a:pt x="7228522" y="9525"/>
                  </a:lnTo>
                  <a:lnTo>
                    <a:pt x="134302" y="9525"/>
                  </a:lnTo>
                  <a:lnTo>
                    <a:pt x="134302" y="19050"/>
                  </a:lnTo>
                  <a:lnTo>
                    <a:pt x="89411" y="28024"/>
                  </a:lnTo>
                  <a:lnTo>
                    <a:pt x="52780" y="52482"/>
                  </a:lnTo>
                  <a:lnTo>
                    <a:pt x="28097" y="88728"/>
                  </a:lnTo>
                  <a:lnTo>
                    <a:pt x="19050" y="133064"/>
                  </a:lnTo>
                  <a:lnTo>
                    <a:pt x="19050" y="1368456"/>
                  </a:lnTo>
                  <a:lnTo>
                    <a:pt x="28097" y="1412792"/>
                  </a:lnTo>
                  <a:lnTo>
                    <a:pt x="52780" y="1449038"/>
                  </a:lnTo>
                  <a:lnTo>
                    <a:pt x="89411" y="1473496"/>
                  </a:lnTo>
                  <a:lnTo>
                    <a:pt x="134302" y="1482471"/>
                  </a:lnTo>
                  <a:lnTo>
                    <a:pt x="7294943" y="1482471"/>
                  </a:lnTo>
                  <a:lnTo>
                    <a:pt x="7276329" y="1491996"/>
                  </a:lnTo>
                  <a:lnTo>
                    <a:pt x="134302" y="1491996"/>
                  </a:lnTo>
                  <a:lnTo>
                    <a:pt x="134298" y="1501521"/>
                  </a:lnTo>
                  <a:close/>
                </a:path>
                <a:path w="7361555" h="1501775">
                  <a:moveTo>
                    <a:pt x="7294943" y="1482471"/>
                  </a:moveTo>
                  <a:lnTo>
                    <a:pt x="7228522" y="1482471"/>
                  </a:lnTo>
                  <a:lnTo>
                    <a:pt x="7273413" y="1473496"/>
                  </a:lnTo>
                  <a:lnTo>
                    <a:pt x="7310044" y="1449038"/>
                  </a:lnTo>
                  <a:lnTo>
                    <a:pt x="7334727" y="1412792"/>
                  </a:lnTo>
                  <a:lnTo>
                    <a:pt x="7343774" y="1368456"/>
                  </a:lnTo>
                  <a:lnTo>
                    <a:pt x="7343774" y="133064"/>
                  </a:lnTo>
                  <a:lnTo>
                    <a:pt x="7334727" y="88728"/>
                  </a:lnTo>
                  <a:lnTo>
                    <a:pt x="7310044" y="52482"/>
                  </a:lnTo>
                  <a:lnTo>
                    <a:pt x="7273413" y="28024"/>
                  </a:lnTo>
                  <a:lnTo>
                    <a:pt x="7228522" y="19050"/>
                  </a:lnTo>
                  <a:lnTo>
                    <a:pt x="134302" y="19050"/>
                  </a:lnTo>
                  <a:lnTo>
                    <a:pt x="134302" y="9525"/>
                  </a:lnTo>
                  <a:lnTo>
                    <a:pt x="7228522" y="9525"/>
                  </a:lnTo>
                  <a:lnTo>
                    <a:pt x="7228522" y="0"/>
                  </a:lnTo>
                  <a:lnTo>
                    <a:pt x="7270946" y="6779"/>
                  </a:lnTo>
                  <a:lnTo>
                    <a:pt x="7307810" y="25661"/>
                  </a:lnTo>
                  <a:lnTo>
                    <a:pt x="7336892" y="54459"/>
                  </a:lnTo>
                  <a:lnTo>
                    <a:pt x="7355971" y="90988"/>
                  </a:lnTo>
                  <a:lnTo>
                    <a:pt x="7361111" y="122546"/>
                  </a:lnTo>
                  <a:lnTo>
                    <a:pt x="7361111" y="1378984"/>
                  </a:lnTo>
                  <a:lnTo>
                    <a:pt x="7355971" y="1410568"/>
                  </a:lnTo>
                  <a:lnTo>
                    <a:pt x="7336892" y="1447102"/>
                  </a:lnTo>
                  <a:lnTo>
                    <a:pt x="7307810" y="1475887"/>
                  </a:lnTo>
                  <a:lnTo>
                    <a:pt x="7294943" y="148247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134302" y="1501521"/>
                  </a:lnTo>
                  <a:lnTo>
                    <a:pt x="134302" y="1491996"/>
                  </a:lnTo>
                  <a:lnTo>
                    <a:pt x="7228522" y="1491996"/>
                  </a:lnTo>
                  <a:lnTo>
                    <a:pt x="7228522" y="150152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7228522" y="1491996"/>
                  </a:lnTo>
                  <a:lnTo>
                    <a:pt x="7276329" y="1491996"/>
                  </a:lnTo>
                  <a:lnTo>
                    <a:pt x="7270946" y="1494750"/>
                  </a:lnTo>
                  <a:lnTo>
                    <a:pt x="7228522" y="150152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571710" y="4534026"/>
              <a:ext cx="128905" cy="1144905"/>
            </a:xfrm>
            <a:custGeom>
              <a:avLst/>
              <a:gdLst/>
              <a:ahLst/>
              <a:cxnLst/>
              <a:rect l="l" t="t" r="r" b="b"/>
              <a:pathLst>
                <a:path w="128904" h="1144904">
                  <a:moveTo>
                    <a:pt x="128879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140333"/>
                  </a:lnTo>
                  <a:lnTo>
                    <a:pt x="4292" y="1144612"/>
                  </a:lnTo>
                  <a:lnTo>
                    <a:pt x="124587" y="1144612"/>
                  </a:lnTo>
                  <a:lnTo>
                    <a:pt x="128879" y="1140333"/>
                  </a:lnTo>
                  <a:lnTo>
                    <a:pt x="128879" y="1135087"/>
                  </a:lnTo>
                  <a:lnTo>
                    <a:pt x="128879" y="1125562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856819" y="4586227"/>
            <a:ext cx="1869439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85" b="1">
                <a:solidFill>
                  <a:srgbClr val="232323"/>
                </a:solidFill>
                <a:latin typeface="Tahoma"/>
                <a:cs typeface="Tahoma"/>
              </a:rPr>
              <a:t>Feedback</a:t>
            </a:r>
            <a:r>
              <a:rPr dirty="0" sz="21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150" spc="-35" b="1">
                <a:solidFill>
                  <a:srgbClr val="232323"/>
                </a:solidFill>
                <a:latin typeface="Tahoma"/>
                <a:cs typeface="Tahoma"/>
              </a:rPr>
              <a:t>loop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56819" y="5122446"/>
            <a:ext cx="657796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Ratings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comments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646159"/>
                </a:solidFill>
                <a:latin typeface="Trebuchet MS"/>
                <a:cs typeface="Trebuchet MS"/>
              </a:rPr>
              <a:t>are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analyzed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646159"/>
                </a:solidFill>
                <a:latin typeface="Trebuchet MS"/>
                <a:cs typeface="Trebuchet MS"/>
              </a:rPr>
              <a:t>to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30">
                <a:solidFill>
                  <a:srgbClr val="646159"/>
                </a:solidFill>
                <a:latin typeface="Trebuchet MS"/>
                <a:cs typeface="Trebuchet MS"/>
              </a:rPr>
              <a:t>improve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646159"/>
                </a:solidFill>
                <a:latin typeface="Trebuchet MS"/>
                <a:cs typeface="Trebuchet MS"/>
              </a:rPr>
              <a:t>future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recommendations.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19975" y="6414573"/>
            <a:ext cx="7361555" cy="1501775"/>
            <a:chOff x="1019975" y="6414573"/>
            <a:chExt cx="7361555" cy="1501775"/>
          </a:xfrm>
        </p:grpSpPr>
        <p:sp>
          <p:nvSpPr>
            <p:cNvPr id="28" name="object 28"/>
            <p:cNvSpPr/>
            <p:nvPr/>
          </p:nvSpPr>
          <p:spPr>
            <a:xfrm>
              <a:off x="1029500" y="6424098"/>
              <a:ext cx="7343775" cy="1482725"/>
            </a:xfrm>
            <a:custGeom>
              <a:avLst/>
              <a:gdLst/>
              <a:ahLst/>
              <a:cxnLst/>
              <a:rect l="l" t="t" r="r" b="b"/>
              <a:pathLst>
                <a:path w="7343775" h="1482725">
                  <a:moveTo>
                    <a:pt x="7218997" y="1482470"/>
                  </a:moveTo>
                  <a:lnTo>
                    <a:pt x="124777" y="1482470"/>
                  </a:lnTo>
                  <a:lnTo>
                    <a:pt x="76188" y="1472758"/>
                  </a:lnTo>
                  <a:lnTo>
                    <a:pt x="36528" y="1446275"/>
                  </a:lnTo>
                  <a:lnTo>
                    <a:pt x="9798" y="1407005"/>
                  </a:lnTo>
                  <a:lnTo>
                    <a:pt x="0" y="1358931"/>
                  </a:lnTo>
                  <a:lnTo>
                    <a:pt x="0" y="123539"/>
                  </a:lnTo>
                  <a:lnTo>
                    <a:pt x="9812" y="75464"/>
                  </a:lnTo>
                  <a:lnTo>
                    <a:pt x="36564" y="36194"/>
                  </a:lnTo>
                  <a:lnTo>
                    <a:pt x="76228" y="9712"/>
                  </a:lnTo>
                  <a:lnTo>
                    <a:pt x="124777" y="0"/>
                  </a:lnTo>
                  <a:lnTo>
                    <a:pt x="7218997" y="0"/>
                  </a:lnTo>
                  <a:lnTo>
                    <a:pt x="7267586" y="9712"/>
                  </a:lnTo>
                  <a:lnTo>
                    <a:pt x="7307246" y="36194"/>
                  </a:lnTo>
                  <a:lnTo>
                    <a:pt x="7333975" y="75464"/>
                  </a:lnTo>
                  <a:lnTo>
                    <a:pt x="7343774" y="123539"/>
                  </a:lnTo>
                  <a:lnTo>
                    <a:pt x="7343774" y="1358931"/>
                  </a:lnTo>
                  <a:lnTo>
                    <a:pt x="7333962" y="1407005"/>
                  </a:lnTo>
                  <a:lnTo>
                    <a:pt x="7307210" y="1446275"/>
                  </a:lnTo>
                  <a:lnTo>
                    <a:pt x="7267546" y="1472758"/>
                  </a:lnTo>
                  <a:lnTo>
                    <a:pt x="7218997" y="14824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19975" y="6414573"/>
              <a:ext cx="7361555" cy="1501775"/>
            </a:xfrm>
            <a:custGeom>
              <a:avLst/>
              <a:gdLst/>
              <a:ahLst/>
              <a:cxnLst/>
              <a:rect l="l" t="t" r="r" b="b"/>
              <a:pathLst>
                <a:path w="7361555" h="1501775">
                  <a:moveTo>
                    <a:pt x="134298" y="1501521"/>
                  </a:moveTo>
                  <a:lnTo>
                    <a:pt x="134125" y="1501521"/>
                  </a:lnTo>
                  <a:lnTo>
                    <a:pt x="91878" y="1494750"/>
                  </a:lnTo>
                  <a:lnTo>
                    <a:pt x="55014" y="1475887"/>
                  </a:lnTo>
                  <a:lnTo>
                    <a:pt x="25932" y="1447102"/>
                  </a:lnTo>
                  <a:lnTo>
                    <a:pt x="6853" y="1410568"/>
                  </a:lnTo>
                  <a:lnTo>
                    <a:pt x="0" y="1368456"/>
                  </a:lnTo>
                  <a:lnTo>
                    <a:pt x="0" y="133064"/>
                  </a:lnTo>
                  <a:lnTo>
                    <a:pt x="6853" y="90988"/>
                  </a:lnTo>
                  <a:lnTo>
                    <a:pt x="25932" y="54459"/>
                  </a:lnTo>
                  <a:lnTo>
                    <a:pt x="55014" y="25661"/>
                  </a:lnTo>
                  <a:lnTo>
                    <a:pt x="91878" y="6779"/>
                  </a:lnTo>
                  <a:lnTo>
                    <a:pt x="134302" y="0"/>
                  </a:lnTo>
                  <a:lnTo>
                    <a:pt x="7228522" y="0"/>
                  </a:lnTo>
                  <a:lnTo>
                    <a:pt x="7228522" y="9525"/>
                  </a:lnTo>
                  <a:lnTo>
                    <a:pt x="134302" y="9525"/>
                  </a:lnTo>
                  <a:lnTo>
                    <a:pt x="134302" y="19050"/>
                  </a:lnTo>
                  <a:lnTo>
                    <a:pt x="89411" y="28024"/>
                  </a:lnTo>
                  <a:lnTo>
                    <a:pt x="52780" y="52482"/>
                  </a:lnTo>
                  <a:lnTo>
                    <a:pt x="28097" y="88728"/>
                  </a:lnTo>
                  <a:lnTo>
                    <a:pt x="19050" y="133064"/>
                  </a:lnTo>
                  <a:lnTo>
                    <a:pt x="19050" y="1368456"/>
                  </a:lnTo>
                  <a:lnTo>
                    <a:pt x="28097" y="1412792"/>
                  </a:lnTo>
                  <a:lnTo>
                    <a:pt x="52780" y="1449038"/>
                  </a:lnTo>
                  <a:lnTo>
                    <a:pt x="89411" y="1473496"/>
                  </a:lnTo>
                  <a:lnTo>
                    <a:pt x="134302" y="1482471"/>
                  </a:lnTo>
                  <a:lnTo>
                    <a:pt x="7294943" y="1482471"/>
                  </a:lnTo>
                  <a:lnTo>
                    <a:pt x="7276329" y="1491996"/>
                  </a:lnTo>
                  <a:lnTo>
                    <a:pt x="134302" y="1491996"/>
                  </a:lnTo>
                  <a:lnTo>
                    <a:pt x="134298" y="1501521"/>
                  </a:lnTo>
                  <a:close/>
                </a:path>
                <a:path w="7361555" h="1501775">
                  <a:moveTo>
                    <a:pt x="7294943" y="1482471"/>
                  </a:moveTo>
                  <a:lnTo>
                    <a:pt x="7228522" y="1482471"/>
                  </a:lnTo>
                  <a:lnTo>
                    <a:pt x="7273413" y="1473496"/>
                  </a:lnTo>
                  <a:lnTo>
                    <a:pt x="7310044" y="1449038"/>
                  </a:lnTo>
                  <a:lnTo>
                    <a:pt x="7334727" y="1412792"/>
                  </a:lnTo>
                  <a:lnTo>
                    <a:pt x="7343775" y="1368456"/>
                  </a:lnTo>
                  <a:lnTo>
                    <a:pt x="7343775" y="133064"/>
                  </a:lnTo>
                  <a:lnTo>
                    <a:pt x="7334727" y="88728"/>
                  </a:lnTo>
                  <a:lnTo>
                    <a:pt x="7310044" y="52482"/>
                  </a:lnTo>
                  <a:lnTo>
                    <a:pt x="7273413" y="28024"/>
                  </a:lnTo>
                  <a:lnTo>
                    <a:pt x="7228522" y="19050"/>
                  </a:lnTo>
                  <a:lnTo>
                    <a:pt x="134302" y="19050"/>
                  </a:lnTo>
                  <a:lnTo>
                    <a:pt x="134302" y="9525"/>
                  </a:lnTo>
                  <a:lnTo>
                    <a:pt x="7228522" y="9525"/>
                  </a:lnTo>
                  <a:lnTo>
                    <a:pt x="7228522" y="0"/>
                  </a:lnTo>
                  <a:lnTo>
                    <a:pt x="7270946" y="6779"/>
                  </a:lnTo>
                  <a:lnTo>
                    <a:pt x="7307809" y="25661"/>
                  </a:lnTo>
                  <a:lnTo>
                    <a:pt x="7336892" y="54459"/>
                  </a:lnTo>
                  <a:lnTo>
                    <a:pt x="7355971" y="90988"/>
                  </a:lnTo>
                  <a:lnTo>
                    <a:pt x="7361111" y="122548"/>
                  </a:lnTo>
                  <a:lnTo>
                    <a:pt x="7361111" y="1378981"/>
                  </a:lnTo>
                  <a:lnTo>
                    <a:pt x="7355971" y="1410568"/>
                  </a:lnTo>
                  <a:lnTo>
                    <a:pt x="7336892" y="1447102"/>
                  </a:lnTo>
                  <a:lnTo>
                    <a:pt x="7307809" y="1475887"/>
                  </a:lnTo>
                  <a:lnTo>
                    <a:pt x="7294943" y="148247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134302" y="1501521"/>
                  </a:lnTo>
                  <a:lnTo>
                    <a:pt x="134302" y="1491996"/>
                  </a:lnTo>
                  <a:lnTo>
                    <a:pt x="7228522" y="1491996"/>
                  </a:lnTo>
                  <a:lnTo>
                    <a:pt x="7228522" y="150152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7228522" y="1491996"/>
                  </a:lnTo>
                  <a:lnTo>
                    <a:pt x="7276329" y="1491996"/>
                  </a:lnTo>
                  <a:lnTo>
                    <a:pt x="7270946" y="1494750"/>
                  </a:lnTo>
                  <a:lnTo>
                    <a:pt x="7228522" y="150152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98410" y="6593026"/>
              <a:ext cx="128905" cy="1144905"/>
            </a:xfrm>
            <a:custGeom>
              <a:avLst/>
              <a:gdLst/>
              <a:ahLst/>
              <a:cxnLst/>
              <a:rect l="l" t="t" r="r" b="b"/>
              <a:pathLst>
                <a:path w="128905" h="1144904">
                  <a:moveTo>
                    <a:pt x="128879" y="4292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92"/>
                  </a:lnTo>
                  <a:lnTo>
                    <a:pt x="0" y="1140333"/>
                  </a:lnTo>
                  <a:lnTo>
                    <a:pt x="4279" y="1144625"/>
                  </a:lnTo>
                  <a:lnTo>
                    <a:pt x="124587" y="1144625"/>
                  </a:lnTo>
                  <a:lnTo>
                    <a:pt x="128879" y="1140333"/>
                  </a:lnTo>
                  <a:lnTo>
                    <a:pt x="128879" y="1135100"/>
                  </a:lnTo>
                  <a:lnTo>
                    <a:pt x="128866" y="1125575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317764" y="6645237"/>
            <a:ext cx="8263890" cy="810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150" spc="-20" b="1">
                <a:solidFill>
                  <a:srgbClr val="232323"/>
                </a:solidFill>
                <a:latin typeface="Tahoma"/>
                <a:cs typeface="Tahoma"/>
              </a:rPr>
              <a:t>Leaderboard</a:t>
            </a:r>
            <a:endParaRPr sz="2150">
              <a:latin typeface="Tahoma"/>
              <a:cs typeface="Tahoma"/>
            </a:endParaRPr>
          </a:p>
          <a:p>
            <a:pPr marL="178435">
              <a:lnSpc>
                <a:spcPct val="100000"/>
              </a:lnSpc>
              <a:spcBef>
                <a:spcPts val="1650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Users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can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filter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rankings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by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646159"/>
                </a:solidFill>
                <a:latin typeface="Trebuchet MS"/>
                <a:cs typeface="Trebuchet MS"/>
              </a:rPr>
              <a:t>region,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646159"/>
                </a:solidFill>
                <a:latin typeface="Trebuchet MS"/>
                <a:cs typeface="Trebuchet MS"/>
              </a:rPr>
              <a:t>metric,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646159"/>
                </a:solidFill>
                <a:latin typeface="Trebuchet MS"/>
                <a:cs typeface="Trebuchet MS"/>
              </a:rPr>
              <a:t>time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period.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393268" y="6414573"/>
            <a:ext cx="7361555" cy="1501775"/>
            <a:chOff x="9393268" y="6414573"/>
            <a:chExt cx="7361555" cy="1501775"/>
          </a:xfrm>
        </p:grpSpPr>
        <p:sp>
          <p:nvSpPr>
            <p:cNvPr id="33" name="object 33"/>
            <p:cNvSpPr/>
            <p:nvPr/>
          </p:nvSpPr>
          <p:spPr>
            <a:xfrm>
              <a:off x="9402793" y="6424098"/>
              <a:ext cx="7343775" cy="1482725"/>
            </a:xfrm>
            <a:custGeom>
              <a:avLst/>
              <a:gdLst/>
              <a:ahLst/>
              <a:cxnLst/>
              <a:rect l="l" t="t" r="r" b="b"/>
              <a:pathLst>
                <a:path w="7343775" h="1482725">
                  <a:moveTo>
                    <a:pt x="7218996" y="1482470"/>
                  </a:moveTo>
                  <a:lnTo>
                    <a:pt x="124777" y="1482470"/>
                  </a:lnTo>
                  <a:lnTo>
                    <a:pt x="76188" y="1472758"/>
                  </a:lnTo>
                  <a:lnTo>
                    <a:pt x="36528" y="1446275"/>
                  </a:lnTo>
                  <a:lnTo>
                    <a:pt x="9798" y="1407005"/>
                  </a:lnTo>
                  <a:lnTo>
                    <a:pt x="0" y="1358931"/>
                  </a:lnTo>
                  <a:lnTo>
                    <a:pt x="0" y="123539"/>
                  </a:lnTo>
                  <a:lnTo>
                    <a:pt x="9812" y="75464"/>
                  </a:lnTo>
                  <a:lnTo>
                    <a:pt x="36564" y="36194"/>
                  </a:lnTo>
                  <a:lnTo>
                    <a:pt x="76228" y="9712"/>
                  </a:lnTo>
                  <a:lnTo>
                    <a:pt x="124777" y="0"/>
                  </a:lnTo>
                  <a:lnTo>
                    <a:pt x="7218996" y="0"/>
                  </a:lnTo>
                  <a:lnTo>
                    <a:pt x="7267586" y="9712"/>
                  </a:lnTo>
                  <a:lnTo>
                    <a:pt x="7307245" y="36194"/>
                  </a:lnTo>
                  <a:lnTo>
                    <a:pt x="7333975" y="75464"/>
                  </a:lnTo>
                  <a:lnTo>
                    <a:pt x="7343774" y="123539"/>
                  </a:lnTo>
                  <a:lnTo>
                    <a:pt x="7343774" y="1358931"/>
                  </a:lnTo>
                  <a:lnTo>
                    <a:pt x="7333962" y="1407005"/>
                  </a:lnTo>
                  <a:lnTo>
                    <a:pt x="7307210" y="1446275"/>
                  </a:lnTo>
                  <a:lnTo>
                    <a:pt x="7267546" y="1472758"/>
                  </a:lnTo>
                  <a:lnTo>
                    <a:pt x="7218996" y="14824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393268" y="6414573"/>
              <a:ext cx="7361555" cy="1501775"/>
            </a:xfrm>
            <a:custGeom>
              <a:avLst/>
              <a:gdLst/>
              <a:ahLst/>
              <a:cxnLst/>
              <a:rect l="l" t="t" r="r" b="b"/>
              <a:pathLst>
                <a:path w="7361555" h="1501775">
                  <a:moveTo>
                    <a:pt x="134298" y="1501521"/>
                  </a:moveTo>
                  <a:lnTo>
                    <a:pt x="134125" y="1501521"/>
                  </a:lnTo>
                  <a:lnTo>
                    <a:pt x="91879" y="1494750"/>
                  </a:lnTo>
                  <a:lnTo>
                    <a:pt x="55015" y="1475887"/>
                  </a:lnTo>
                  <a:lnTo>
                    <a:pt x="25932" y="1447102"/>
                  </a:lnTo>
                  <a:lnTo>
                    <a:pt x="6853" y="1410568"/>
                  </a:lnTo>
                  <a:lnTo>
                    <a:pt x="0" y="1368456"/>
                  </a:lnTo>
                  <a:lnTo>
                    <a:pt x="0" y="133064"/>
                  </a:lnTo>
                  <a:lnTo>
                    <a:pt x="6853" y="90988"/>
                  </a:lnTo>
                  <a:lnTo>
                    <a:pt x="25932" y="54459"/>
                  </a:lnTo>
                  <a:lnTo>
                    <a:pt x="55015" y="25661"/>
                  </a:lnTo>
                  <a:lnTo>
                    <a:pt x="91879" y="6779"/>
                  </a:lnTo>
                  <a:lnTo>
                    <a:pt x="134302" y="0"/>
                  </a:lnTo>
                  <a:lnTo>
                    <a:pt x="7228522" y="0"/>
                  </a:lnTo>
                  <a:lnTo>
                    <a:pt x="7228522" y="9525"/>
                  </a:lnTo>
                  <a:lnTo>
                    <a:pt x="134302" y="9525"/>
                  </a:lnTo>
                  <a:lnTo>
                    <a:pt x="134302" y="19050"/>
                  </a:lnTo>
                  <a:lnTo>
                    <a:pt x="89411" y="28024"/>
                  </a:lnTo>
                  <a:lnTo>
                    <a:pt x="52780" y="52482"/>
                  </a:lnTo>
                  <a:lnTo>
                    <a:pt x="28097" y="88728"/>
                  </a:lnTo>
                  <a:lnTo>
                    <a:pt x="19050" y="133064"/>
                  </a:lnTo>
                  <a:lnTo>
                    <a:pt x="19050" y="1368456"/>
                  </a:lnTo>
                  <a:lnTo>
                    <a:pt x="28097" y="1412792"/>
                  </a:lnTo>
                  <a:lnTo>
                    <a:pt x="52780" y="1449038"/>
                  </a:lnTo>
                  <a:lnTo>
                    <a:pt x="89411" y="1473496"/>
                  </a:lnTo>
                  <a:lnTo>
                    <a:pt x="134302" y="1482471"/>
                  </a:lnTo>
                  <a:lnTo>
                    <a:pt x="7294943" y="1482471"/>
                  </a:lnTo>
                  <a:lnTo>
                    <a:pt x="7276329" y="1491996"/>
                  </a:lnTo>
                  <a:lnTo>
                    <a:pt x="134302" y="1491996"/>
                  </a:lnTo>
                  <a:lnTo>
                    <a:pt x="134298" y="1501521"/>
                  </a:lnTo>
                  <a:close/>
                </a:path>
                <a:path w="7361555" h="1501775">
                  <a:moveTo>
                    <a:pt x="7294943" y="1482471"/>
                  </a:moveTo>
                  <a:lnTo>
                    <a:pt x="7228522" y="1482471"/>
                  </a:lnTo>
                  <a:lnTo>
                    <a:pt x="7273413" y="1473496"/>
                  </a:lnTo>
                  <a:lnTo>
                    <a:pt x="7310044" y="1449038"/>
                  </a:lnTo>
                  <a:lnTo>
                    <a:pt x="7334727" y="1412792"/>
                  </a:lnTo>
                  <a:lnTo>
                    <a:pt x="7343774" y="1368456"/>
                  </a:lnTo>
                  <a:lnTo>
                    <a:pt x="7343774" y="133064"/>
                  </a:lnTo>
                  <a:lnTo>
                    <a:pt x="7334727" y="88728"/>
                  </a:lnTo>
                  <a:lnTo>
                    <a:pt x="7310044" y="52482"/>
                  </a:lnTo>
                  <a:lnTo>
                    <a:pt x="7273413" y="28024"/>
                  </a:lnTo>
                  <a:lnTo>
                    <a:pt x="7228522" y="19050"/>
                  </a:lnTo>
                  <a:lnTo>
                    <a:pt x="134302" y="19050"/>
                  </a:lnTo>
                  <a:lnTo>
                    <a:pt x="134302" y="9525"/>
                  </a:lnTo>
                  <a:lnTo>
                    <a:pt x="7228522" y="9525"/>
                  </a:lnTo>
                  <a:lnTo>
                    <a:pt x="7228522" y="0"/>
                  </a:lnTo>
                  <a:lnTo>
                    <a:pt x="7270946" y="6779"/>
                  </a:lnTo>
                  <a:lnTo>
                    <a:pt x="7307810" y="25661"/>
                  </a:lnTo>
                  <a:lnTo>
                    <a:pt x="7336892" y="54459"/>
                  </a:lnTo>
                  <a:lnTo>
                    <a:pt x="7355971" y="90988"/>
                  </a:lnTo>
                  <a:lnTo>
                    <a:pt x="7361111" y="122546"/>
                  </a:lnTo>
                  <a:lnTo>
                    <a:pt x="7361111" y="1378983"/>
                  </a:lnTo>
                  <a:lnTo>
                    <a:pt x="7355971" y="1410568"/>
                  </a:lnTo>
                  <a:lnTo>
                    <a:pt x="7336892" y="1447102"/>
                  </a:lnTo>
                  <a:lnTo>
                    <a:pt x="7307810" y="1475887"/>
                  </a:lnTo>
                  <a:lnTo>
                    <a:pt x="7294943" y="148247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134302" y="1501521"/>
                  </a:lnTo>
                  <a:lnTo>
                    <a:pt x="134302" y="1491996"/>
                  </a:lnTo>
                  <a:lnTo>
                    <a:pt x="7228522" y="1491996"/>
                  </a:lnTo>
                  <a:lnTo>
                    <a:pt x="7228522" y="1501521"/>
                  </a:lnTo>
                  <a:close/>
                </a:path>
                <a:path w="7361555" h="1501775">
                  <a:moveTo>
                    <a:pt x="7228522" y="1501521"/>
                  </a:moveTo>
                  <a:lnTo>
                    <a:pt x="7228522" y="1491996"/>
                  </a:lnTo>
                  <a:lnTo>
                    <a:pt x="7276329" y="1491996"/>
                  </a:lnTo>
                  <a:lnTo>
                    <a:pt x="7270946" y="1494750"/>
                  </a:lnTo>
                  <a:lnTo>
                    <a:pt x="7228522" y="150152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571710" y="6593026"/>
              <a:ext cx="128905" cy="1144905"/>
            </a:xfrm>
            <a:custGeom>
              <a:avLst/>
              <a:gdLst/>
              <a:ahLst/>
              <a:cxnLst/>
              <a:rect l="l" t="t" r="r" b="b"/>
              <a:pathLst>
                <a:path w="128904" h="1144904">
                  <a:moveTo>
                    <a:pt x="128879" y="4292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92"/>
                  </a:lnTo>
                  <a:lnTo>
                    <a:pt x="0" y="1140333"/>
                  </a:lnTo>
                  <a:lnTo>
                    <a:pt x="4292" y="1144625"/>
                  </a:lnTo>
                  <a:lnTo>
                    <a:pt x="124587" y="1144625"/>
                  </a:lnTo>
                  <a:lnTo>
                    <a:pt x="128879" y="1140333"/>
                  </a:lnTo>
                  <a:lnTo>
                    <a:pt x="128879" y="1135100"/>
                  </a:lnTo>
                  <a:lnTo>
                    <a:pt x="128879" y="1125575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C762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9856819" y="6645237"/>
            <a:ext cx="1120775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114" b="1">
                <a:solidFill>
                  <a:srgbClr val="232323"/>
                </a:solidFill>
                <a:latin typeface="Tahoma"/>
                <a:cs typeface="Tahoma"/>
              </a:rPr>
              <a:t>Rewards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339848" y="9731711"/>
            <a:ext cx="201930" cy="227329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300" spc="-105" b="1">
                <a:solidFill>
                  <a:srgbClr val="646159"/>
                </a:solidFill>
                <a:latin typeface="Tahoma"/>
                <a:cs typeface="Tahoma"/>
              </a:rPr>
              <a:t>04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80"/>
              <a:t>SPOTTERAI</a:t>
            </a:r>
            <a:r>
              <a:rPr dirty="0" sz="1200" spc="75"/>
              <a:t> </a:t>
            </a:r>
            <a:r>
              <a:rPr dirty="0" sz="1200" spc="-55"/>
              <a:t>/</a:t>
            </a:r>
            <a:r>
              <a:rPr dirty="0" sz="1200" spc="125"/>
              <a:t> </a:t>
            </a:r>
            <a:r>
              <a:rPr dirty="0" sz="1200" spc="-45"/>
              <a:t>SE</a:t>
            </a:r>
            <a:r>
              <a:rPr dirty="0" sz="1200" spc="-105"/>
              <a:t> </a:t>
            </a:r>
            <a:r>
              <a:rPr dirty="0" sz="1200" spc="-125"/>
              <a:t>216</a:t>
            </a:r>
            <a:r>
              <a:rPr dirty="0" sz="1200" spc="-105"/>
              <a:t> </a:t>
            </a:r>
            <a:r>
              <a:rPr dirty="0" sz="1200" spc="-80"/>
              <a:t>SOFTWARE</a:t>
            </a:r>
            <a:r>
              <a:rPr dirty="0" sz="1200" spc="-105"/>
              <a:t> </a:t>
            </a:r>
            <a:r>
              <a:rPr dirty="0" sz="1200" spc="-75"/>
              <a:t>PROJECT</a:t>
            </a:r>
            <a:r>
              <a:rPr dirty="0" sz="1200" spc="-105"/>
              <a:t> </a:t>
            </a:r>
            <a:r>
              <a:rPr dirty="0" sz="1200" spc="-35"/>
              <a:t>MANAGEMENT</a:t>
            </a:r>
            <a:endParaRPr sz="1200"/>
          </a:p>
        </p:txBody>
      </p:sp>
      <p:sp>
        <p:nvSpPr>
          <p:cNvPr id="37" name="object 37"/>
          <p:cNvSpPr txBox="1"/>
          <p:nvPr/>
        </p:nvSpPr>
        <p:spPr>
          <a:xfrm>
            <a:off x="9856819" y="7181455"/>
            <a:ext cx="4984750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spc="-40">
                <a:solidFill>
                  <a:srgbClr val="646159"/>
                </a:solidFill>
                <a:latin typeface="Trebuchet MS"/>
                <a:cs typeface="Trebuchet MS"/>
              </a:rPr>
              <a:t>Top</a:t>
            </a:r>
            <a:r>
              <a:rPr dirty="0" sz="16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users</a:t>
            </a:r>
            <a:r>
              <a:rPr dirty="0" sz="16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can</a:t>
            </a:r>
            <a:r>
              <a:rPr dirty="0" sz="1600" spc="-7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646159"/>
                </a:solidFill>
                <a:latin typeface="Trebuchet MS"/>
                <a:cs typeface="Trebuchet MS"/>
              </a:rPr>
              <a:t>receive</a:t>
            </a:r>
            <a:r>
              <a:rPr dirty="0" sz="16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badges</a:t>
            </a:r>
            <a:r>
              <a:rPr dirty="0" sz="16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35">
                <a:solidFill>
                  <a:srgbClr val="646159"/>
                </a:solidFill>
                <a:latin typeface="Trebuchet MS"/>
                <a:cs typeface="Trebuchet MS"/>
              </a:rPr>
              <a:t>or</a:t>
            </a:r>
            <a:r>
              <a:rPr dirty="0" sz="1600" spc="-7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supplement</a:t>
            </a:r>
            <a:r>
              <a:rPr dirty="0" sz="16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discounts.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90"/>
              <a:t>Non-</a:t>
            </a:r>
            <a:r>
              <a:rPr dirty="0" spc="-195"/>
              <a:t>Functional</a:t>
            </a:r>
            <a:r>
              <a:rPr dirty="0" spc="-320"/>
              <a:t> </a:t>
            </a:r>
            <a:r>
              <a:rPr dirty="0" spc="-195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5809" y="1461284"/>
            <a:ext cx="508889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60">
                <a:solidFill>
                  <a:srgbClr val="646159"/>
                </a:solidFill>
                <a:latin typeface="Trebuchet MS"/>
                <a:cs typeface="Trebuchet MS"/>
              </a:rPr>
              <a:t>Reliability,</a:t>
            </a:r>
            <a:r>
              <a:rPr dirty="0" sz="17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646159"/>
                </a:solidFill>
                <a:latin typeface="Trebuchet MS"/>
                <a:cs typeface="Trebuchet MS"/>
              </a:rPr>
              <a:t>security,</a:t>
            </a:r>
            <a:r>
              <a:rPr dirty="0" sz="17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646159"/>
                </a:solidFill>
                <a:latin typeface="Trebuchet MS"/>
                <a:cs typeface="Trebuchet MS"/>
              </a:rPr>
              <a:t>performance,</a:t>
            </a:r>
            <a:r>
              <a:rPr dirty="0" sz="17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7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646159"/>
                </a:solidFill>
                <a:latin typeface="Trebuchet MS"/>
                <a:cs typeface="Trebuchet MS"/>
              </a:rPr>
              <a:t>platform</a:t>
            </a:r>
            <a:r>
              <a:rPr dirty="0" sz="17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goals.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019975" y="2392642"/>
            <a:ext cx="3794125" cy="1597660"/>
            <a:chOff x="1019975" y="2392642"/>
            <a:chExt cx="3794125" cy="1597660"/>
          </a:xfrm>
        </p:grpSpPr>
        <p:sp>
          <p:nvSpPr>
            <p:cNvPr id="6" name="object 6"/>
            <p:cNvSpPr/>
            <p:nvPr/>
          </p:nvSpPr>
          <p:spPr>
            <a:xfrm>
              <a:off x="1029500" y="2402167"/>
              <a:ext cx="3775075" cy="1578610"/>
            </a:xfrm>
            <a:custGeom>
              <a:avLst/>
              <a:gdLst/>
              <a:ahLst/>
              <a:cxnLst/>
              <a:rect l="l" t="t" r="r" b="b"/>
              <a:pathLst>
                <a:path w="3775075" h="1578610">
                  <a:moveTo>
                    <a:pt x="3650455" y="1578578"/>
                  </a:moveTo>
                  <a:lnTo>
                    <a:pt x="124396" y="1578578"/>
                  </a:lnTo>
                  <a:lnTo>
                    <a:pt x="75987" y="1568865"/>
                  </a:lnTo>
                  <a:lnTo>
                    <a:pt x="36445" y="1542383"/>
                  </a:lnTo>
                  <a:lnTo>
                    <a:pt x="9779" y="1503113"/>
                  </a:lnTo>
                  <a:lnTo>
                    <a:pt x="0" y="1455038"/>
                  </a:lnTo>
                  <a:lnTo>
                    <a:pt x="0" y="123539"/>
                  </a:lnTo>
                  <a:lnTo>
                    <a:pt x="9779" y="75464"/>
                  </a:lnTo>
                  <a:lnTo>
                    <a:pt x="36445" y="36194"/>
                  </a:lnTo>
                  <a:lnTo>
                    <a:pt x="75987" y="9712"/>
                  </a:lnTo>
                  <a:lnTo>
                    <a:pt x="124396" y="0"/>
                  </a:lnTo>
                  <a:lnTo>
                    <a:pt x="3650455" y="0"/>
                  </a:lnTo>
                  <a:lnTo>
                    <a:pt x="3698865" y="9712"/>
                  </a:lnTo>
                  <a:lnTo>
                    <a:pt x="3738407" y="36194"/>
                  </a:lnTo>
                  <a:lnTo>
                    <a:pt x="3765072" y="75464"/>
                  </a:lnTo>
                  <a:lnTo>
                    <a:pt x="3774852" y="123539"/>
                  </a:lnTo>
                  <a:lnTo>
                    <a:pt x="3774852" y="1455038"/>
                  </a:lnTo>
                  <a:lnTo>
                    <a:pt x="3765072" y="1503113"/>
                  </a:lnTo>
                  <a:lnTo>
                    <a:pt x="3738407" y="1542383"/>
                  </a:lnTo>
                  <a:lnTo>
                    <a:pt x="3698865" y="1568865"/>
                  </a:lnTo>
                  <a:lnTo>
                    <a:pt x="3650455" y="1578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19975" y="2392642"/>
              <a:ext cx="3794125" cy="1597660"/>
            </a:xfrm>
            <a:custGeom>
              <a:avLst/>
              <a:gdLst/>
              <a:ahLst/>
              <a:cxnLst/>
              <a:rect l="l" t="t" r="r" b="b"/>
              <a:pathLst>
                <a:path w="3794125" h="1597660">
                  <a:moveTo>
                    <a:pt x="133921" y="1597628"/>
                  </a:moveTo>
                  <a:lnTo>
                    <a:pt x="91610" y="1590848"/>
                  </a:lnTo>
                  <a:lnTo>
                    <a:pt x="54850" y="1571967"/>
                  </a:lnTo>
                  <a:lnTo>
                    <a:pt x="25853" y="1543168"/>
                  </a:lnTo>
                  <a:lnTo>
                    <a:pt x="6832" y="1506639"/>
                  </a:lnTo>
                  <a:lnTo>
                    <a:pt x="0" y="1464563"/>
                  </a:lnTo>
                  <a:lnTo>
                    <a:pt x="0" y="133064"/>
                  </a:lnTo>
                  <a:lnTo>
                    <a:pt x="6832" y="90988"/>
                  </a:lnTo>
                  <a:lnTo>
                    <a:pt x="25853" y="54459"/>
                  </a:lnTo>
                  <a:lnTo>
                    <a:pt x="54850" y="25661"/>
                  </a:lnTo>
                  <a:lnTo>
                    <a:pt x="91610" y="6779"/>
                  </a:lnTo>
                  <a:lnTo>
                    <a:pt x="133921" y="0"/>
                  </a:lnTo>
                  <a:lnTo>
                    <a:pt x="3659981" y="0"/>
                  </a:lnTo>
                  <a:lnTo>
                    <a:pt x="3659981" y="9525"/>
                  </a:lnTo>
                  <a:lnTo>
                    <a:pt x="133921" y="9525"/>
                  </a:lnTo>
                  <a:lnTo>
                    <a:pt x="133921" y="19050"/>
                  </a:lnTo>
                  <a:lnTo>
                    <a:pt x="89170" y="28024"/>
                  </a:lnTo>
                  <a:lnTo>
                    <a:pt x="52661" y="52482"/>
                  </a:lnTo>
                  <a:lnTo>
                    <a:pt x="28064" y="88728"/>
                  </a:lnTo>
                  <a:lnTo>
                    <a:pt x="19050" y="133064"/>
                  </a:lnTo>
                  <a:lnTo>
                    <a:pt x="19050" y="1464563"/>
                  </a:lnTo>
                  <a:lnTo>
                    <a:pt x="28064" y="1508899"/>
                  </a:lnTo>
                  <a:lnTo>
                    <a:pt x="52661" y="1545145"/>
                  </a:lnTo>
                  <a:lnTo>
                    <a:pt x="89170" y="1569604"/>
                  </a:lnTo>
                  <a:lnTo>
                    <a:pt x="133921" y="1578578"/>
                  </a:lnTo>
                  <a:lnTo>
                    <a:pt x="3726181" y="1578578"/>
                  </a:lnTo>
                  <a:lnTo>
                    <a:pt x="3707636" y="1588103"/>
                  </a:lnTo>
                  <a:lnTo>
                    <a:pt x="133921" y="1588103"/>
                  </a:lnTo>
                  <a:lnTo>
                    <a:pt x="133921" y="1597628"/>
                  </a:lnTo>
                  <a:close/>
                </a:path>
                <a:path w="3794125" h="1597660">
                  <a:moveTo>
                    <a:pt x="3726181" y="1578578"/>
                  </a:moveTo>
                  <a:lnTo>
                    <a:pt x="3659981" y="1578578"/>
                  </a:lnTo>
                  <a:lnTo>
                    <a:pt x="3704732" y="1569604"/>
                  </a:lnTo>
                  <a:lnTo>
                    <a:pt x="3741241" y="1545145"/>
                  </a:lnTo>
                  <a:lnTo>
                    <a:pt x="3765837" y="1508899"/>
                  </a:lnTo>
                  <a:lnTo>
                    <a:pt x="3774852" y="1464563"/>
                  </a:lnTo>
                  <a:lnTo>
                    <a:pt x="3774852" y="133064"/>
                  </a:lnTo>
                  <a:lnTo>
                    <a:pt x="3765837" y="88728"/>
                  </a:lnTo>
                  <a:lnTo>
                    <a:pt x="3741241" y="52482"/>
                  </a:lnTo>
                  <a:lnTo>
                    <a:pt x="3704732" y="28024"/>
                  </a:lnTo>
                  <a:lnTo>
                    <a:pt x="3659981" y="19050"/>
                  </a:lnTo>
                  <a:lnTo>
                    <a:pt x="133921" y="19050"/>
                  </a:lnTo>
                  <a:lnTo>
                    <a:pt x="133921" y="9525"/>
                  </a:lnTo>
                  <a:lnTo>
                    <a:pt x="3659981" y="9525"/>
                  </a:lnTo>
                  <a:lnTo>
                    <a:pt x="3659981" y="0"/>
                  </a:lnTo>
                  <a:lnTo>
                    <a:pt x="3702291" y="6779"/>
                  </a:lnTo>
                  <a:lnTo>
                    <a:pt x="3739052" y="25661"/>
                  </a:lnTo>
                  <a:lnTo>
                    <a:pt x="3768049" y="54459"/>
                  </a:lnTo>
                  <a:lnTo>
                    <a:pt x="3787070" y="90988"/>
                  </a:lnTo>
                  <a:lnTo>
                    <a:pt x="3793902" y="133064"/>
                  </a:lnTo>
                  <a:lnTo>
                    <a:pt x="3793902" y="1464563"/>
                  </a:lnTo>
                  <a:lnTo>
                    <a:pt x="3787070" y="1506639"/>
                  </a:lnTo>
                  <a:lnTo>
                    <a:pt x="3768049" y="1543168"/>
                  </a:lnTo>
                  <a:lnTo>
                    <a:pt x="3739052" y="1571967"/>
                  </a:lnTo>
                  <a:lnTo>
                    <a:pt x="3726181" y="157857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133921" y="1597628"/>
                  </a:lnTo>
                  <a:lnTo>
                    <a:pt x="133921" y="1588103"/>
                  </a:lnTo>
                  <a:lnTo>
                    <a:pt x="3659981" y="1588103"/>
                  </a:lnTo>
                  <a:lnTo>
                    <a:pt x="3659981" y="159762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3659981" y="1588103"/>
                  </a:lnTo>
                  <a:lnTo>
                    <a:pt x="3707636" y="1588103"/>
                  </a:lnTo>
                  <a:lnTo>
                    <a:pt x="3702291" y="1590848"/>
                  </a:lnTo>
                  <a:lnTo>
                    <a:pt x="3659981" y="1597628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98410" y="2571101"/>
              <a:ext cx="128905" cy="1240790"/>
            </a:xfrm>
            <a:custGeom>
              <a:avLst/>
              <a:gdLst/>
              <a:ahLst/>
              <a:cxnLst/>
              <a:rect l="l" t="t" r="r" b="b"/>
              <a:pathLst>
                <a:path w="128905" h="1240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36433"/>
                  </a:lnTo>
                  <a:lnTo>
                    <a:pt x="4051" y="1240497"/>
                  </a:lnTo>
                  <a:lnTo>
                    <a:pt x="124815" y="1240497"/>
                  </a:lnTo>
                  <a:lnTo>
                    <a:pt x="128879" y="1236433"/>
                  </a:lnTo>
                  <a:lnTo>
                    <a:pt x="128879" y="1231201"/>
                  </a:lnTo>
                  <a:lnTo>
                    <a:pt x="128866" y="1221676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83515" y="2635974"/>
            <a:ext cx="135318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85" b="1">
                <a:solidFill>
                  <a:srgbClr val="232323"/>
                </a:solidFill>
                <a:latin typeface="Tahoma"/>
                <a:cs typeface="Tahoma"/>
              </a:rPr>
              <a:t>Availability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7764" y="3164573"/>
            <a:ext cx="4145915" cy="50609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78435" marR="1143635">
              <a:lnSpc>
                <a:spcPts val="1880"/>
              </a:lnSpc>
              <a:spcBef>
                <a:spcPts val="185"/>
              </a:spcBef>
            </a:pPr>
            <a:r>
              <a:rPr dirty="0" sz="1600" spc="-35">
                <a:solidFill>
                  <a:srgbClr val="646159"/>
                </a:solidFill>
                <a:latin typeface="Trebuchet MS"/>
                <a:cs typeface="Trebuchet MS"/>
              </a:rPr>
              <a:t>Maintain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114">
                <a:solidFill>
                  <a:srgbClr val="646159"/>
                </a:solidFill>
                <a:latin typeface="Trebuchet MS"/>
                <a:cs typeface="Trebuchet MS"/>
              </a:rPr>
              <a:t>99%</a:t>
            </a:r>
            <a:r>
              <a:rPr dirty="0" sz="16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646159"/>
                </a:solidFill>
                <a:latin typeface="Trebuchet MS"/>
                <a:cs typeface="Trebuchet MS"/>
              </a:rPr>
              <a:t>uptime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50">
                <a:solidFill>
                  <a:srgbClr val="646159"/>
                </a:solidFill>
                <a:latin typeface="Trebuchet MS"/>
                <a:cs typeface="Trebuchet MS"/>
              </a:rPr>
              <a:t>availability </a:t>
            </a:r>
            <a:r>
              <a:rPr dirty="0" sz="1600" spc="-75">
                <a:solidFill>
                  <a:srgbClr val="646159"/>
                </a:solidFill>
                <a:latin typeface="Trebuchet MS"/>
                <a:cs typeface="Trebuchet MS"/>
              </a:rPr>
              <a:t>for</a:t>
            </a:r>
            <a:r>
              <a:rPr dirty="0" sz="16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646159"/>
                </a:solidFill>
                <a:latin typeface="Trebuchet MS"/>
                <a:cs typeface="Trebuchet MS"/>
              </a:rPr>
              <a:t>reliable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use.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75259" y="2392642"/>
            <a:ext cx="4754880" cy="1597660"/>
            <a:chOff x="5275259" y="2392642"/>
            <a:chExt cx="4754880" cy="1597660"/>
          </a:xfrm>
        </p:grpSpPr>
        <p:sp>
          <p:nvSpPr>
            <p:cNvPr id="12" name="object 12"/>
            <p:cNvSpPr/>
            <p:nvPr/>
          </p:nvSpPr>
          <p:spPr>
            <a:xfrm>
              <a:off x="5284784" y="2402167"/>
              <a:ext cx="4735830" cy="1578610"/>
            </a:xfrm>
            <a:custGeom>
              <a:avLst/>
              <a:gdLst/>
              <a:ahLst/>
              <a:cxnLst/>
              <a:rect l="l" t="t" r="r" b="b"/>
              <a:pathLst>
                <a:path w="4735830" h="1578610">
                  <a:moveTo>
                    <a:pt x="4611242" y="1578578"/>
                  </a:moveTo>
                  <a:lnTo>
                    <a:pt x="124491" y="1578578"/>
                  </a:lnTo>
                  <a:lnTo>
                    <a:pt x="76027" y="1568865"/>
                  </a:lnTo>
                  <a:lnTo>
                    <a:pt x="36457" y="1542383"/>
                  </a:lnTo>
                  <a:lnTo>
                    <a:pt x="9781" y="1503113"/>
                  </a:lnTo>
                  <a:lnTo>
                    <a:pt x="0" y="1455038"/>
                  </a:lnTo>
                  <a:lnTo>
                    <a:pt x="0" y="123539"/>
                  </a:lnTo>
                  <a:lnTo>
                    <a:pt x="9781" y="75464"/>
                  </a:lnTo>
                  <a:lnTo>
                    <a:pt x="36457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611242" y="0"/>
                  </a:lnTo>
                  <a:lnTo>
                    <a:pt x="4659707" y="9712"/>
                  </a:lnTo>
                  <a:lnTo>
                    <a:pt x="4699277" y="36194"/>
                  </a:lnTo>
                  <a:lnTo>
                    <a:pt x="4725953" y="75464"/>
                  </a:lnTo>
                  <a:lnTo>
                    <a:pt x="4735734" y="123539"/>
                  </a:lnTo>
                  <a:lnTo>
                    <a:pt x="4735734" y="1455038"/>
                  </a:lnTo>
                  <a:lnTo>
                    <a:pt x="4725953" y="1503113"/>
                  </a:lnTo>
                  <a:lnTo>
                    <a:pt x="4699277" y="1542383"/>
                  </a:lnTo>
                  <a:lnTo>
                    <a:pt x="4659707" y="1568865"/>
                  </a:lnTo>
                  <a:lnTo>
                    <a:pt x="4611242" y="1578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275259" y="2392642"/>
              <a:ext cx="4754880" cy="1597660"/>
            </a:xfrm>
            <a:custGeom>
              <a:avLst/>
              <a:gdLst/>
              <a:ahLst/>
              <a:cxnLst/>
              <a:rect l="l" t="t" r="r" b="b"/>
              <a:pathLst>
                <a:path w="4754880" h="1597660">
                  <a:moveTo>
                    <a:pt x="134016" y="1597628"/>
                  </a:moveTo>
                  <a:lnTo>
                    <a:pt x="91696" y="1590848"/>
                  </a:lnTo>
                  <a:lnTo>
                    <a:pt x="54912" y="1571967"/>
                  </a:lnTo>
                  <a:lnTo>
                    <a:pt x="25886" y="1543168"/>
                  </a:lnTo>
                  <a:lnTo>
                    <a:pt x="6841" y="1506639"/>
                  </a:lnTo>
                  <a:lnTo>
                    <a:pt x="0" y="1464563"/>
                  </a:lnTo>
                  <a:lnTo>
                    <a:pt x="0" y="133064"/>
                  </a:lnTo>
                  <a:lnTo>
                    <a:pt x="6841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620767" y="0"/>
                  </a:lnTo>
                  <a:lnTo>
                    <a:pt x="4620767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8" y="52482"/>
                  </a:lnTo>
                  <a:lnTo>
                    <a:pt x="28079" y="88728"/>
                  </a:lnTo>
                  <a:lnTo>
                    <a:pt x="19049" y="133064"/>
                  </a:lnTo>
                  <a:lnTo>
                    <a:pt x="19049" y="1464563"/>
                  </a:lnTo>
                  <a:lnTo>
                    <a:pt x="28079" y="1508899"/>
                  </a:lnTo>
                  <a:lnTo>
                    <a:pt x="52708" y="1545145"/>
                  </a:lnTo>
                  <a:lnTo>
                    <a:pt x="89250" y="1569604"/>
                  </a:lnTo>
                  <a:lnTo>
                    <a:pt x="134016" y="1578578"/>
                  </a:lnTo>
                  <a:lnTo>
                    <a:pt x="4686992" y="1578578"/>
                  </a:lnTo>
                  <a:lnTo>
                    <a:pt x="4668436" y="1588103"/>
                  </a:lnTo>
                  <a:lnTo>
                    <a:pt x="134016" y="1588103"/>
                  </a:lnTo>
                  <a:lnTo>
                    <a:pt x="134016" y="1597628"/>
                  </a:lnTo>
                  <a:close/>
                </a:path>
                <a:path w="4754880" h="1597660">
                  <a:moveTo>
                    <a:pt x="4686992" y="1578578"/>
                  </a:moveTo>
                  <a:lnTo>
                    <a:pt x="4620767" y="1578578"/>
                  </a:lnTo>
                  <a:lnTo>
                    <a:pt x="4665573" y="1569604"/>
                  </a:lnTo>
                  <a:lnTo>
                    <a:pt x="4702111" y="1545145"/>
                  </a:lnTo>
                  <a:lnTo>
                    <a:pt x="4726718" y="1508899"/>
                  </a:lnTo>
                  <a:lnTo>
                    <a:pt x="4735734" y="1464563"/>
                  </a:lnTo>
                  <a:lnTo>
                    <a:pt x="4735734" y="133064"/>
                  </a:lnTo>
                  <a:lnTo>
                    <a:pt x="4726705" y="88728"/>
                  </a:lnTo>
                  <a:lnTo>
                    <a:pt x="4702075" y="52482"/>
                  </a:lnTo>
                  <a:lnTo>
                    <a:pt x="4665533" y="28024"/>
                  </a:lnTo>
                  <a:lnTo>
                    <a:pt x="4620767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620767" y="9525"/>
                  </a:lnTo>
                  <a:lnTo>
                    <a:pt x="4620767" y="0"/>
                  </a:lnTo>
                  <a:lnTo>
                    <a:pt x="4663124" y="6779"/>
                  </a:lnTo>
                  <a:lnTo>
                    <a:pt x="4699913" y="25661"/>
                  </a:lnTo>
                  <a:lnTo>
                    <a:pt x="4728925" y="54459"/>
                  </a:lnTo>
                  <a:lnTo>
                    <a:pt x="4747951" y="90988"/>
                  </a:lnTo>
                  <a:lnTo>
                    <a:pt x="4754784" y="133064"/>
                  </a:lnTo>
                  <a:lnTo>
                    <a:pt x="4754784" y="1464563"/>
                  </a:lnTo>
                  <a:lnTo>
                    <a:pt x="4747942" y="1506639"/>
                  </a:lnTo>
                  <a:lnTo>
                    <a:pt x="4728897" y="1543168"/>
                  </a:lnTo>
                  <a:lnTo>
                    <a:pt x="4699872" y="1571967"/>
                  </a:lnTo>
                  <a:lnTo>
                    <a:pt x="4686992" y="1578578"/>
                  </a:lnTo>
                  <a:close/>
                </a:path>
                <a:path w="4754880" h="1597660">
                  <a:moveTo>
                    <a:pt x="4620767" y="1597628"/>
                  </a:moveTo>
                  <a:lnTo>
                    <a:pt x="134016" y="1597628"/>
                  </a:lnTo>
                  <a:lnTo>
                    <a:pt x="134016" y="1588103"/>
                  </a:lnTo>
                  <a:lnTo>
                    <a:pt x="4620767" y="1588103"/>
                  </a:lnTo>
                  <a:lnTo>
                    <a:pt x="4620767" y="1597628"/>
                  </a:lnTo>
                  <a:close/>
                </a:path>
                <a:path w="4754880" h="1597660">
                  <a:moveTo>
                    <a:pt x="4620767" y="1597628"/>
                  </a:moveTo>
                  <a:lnTo>
                    <a:pt x="4620767" y="1588103"/>
                  </a:lnTo>
                  <a:lnTo>
                    <a:pt x="4668436" y="1588103"/>
                  </a:lnTo>
                  <a:lnTo>
                    <a:pt x="4663088" y="1590848"/>
                  </a:lnTo>
                  <a:lnTo>
                    <a:pt x="4620767" y="1597628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53697" y="2571101"/>
              <a:ext cx="128905" cy="1240790"/>
            </a:xfrm>
            <a:custGeom>
              <a:avLst/>
              <a:gdLst/>
              <a:ahLst/>
              <a:cxnLst/>
              <a:rect l="l" t="t" r="r" b="b"/>
              <a:pathLst>
                <a:path w="128904" h="1240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36433"/>
                  </a:lnTo>
                  <a:lnTo>
                    <a:pt x="4051" y="1240497"/>
                  </a:lnTo>
                  <a:lnTo>
                    <a:pt x="124815" y="1240497"/>
                  </a:lnTo>
                  <a:lnTo>
                    <a:pt x="128879" y="1236433"/>
                  </a:lnTo>
                  <a:lnTo>
                    <a:pt x="128879" y="1231201"/>
                  </a:lnTo>
                  <a:lnTo>
                    <a:pt x="128866" y="1221676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738799" y="2635974"/>
            <a:ext cx="217805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95" b="1">
                <a:solidFill>
                  <a:srgbClr val="232323"/>
                </a:solidFill>
                <a:latin typeface="Tahoma"/>
                <a:cs typeface="Tahoma"/>
              </a:rPr>
              <a:t>Security</a:t>
            </a:r>
            <a:r>
              <a:rPr dirty="0" sz="2050" spc="-145" b="1">
                <a:solidFill>
                  <a:srgbClr val="232323"/>
                </a:solidFill>
                <a:latin typeface="Tahoma"/>
                <a:cs typeface="Tahoma"/>
              </a:rPr>
              <a:t> G</a:t>
            </a:r>
            <a:r>
              <a:rPr dirty="0" sz="2050" spc="-14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75" b="1">
                <a:solidFill>
                  <a:srgbClr val="232323"/>
                </a:solidFill>
                <a:latin typeface="Tahoma"/>
                <a:cs typeface="Tahoma"/>
              </a:rPr>
              <a:t>Privacy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3048" y="3168383"/>
            <a:ext cx="5106670" cy="47117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78435" marR="1198245">
              <a:lnSpc>
                <a:spcPts val="1730"/>
              </a:lnSpc>
              <a:spcBef>
                <a:spcPts val="200"/>
              </a:spcBef>
            </a:pPr>
            <a:r>
              <a:rPr dirty="0" sz="1450">
                <a:solidFill>
                  <a:srgbClr val="646159"/>
                </a:solidFill>
                <a:latin typeface="Trebuchet MS"/>
                <a:cs typeface="Trebuchet MS"/>
              </a:rPr>
              <a:t>OAuth</a:t>
            </a:r>
            <a:r>
              <a:rPr dirty="0" sz="1450" spc="-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 spc="-55">
                <a:solidFill>
                  <a:srgbClr val="646159"/>
                </a:solidFill>
                <a:latin typeface="Trebuchet MS"/>
                <a:cs typeface="Trebuchet MS"/>
              </a:rPr>
              <a:t>2.0,</a:t>
            </a:r>
            <a:r>
              <a:rPr dirty="0" sz="1450" spc="-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646159"/>
                </a:solidFill>
                <a:latin typeface="Trebuchet MS"/>
                <a:cs typeface="Trebuchet MS"/>
              </a:rPr>
              <a:t>Scrypt</a:t>
            </a:r>
            <a:r>
              <a:rPr dirty="0" sz="1450" spc="-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646159"/>
                </a:solidFill>
                <a:latin typeface="Trebuchet MS"/>
                <a:cs typeface="Trebuchet MS"/>
              </a:rPr>
              <a:t>password</a:t>
            </a:r>
            <a:r>
              <a:rPr dirty="0" sz="1450" spc="-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646159"/>
                </a:solidFill>
                <a:latin typeface="Trebuchet MS"/>
                <a:cs typeface="Trebuchet MS"/>
              </a:rPr>
              <a:t>hashing,</a:t>
            </a:r>
            <a:r>
              <a:rPr dirty="0" sz="1450" spc="-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646159"/>
                </a:solidFill>
                <a:latin typeface="Trebuchet MS"/>
                <a:cs typeface="Trebuchet MS"/>
              </a:rPr>
              <a:t>AES-</a:t>
            </a:r>
            <a:r>
              <a:rPr dirty="0" sz="1450" spc="-25">
                <a:solidFill>
                  <a:srgbClr val="646159"/>
                </a:solidFill>
                <a:latin typeface="Trebuchet MS"/>
                <a:cs typeface="Trebuchet MS"/>
              </a:rPr>
              <a:t>256 </a:t>
            </a:r>
            <a:r>
              <a:rPr dirty="0" sz="1450" spc="-30">
                <a:solidFill>
                  <a:srgbClr val="646159"/>
                </a:solidFill>
                <a:latin typeface="Trebuchet MS"/>
                <a:cs typeface="Trebuchet MS"/>
              </a:rPr>
              <a:t>encryption,</a:t>
            </a:r>
            <a:r>
              <a:rPr dirty="0" sz="145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45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646159"/>
                </a:solidFill>
                <a:latin typeface="Trebuchet MS"/>
                <a:cs typeface="Trebuchet MS"/>
              </a:rPr>
              <a:t>KVKK</a:t>
            </a:r>
            <a:r>
              <a:rPr dirty="0" sz="145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646159"/>
                </a:solidFill>
                <a:latin typeface="Trebuchet MS"/>
                <a:cs typeface="Trebuchet MS"/>
              </a:rPr>
              <a:t>compliance.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491416" y="2392642"/>
            <a:ext cx="3794125" cy="1597660"/>
            <a:chOff x="10491416" y="2392642"/>
            <a:chExt cx="3794125" cy="1597660"/>
          </a:xfrm>
        </p:grpSpPr>
        <p:sp>
          <p:nvSpPr>
            <p:cNvPr id="18" name="object 18"/>
            <p:cNvSpPr/>
            <p:nvPr/>
          </p:nvSpPr>
          <p:spPr>
            <a:xfrm>
              <a:off x="10500942" y="2402167"/>
              <a:ext cx="3775075" cy="1578610"/>
            </a:xfrm>
            <a:custGeom>
              <a:avLst/>
              <a:gdLst/>
              <a:ahLst/>
              <a:cxnLst/>
              <a:rect l="l" t="t" r="r" b="b"/>
              <a:pathLst>
                <a:path w="3775075" h="1578610">
                  <a:moveTo>
                    <a:pt x="3650456" y="1578578"/>
                  </a:moveTo>
                  <a:lnTo>
                    <a:pt x="124396" y="1578578"/>
                  </a:lnTo>
                  <a:lnTo>
                    <a:pt x="75987" y="1568865"/>
                  </a:lnTo>
                  <a:lnTo>
                    <a:pt x="36445" y="1542383"/>
                  </a:lnTo>
                  <a:lnTo>
                    <a:pt x="9779" y="1503113"/>
                  </a:lnTo>
                  <a:lnTo>
                    <a:pt x="0" y="1455038"/>
                  </a:lnTo>
                  <a:lnTo>
                    <a:pt x="0" y="123539"/>
                  </a:lnTo>
                  <a:lnTo>
                    <a:pt x="9779" y="75464"/>
                  </a:lnTo>
                  <a:lnTo>
                    <a:pt x="36445" y="36194"/>
                  </a:lnTo>
                  <a:lnTo>
                    <a:pt x="75987" y="9712"/>
                  </a:lnTo>
                  <a:lnTo>
                    <a:pt x="124396" y="0"/>
                  </a:lnTo>
                  <a:lnTo>
                    <a:pt x="3650456" y="0"/>
                  </a:lnTo>
                  <a:lnTo>
                    <a:pt x="3698865" y="9712"/>
                  </a:lnTo>
                  <a:lnTo>
                    <a:pt x="3738407" y="36194"/>
                  </a:lnTo>
                  <a:lnTo>
                    <a:pt x="3765073" y="75464"/>
                  </a:lnTo>
                  <a:lnTo>
                    <a:pt x="3774852" y="123539"/>
                  </a:lnTo>
                  <a:lnTo>
                    <a:pt x="3774852" y="1455038"/>
                  </a:lnTo>
                  <a:lnTo>
                    <a:pt x="3765073" y="1503113"/>
                  </a:lnTo>
                  <a:lnTo>
                    <a:pt x="3738407" y="1542383"/>
                  </a:lnTo>
                  <a:lnTo>
                    <a:pt x="3698865" y="1568865"/>
                  </a:lnTo>
                  <a:lnTo>
                    <a:pt x="3650456" y="1578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491416" y="2392642"/>
              <a:ext cx="3794125" cy="1597660"/>
            </a:xfrm>
            <a:custGeom>
              <a:avLst/>
              <a:gdLst/>
              <a:ahLst/>
              <a:cxnLst/>
              <a:rect l="l" t="t" r="r" b="b"/>
              <a:pathLst>
                <a:path w="3794125" h="1597660">
                  <a:moveTo>
                    <a:pt x="133921" y="1597628"/>
                  </a:moveTo>
                  <a:lnTo>
                    <a:pt x="91610" y="1590848"/>
                  </a:lnTo>
                  <a:lnTo>
                    <a:pt x="54850" y="1571967"/>
                  </a:lnTo>
                  <a:lnTo>
                    <a:pt x="25853" y="1543168"/>
                  </a:lnTo>
                  <a:lnTo>
                    <a:pt x="6832" y="1506639"/>
                  </a:lnTo>
                  <a:lnTo>
                    <a:pt x="0" y="1464563"/>
                  </a:lnTo>
                  <a:lnTo>
                    <a:pt x="0" y="133064"/>
                  </a:lnTo>
                  <a:lnTo>
                    <a:pt x="6832" y="90988"/>
                  </a:lnTo>
                  <a:lnTo>
                    <a:pt x="25853" y="54459"/>
                  </a:lnTo>
                  <a:lnTo>
                    <a:pt x="54850" y="25661"/>
                  </a:lnTo>
                  <a:lnTo>
                    <a:pt x="91610" y="6779"/>
                  </a:lnTo>
                  <a:lnTo>
                    <a:pt x="133921" y="0"/>
                  </a:lnTo>
                  <a:lnTo>
                    <a:pt x="3659981" y="0"/>
                  </a:lnTo>
                  <a:lnTo>
                    <a:pt x="3659981" y="9525"/>
                  </a:lnTo>
                  <a:lnTo>
                    <a:pt x="133921" y="9525"/>
                  </a:lnTo>
                  <a:lnTo>
                    <a:pt x="133921" y="19050"/>
                  </a:lnTo>
                  <a:lnTo>
                    <a:pt x="89170" y="28024"/>
                  </a:lnTo>
                  <a:lnTo>
                    <a:pt x="52661" y="52482"/>
                  </a:lnTo>
                  <a:lnTo>
                    <a:pt x="28064" y="88728"/>
                  </a:lnTo>
                  <a:lnTo>
                    <a:pt x="19050" y="133064"/>
                  </a:lnTo>
                  <a:lnTo>
                    <a:pt x="19050" y="1464563"/>
                  </a:lnTo>
                  <a:lnTo>
                    <a:pt x="28064" y="1508899"/>
                  </a:lnTo>
                  <a:lnTo>
                    <a:pt x="52661" y="1545145"/>
                  </a:lnTo>
                  <a:lnTo>
                    <a:pt x="89170" y="1569604"/>
                  </a:lnTo>
                  <a:lnTo>
                    <a:pt x="133921" y="1578578"/>
                  </a:lnTo>
                  <a:lnTo>
                    <a:pt x="3726181" y="1578578"/>
                  </a:lnTo>
                  <a:lnTo>
                    <a:pt x="3707637" y="1588103"/>
                  </a:lnTo>
                  <a:lnTo>
                    <a:pt x="133921" y="1588103"/>
                  </a:lnTo>
                  <a:lnTo>
                    <a:pt x="133921" y="1597628"/>
                  </a:lnTo>
                  <a:close/>
                </a:path>
                <a:path w="3794125" h="1597660">
                  <a:moveTo>
                    <a:pt x="3726181" y="1578578"/>
                  </a:moveTo>
                  <a:lnTo>
                    <a:pt x="3659981" y="1578578"/>
                  </a:lnTo>
                  <a:lnTo>
                    <a:pt x="3704732" y="1569604"/>
                  </a:lnTo>
                  <a:lnTo>
                    <a:pt x="3741241" y="1545145"/>
                  </a:lnTo>
                  <a:lnTo>
                    <a:pt x="3765838" y="1508899"/>
                  </a:lnTo>
                  <a:lnTo>
                    <a:pt x="3774852" y="1464563"/>
                  </a:lnTo>
                  <a:lnTo>
                    <a:pt x="3774852" y="133064"/>
                  </a:lnTo>
                  <a:lnTo>
                    <a:pt x="3765838" y="88728"/>
                  </a:lnTo>
                  <a:lnTo>
                    <a:pt x="3741241" y="52482"/>
                  </a:lnTo>
                  <a:lnTo>
                    <a:pt x="3704732" y="28024"/>
                  </a:lnTo>
                  <a:lnTo>
                    <a:pt x="3659981" y="19050"/>
                  </a:lnTo>
                  <a:lnTo>
                    <a:pt x="133921" y="19050"/>
                  </a:lnTo>
                  <a:lnTo>
                    <a:pt x="133921" y="9525"/>
                  </a:lnTo>
                  <a:lnTo>
                    <a:pt x="3659981" y="9525"/>
                  </a:lnTo>
                  <a:lnTo>
                    <a:pt x="3659981" y="0"/>
                  </a:lnTo>
                  <a:lnTo>
                    <a:pt x="3702292" y="6779"/>
                  </a:lnTo>
                  <a:lnTo>
                    <a:pt x="3739052" y="25661"/>
                  </a:lnTo>
                  <a:lnTo>
                    <a:pt x="3768049" y="54459"/>
                  </a:lnTo>
                  <a:lnTo>
                    <a:pt x="3787070" y="90988"/>
                  </a:lnTo>
                  <a:lnTo>
                    <a:pt x="3793902" y="133064"/>
                  </a:lnTo>
                  <a:lnTo>
                    <a:pt x="3793902" y="1464563"/>
                  </a:lnTo>
                  <a:lnTo>
                    <a:pt x="3787070" y="1506639"/>
                  </a:lnTo>
                  <a:lnTo>
                    <a:pt x="3768049" y="1543168"/>
                  </a:lnTo>
                  <a:lnTo>
                    <a:pt x="3739052" y="1571967"/>
                  </a:lnTo>
                  <a:lnTo>
                    <a:pt x="3726181" y="157857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133921" y="1597628"/>
                  </a:lnTo>
                  <a:lnTo>
                    <a:pt x="133921" y="1588103"/>
                  </a:lnTo>
                  <a:lnTo>
                    <a:pt x="3659981" y="1588103"/>
                  </a:lnTo>
                  <a:lnTo>
                    <a:pt x="3659981" y="159762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3659981" y="1588103"/>
                  </a:lnTo>
                  <a:lnTo>
                    <a:pt x="3707637" y="1588103"/>
                  </a:lnTo>
                  <a:lnTo>
                    <a:pt x="3702292" y="1590848"/>
                  </a:lnTo>
                  <a:lnTo>
                    <a:pt x="3659981" y="1597628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669854" y="2571101"/>
              <a:ext cx="128905" cy="1240790"/>
            </a:xfrm>
            <a:custGeom>
              <a:avLst/>
              <a:gdLst/>
              <a:ahLst/>
              <a:cxnLst/>
              <a:rect l="l" t="t" r="r" b="b"/>
              <a:pathLst>
                <a:path w="128904" h="1240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36433"/>
                  </a:lnTo>
                  <a:lnTo>
                    <a:pt x="4051" y="1240497"/>
                  </a:lnTo>
                  <a:lnTo>
                    <a:pt x="124815" y="1240497"/>
                  </a:lnTo>
                  <a:lnTo>
                    <a:pt x="128879" y="1236433"/>
                  </a:lnTo>
                  <a:lnTo>
                    <a:pt x="128879" y="1231201"/>
                  </a:lnTo>
                  <a:lnTo>
                    <a:pt x="128866" y="1221676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0954956" y="2635974"/>
            <a:ext cx="2063114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0" b="1">
                <a:solidFill>
                  <a:srgbClr val="232323"/>
                </a:solidFill>
                <a:latin typeface="Tahoma"/>
                <a:cs typeface="Tahoma"/>
              </a:rPr>
              <a:t>Platform</a:t>
            </a:r>
            <a:r>
              <a:rPr dirty="0" sz="2050" spc="-14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70" b="1">
                <a:solidFill>
                  <a:srgbClr val="232323"/>
                </a:solidFill>
                <a:latin typeface="Tahoma"/>
                <a:cs typeface="Tahoma"/>
              </a:rPr>
              <a:t>support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54956" y="3164573"/>
            <a:ext cx="2835910" cy="267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iOS</a:t>
            </a:r>
            <a:r>
              <a:rPr dirty="0" sz="16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13+</a:t>
            </a:r>
            <a:r>
              <a:rPr dirty="0" sz="16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6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40">
                <a:solidFill>
                  <a:srgbClr val="646159"/>
                </a:solidFill>
                <a:latin typeface="Trebuchet MS"/>
                <a:cs typeface="Trebuchet MS"/>
              </a:rPr>
              <a:t>Android</a:t>
            </a:r>
            <a:r>
              <a:rPr dirty="0" sz="16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8+</a:t>
            </a:r>
            <a:r>
              <a:rPr dirty="0" sz="16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support.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19975" y="4588916"/>
            <a:ext cx="3794125" cy="1597660"/>
            <a:chOff x="1019975" y="4588916"/>
            <a:chExt cx="3794125" cy="1597660"/>
          </a:xfrm>
        </p:grpSpPr>
        <p:sp>
          <p:nvSpPr>
            <p:cNvPr id="24" name="object 24"/>
            <p:cNvSpPr/>
            <p:nvPr/>
          </p:nvSpPr>
          <p:spPr>
            <a:xfrm>
              <a:off x="1029500" y="4598441"/>
              <a:ext cx="3775075" cy="1578610"/>
            </a:xfrm>
            <a:custGeom>
              <a:avLst/>
              <a:gdLst/>
              <a:ahLst/>
              <a:cxnLst/>
              <a:rect l="l" t="t" r="r" b="b"/>
              <a:pathLst>
                <a:path w="3775075" h="1578610">
                  <a:moveTo>
                    <a:pt x="3650455" y="1578578"/>
                  </a:moveTo>
                  <a:lnTo>
                    <a:pt x="124396" y="1578578"/>
                  </a:lnTo>
                  <a:lnTo>
                    <a:pt x="75987" y="1568865"/>
                  </a:lnTo>
                  <a:lnTo>
                    <a:pt x="36445" y="1542383"/>
                  </a:lnTo>
                  <a:lnTo>
                    <a:pt x="9779" y="1503113"/>
                  </a:lnTo>
                  <a:lnTo>
                    <a:pt x="0" y="1455038"/>
                  </a:lnTo>
                  <a:lnTo>
                    <a:pt x="0" y="123539"/>
                  </a:lnTo>
                  <a:lnTo>
                    <a:pt x="9779" y="75464"/>
                  </a:lnTo>
                  <a:lnTo>
                    <a:pt x="36445" y="36194"/>
                  </a:lnTo>
                  <a:lnTo>
                    <a:pt x="75987" y="9712"/>
                  </a:lnTo>
                  <a:lnTo>
                    <a:pt x="124396" y="0"/>
                  </a:lnTo>
                  <a:lnTo>
                    <a:pt x="3650455" y="0"/>
                  </a:lnTo>
                  <a:lnTo>
                    <a:pt x="3698865" y="9712"/>
                  </a:lnTo>
                  <a:lnTo>
                    <a:pt x="3738407" y="36194"/>
                  </a:lnTo>
                  <a:lnTo>
                    <a:pt x="3765072" y="75464"/>
                  </a:lnTo>
                  <a:lnTo>
                    <a:pt x="3774852" y="123539"/>
                  </a:lnTo>
                  <a:lnTo>
                    <a:pt x="3774852" y="1455038"/>
                  </a:lnTo>
                  <a:lnTo>
                    <a:pt x="3765072" y="1503113"/>
                  </a:lnTo>
                  <a:lnTo>
                    <a:pt x="3738407" y="1542383"/>
                  </a:lnTo>
                  <a:lnTo>
                    <a:pt x="3698865" y="1568865"/>
                  </a:lnTo>
                  <a:lnTo>
                    <a:pt x="3650455" y="1578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19975" y="4588916"/>
              <a:ext cx="3794125" cy="1597660"/>
            </a:xfrm>
            <a:custGeom>
              <a:avLst/>
              <a:gdLst/>
              <a:ahLst/>
              <a:cxnLst/>
              <a:rect l="l" t="t" r="r" b="b"/>
              <a:pathLst>
                <a:path w="3794125" h="1597660">
                  <a:moveTo>
                    <a:pt x="133921" y="1597628"/>
                  </a:moveTo>
                  <a:lnTo>
                    <a:pt x="91610" y="1590848"/>
                  </a:lnTo>
                  <a:lnTo>
                    <a:pt x="54850" y="1571967"/>
                  </a:lnTo>
                  <a:lnTo>
                    <a:pt x="25853" y="1543168"/>
                  </a:lnTo>
                  <a:lnTo>
                    <a:pt x="6832" y="1506639"/>
                  </a:lnTo>
                  <a:lnTo>
                    <a:pt x="0" y="1464563"/>
                  </a:lnTo>
                  <a:lnTo>
                    <a:pt x="0" y="133064"/>
                  </a:lnTo>
                  <a:lnTo>
                    <a:pt x="6832" y="90988"/>
                  </a:lnTo>
                  <a:lnTo>
                    <a:pt x="25853" y="54459"/>
                  </a:lnTo>
                  <a:lnTo>
                    <a:pt x="54850" y="25661"/>
                  </a:lnTo>
                  <a:lnTo>
                    <a:pt x="91610" y="6779"/>
                  </a:lnTo>
                  <a:lnTo>
                    <a:pt x="133921" y="0"/>
                  </a:lnTo>
                  <a:lnTo>
                    <a:pt x="3659981" y="0"/>
                  </a:lnTo>
                  <a:lnTo>
                    <a:pt x="3659981" y="9525"/>
                  </a:lnTo>
                  <a:lnTo>
                    <a:pt x="133921" y="9525"/>
                  </a:lnTo>
                  <a:lnTo>
                    <a:pt x="133921" y="19050"/>
                  </a:lnTo>
                  <a:lnTo>
                    <a:pt x="89170" y="28024"/>
                  </a:lnTo>
                  <a:lnTo>
                    <a:pt x="52661" y="52482"/>
                  </a:lnTo>
                  <a:lnTo>
                    <a:pt x="28064" y="88728"/>
                  </a:lnTo>
                  <a:lnTo>
                    <a:pt x="19050" y="133064"/>
                  </a:lnTo>
                  <a:lnTo>
                    <a:pt x="19050" y="1464563"/>
                  </a:lnTo>
                  <a:lnTo>
                    <a:pt x="28064" y="1508899"/>
                  </a:lnTo>
                  <a:lnTo>
                    <a:pt x="52661" y="1545145"/>
                  </a:lnTo>
                  <a:lnTo>
                    <a:pt x="89170" y="1569603"/>
                  </a:lnTo>
                  <a:lnTo>
                    <a:pt x="133921" y="1578578"/>
                  </a:lnTo>
                  <a:lnTo>
                    <a:pt x="3726181" y="1578578"/>
                  </a:lnTo>
                  <a:lnTo>
                    <a:pt x="3707636" y="1588103"/>
                  </a:lnTo>
                  <a:lnTo>
                    <a:pt x="133921" y="1588103"/>
                  </a:lnTo>
                  <a:lnTo>
                    <a:pt x="133921" y="1597628"/>
                  </a:lnTo>
                  <a:close/>
                </a:path>
                <a:path w="3794125" h="1597660">
                  <a:moveTo>
                    <a:pt x="3726181" y="1578578"/>
                  </a:moveTo>
                  <a:lnTo>
                    <a:pt x="3659981" y="1578578"/>
                  </a:lnTo>
                  <a:lnTo>
                    <a:pt x="3704732" y="1569603"/>
                  </a:lnTo>
                  <a:lnTo>
                    <a:pt x="3741241" y="1545145"/>
                  </a:lnTo>
                  <a:lnTo>
                    <a:pt x="3765837" y="1508899"/>
                  </a:lnTo>
                  <a:lnTo>
                    <a:pt x="3774852" y="1464563"/>
                  </a:lnTo>
                  <a:lnTo>
                    <a:pt x="3774852" y="133064"/>
                  </a:lnTo>
                  <a:lnTo>
                    <a:pt x="3765837" y="88728"/>
                  </a:lnTo>
                  <a:lnTo>
                    <a:pt x="3741241" y="52482"/>
                  </a:lnTo>
                  <a:lnTo>
                    <a:pt x="3704732" y="28024"/>
                  </a:lnTo>
                  <a:lnTo>
                    <a:pt x="3659981" y="19050"/>
                  </a:lnTo>
                  <a:lnTo>
                    <a:pt x="133921" y="19050"/>
                  </a:lnTo>
                  <a:lnTo>
                    <a:pt x="133921" y="9525"/>
                  </a:lnTo>
                  <a:lnTo>
                    <a:pt x="3659981" y="9525"/>
                  </a:lnTo>
                  <a:lnTo>
                    <a:pt x="3659981" y="0"/>
                  </a:lnTo>
                  <a:lnTo>
                    <a:pt x="3702291" y="6779"/>
                  </a:lnTo>
                  <a:lnTo>
                    <a:pt x="3739052" y="25661"/>
                  </a:lnTo>
                  <a:lnTo>
                    <a:pt x="3768049" y="54459"/>
                  </a:lnTo>
                  <a:lnTo>
                    <a:pt x="3787070" y="90988"/>
                  </a:lnTo>
                  <a:lnTo>
                    <a:pt x="3793902" y="133064"/>
                  </a:lnTo>
                  <a:lnTo>
                    <a:pt x="3793902" y="1464563"/>
                  </a:lnTo>
                  <a:lnTo>
                    <a:pt x="3787070" y="1506639"/>
                  </a:lnTo>
                  <a:lnTo>
                    <a:pt x="3768049" y="1543168"/>
                  </a:lnTo>
                  <a:lnTo>
                    <a:pt x="3739052" y="1571967"/>
                  </a:lnTo>
                  <a:lnTo>
                    <a:pt x="3726181" y="157857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133921" y="1597628"/>
                  </a:lnTo>
                  <a:lnTo>
                    <a:pt x="133921" y="1588103"/>
                  </a:lnTo>
                  <a:lnTo>
                    <a:pt x="3659981" y="1588103"/>
                  </a:lnTo>
                  <a:lnTo>
                    <a:pt x="3659981" y="159762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3659981" y="1588103"/>
                  </a:lnTo>
                  <a:lnTo>
                    <a:pt x="3707636" y="1588103"/>
                  </a:lnTo>
                  <a:lnTo>
                    <a:pt x="3702291" y="1590848"/>
                  </a:lnTo>
                  <a:lnTo>
                    <a:pt x="3659981" y="1597628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98410" y="4767376"/>
              <a:ext cx="128905" cy="1240790"/>
            </a:xfrm>
            <a:custGeom>
              <a:avLst/>
              <a:gdLst/>
              <a:ahLst/>
              <a:cxnLst/>
              <a:rect l="l" t="t" r="r" b="b"/>
              <a:pathLst>
                <a:path w="128905" h="1240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36433"/>
                  </a:lnTo>
                  <a:lnTo>
                    <a:pt x="4051" y="1240497"/>
                  </a:lnTo>
                  <a:lnTo>
                    <a:pt x="124815" y="1240497"/>
                  </a:lnTo>
                  <a:lnTo>
                    <a:pt x="128879" y="1236433"/>
                  </a:lnTo>
                  <a:lnTo>
                    <a:pt x="128879" y="1231201"/>
                  </a:lnTo>
                  <a:lnTo>
                    <a:pt x="128866" y="1221676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317764" y="4832248"/>
            <a:ext cx="41459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050" spc="-65" b="1">
                <a:solidFill>
                  <a:srgbClr val="232323"/>
                </a:solidFill>
                <a:latin typeface="Tahoma"/>
                <a:cs typeface="Tahoma"/>
              </a:rPr>
              <a:t>Session</a:t>
            </a:r>
            <a:r>
              <a:rPr dirty="0" sz="2050" spc="-12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32323"/>
                </a:solidFill>
                <a:latin typeface="Tahoma"/>
                <a:cs typeface="Tahoma"/>
              </a:rPr>
              <a:t>safety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17764" y="5360847"/>
            <a:ext cx="4145915" cy="50609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78435" marR="1461135">
              <a:lnSpc>
                <a:spcPts val="1880"/>
              </a:lnSpc>
              <a:spcBef>
                <a:spcPts val="185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User</a:t>
            </a:r>
            <a:r>
              <a:rPr dirty="0" sz="1600" spc="-6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sessions</a:t>
            </a:r>
            <a:r>
              <a:rPr dirty="0" sz="1600" spc="-6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75">
                <a:solidFill>
                  <a:srgbClr val="646159"/>
                </a:solidFill>
                <a:latin typeface="Trebuchet MS"/>
                <a:cs typeface="Trebuchet MS"/>
              </a:rPr>
              <a:t>expire</a:t>
            </a:r>
            <a:r>
              <a:rPr dirty="0" sz="1600" spc="-6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85">
                <a:solidFill>
                  <a:srgbClr val="646159"/>
                </a:solidFill>
                <a:latin typeface="Trebuchet MS"/>
                <a:cs typeface="Trebuchet MS"/>
              </a:rPr>
              <a:t>after</a:t>
            </a:r>
            <a:r>
              <a:rPr dirty="0" sz="1600" spc="-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15 minutes</a:t>
            </a:r>
            <a:r>
              <a:rPr dirty="0" sz="16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60">
                <a:solidFill>
                  <a:srgbClr val="646159"/>
                </a:solidFill>
                <a:latin typeface="Trebuchet MS"/>
                <a:cs typeface="Trebuchet MS"/>
              </a:rPr>
              <a:t>of</a:t>
            </a:r>
            <a:r>
              <a:rPr dirty="0" sz="16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inactivity.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275259" y="4588916"/>
            <a:ext cx="4754880" cy="1597660"/>
            <a:chOff x="5275259" y="4588916"/>
            <a:chExt cx="4754880" cy="1597660"/>
          </a:xfrm>
        </p:grpSpPr>
        <p:sp>
          <p:nvSpPr>
            <p:cNvPr id="30" name="object 30"/>
            <p:cNvSpPr/>
            <p:nvPr/>
          </p:nvSpPr>
          <p:spPr>
            <a:xfrm>
              <a:off x="5284784" y="4598441"/>
              <a:ext cx="4735830" cy="1578610"/>
            </a:xfrm>
            <a:custGeom>
              <a:avLst/>
              <a:gdLst/>
              <a:ahLst/>
              <a:cxnLst/>
              <a:rect l="l" t="t" r="r" b="b"/>
              <a:pathLst>
                <a:path w="4735830" h="1578610">
                  <a:moveTo>
                    <a:pt x="4611242" y="1578578"/>
                  </a:moveTo>
                  <a:lnTo>
                    <a:pt x="124491" y="1578578"/>
                  </a:lnTo>
                  <a:lnTo>
                    <a:pt x="76027" y="1568865"/>
                  </a:lnTo>
                  <a:lnTo>
                    <a:pt x="36457" y="1542383"/>
                  </a:lnTo>
                  <a:lnTo>
                    <a:pt x="9781" y="1503113"/>
                  </a:lnTo>
                  <a:lnTo>
                    <a:pt x="0" y="1455038"/>
                  </a:lnTo>
                  <a:lnTo>
                    <a:pt x="0" y="123539"/>
                  </a:lnTo>
                  <a:lnTo>
                    <a:pt x="9781" y="75464"/>
                  </a:lnTo>
                  <a:lnTo>
                    <a:pt x="36457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611242" y="0"/>
                  </a:lnTo>
                  <a:lnTo>
                    <a:pt x="4659707" y="9712"/>
                  </a:lnTo>
                  <a:lnTo>
                    <a:pt x="4699277" y="36194"/>
                  </a:lnTo>
                  <a:lnTo>
                    <a:pt x="4725953" y="75464"/>
                  </a:lnTo>
                  <a:lnTo>
                    <a:pt x="4735734" y="123539"/>
                  </a:lnTo>
                  <a:lnTo>
                    <a:pt x="4735734" y="1455038"/>
                  </a:lnTo>
                  <a:lnTo>
                    <a:pt x="4725953" y="1503113"/>
                  </a:lnTo>
                  <a:lnTo>
                    <a:pt x="4699277" y="1542383"/>
                  </a:lnTo>
                  <a:lnTo>
                    <a:pt x="4659707" y="1568865"/>
                  </a:lnTo>
                  <a:lnTo>
                    <a:pt x="4611242" y="1578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275259" y="4588916"/>
              <a:ext cx="4754880" cy="1597660"/>
            </a:xfrm>
            <a:custGeom>
              <a:avLst/>
              <a:gdLst/>
              <a:ahLst/>
              <a:cxnLst/>
              <a:rect l="l" t="t" r="r" b="b"/>
              <a:pathLst>
                <a:path w="4754880" h="1597660">
                  <a:moveTo>
                    <a:pt x="134016" y="1597628"/>
                  </a:moveTo>
                  <a:lnTo>
                    <a:pt x="91696" y="1590848"/>
                  </a:lnTo>
                  <a:lnTo>
                    <a:pt x="54912" y="1571967"/>
                  </a:lnTo>
                  <a:lnTo>
                    <a:pt x="25886" y="1543168"/>
                  </a:lnTo>
                  <a:lnTo>
                    <a:pt x="6841" y="1506639"/>
                  </a:lnTo>
                  <a:lnTo>
                    <a:pt x="0" y="1464563"/>
                  </a:lnTo>
                  <a:lnTo>
                    <a:pt x="0" y="133064"/>
                  </a:lnTo>
                  <a:lnTo>
                    <a:pt x="6841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620767" y="0"/>
                  </a:lnTo>
                  <a:lnTo>
                    <a:pt x="4620767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8" y="52482"/>
                  </a:lnTo>
                  <a:lnTo>
                    <a:pt x="28079" y="88728"/>
                  </a:lnTo>
                  <a:lnTo>
                    <a:pt x="19049" y="133064"/>
                  </a:lnTo>
                  <a:lnTo>
                    <a:pt x="19049" y="1464563"/>
                  </a:lnTo>
                  <a:lnTo>
                    <a:pt x="28079" y="1508899"/>
                  </a:lnTo>
                  <a:lnTo>
                    <a:pt x="52708" y="1545145"/>
                  </a:lnTo>
                  <a:lnTo>
                    <a:pt x="89250" y="1569603"/>
                  </a:lnTo>
                  <a:lnTo>
                    <a:pt x="134016" y="1578578"/>
                  </a:lnTo>
                  <a:lnTo>
                    <a:pt x="4686992" y="1578578"/>
                  </a:lnTo>
                  <a:lnTo>
                    <a:pt x="4668436" y="1588103"/>
                  </a:lnTo>
                  <a:lnTo>
                    <a:pt x="134016" y="1588103"/>
                  </a:lnTo>
                  <a:lnTo>
                    <a:pt x="134016" y="1597628"/>
                  </a:lnTo>
                  <a:close/>
                </a:path>
                <a:path w="4754880" h="1597660">
                  <a:moveTo>
                    <a:pt x="4686992" y="1578578"/>
                  </a:moveTo>
                  <a:lnTo>
                    <a:pt x="4620767" y="1578578"/>
                  </a:lnTo>
                  <a:lnTo>
                    <a:pt x="4665573" y="1569603"/>
                  </a:lnTo>
                  <a:lnTo>
                    <a:pt x="4702111" y="1545145"/>
                  </a:lnTo>
                  <a:lnTo>
                    <a:pt x="4726718" y="1508899"/>
                  </a:lnTo>
                  <a:lnTo>
                    <a:pt x="4735734" y="1464563"/>
                  </a:lnTo>
                  <a:lnTo>
                    <a:pt x="4735734" y="133064"/>
                  </a:lnTo>
                  <a:lnTo>
                    <a:pt x="4726705" y="88728"/>
                  </a:lnTo>
                  <a:lnTo>
                    <a:pt x="4702075" y="52482"/>
                  </a:lnTo>
                  <a:lnTo>
                    <a:pt x="4665533" y="28024"/>
                  </a:lnTo>
                  <a:lnTo>
                    <a:pt x="4620767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620767" y="9525"/>
                  </a:lnTo>
                  <a:lnTo>
                    <a:pt x="4620767" y="0"/>
                  </a:lnTo>
                  <a:lnTo>
                    <a:pt x="4663124" y="6779"/>
                  </a:lnTo>
                  <a:lnTo>
                    <a:pt x="4699913" y="25661"/>
                  </a:lnTo>
                  <a:lnTo>
                    <a:pt x="4728925" y="54459"/>
                  </a:lnTo>
                  <a:lnTo>
                    <a:pt x="4747951" y="90988"/>
                  </a:lnTo>
                  <a:lnTo>
                    <a:pt x="4754784" y="133064"/>
                  </a:lnTo>
                  <a:lnTo>
                    <a:pt x="4754784" y="1464563"/>
                  </a:lnTo>
                  <a:lnTo>
                    <a:pt x="4747942" y="1506639"/>
                  </a:lnTo>
                  <a:lnTo>
                    <a:pt x="4728897" y="1543168"/>
                  </a:lnTo>
                  <a:lnTo>
                    <a:pt x="4699872" y="1571967"/>
                  </a:lnTo>
                  <a:lnTo>
                    <a:pt x="4686992" y="1578578"/>
                  </a:lnTo>
                  <a:close/>
                </a:path>
                <a:path w="4754880" h="1597660">
                  <a:moveTo>
                    <a:pt x="4620767" y="1597628"/>
                  </a:moveTo>
                  <a:lnTo>
                    <a:pt x="134016" y="1597628"/>
                  </a:lnTo>
                  <a:lnTo>
                    <a:pt x="134016" y="1588103"/>
                  </a:lnTo>
                  <a:lnTo>
                    <a:pt x="4620767" y="1588103"/>
                  </a:lnTo>
                  <a:lnTo>
                    <a:pt x="4620767" y="1597628"/>
                  </a:lnTo>
                  <a:close/>
                </a:path>
                <a:path w="4754880" h="1597660">
                  <a:moveTo>
                    <a:pt x="4620767" y="1597628"/>
                  </a:moveTo>
                  <a:lnTo>
                    <a:pt x="4620767" y="1588103"/>
                  </a:lnTo>
                  <a:lnTo>
                    <a:pt x="4668436" y="1588103"/>
                  </a:lnTo>
                  <a:lnTo>
                    <a:pt x="4663088" y="1590848"/>
                  </a:lnTo>
                  <a:lnTo>
                    <a:pt x="4620767" y="1597628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453697" y="4767376"/>
              <a:ext cx="128905" cy="1240790"/>
            </a:xfrm>
            <a:custGeom>
              <a:avLst/>
              <a:gdLst/>
              <a:ahLst/>
              <a:cxnLst/>
              <a:rect l="l" t="t" r="r" b="b"/>
              <a:pathLst>
                <a:path w="128904" h="1240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36433"/>
                  </a:lnTo>
                  <a:lnTo>
                    <a:pt x="4051" y="1240497"/>
                  </a:lnTo>
                  <a:lnTo>
                    <a:pt x="124815" y="1240497"/>
                  </a:lnTo>
                  <a:lnTo>
                    <a:pt x="128879" y="1236433"/>
                  </a:lnTo>
                  <a:lnTo>
                    <a:pt x="128879" y="1231201"/>
                  </a:lnTo>
                  <a:lnTo>
                    <a:pt x="128866" y="1221676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573048" y="4832248"/>
            <a:ext cx="510667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050" spc="-215" b="1">
                <a:solidFill>
                  <a:srgbClr val="232323"/>
                </a:solidFill>
                <a:latin typeface="Tahoma"/>
                <a:cs typeface="Tahoma"/>
              </a:rPr>
              <a:t>API</a:t>
            </a:r>
            <a:r>
              <a:rPr dirty="0" sz="2050" spc="-17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32323"/>
                </a:solidFill>
                <a:latin typeface="Tahoma"/>
                <a:cs typeface="Tahoma"/>
              </a:rPr>
              <a:t>communication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73048" y="5360847"/>
            <a:ext cx="5106670" cy="50609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78435" marR="1145540">
              <a:lnSpc>
                <a:spcPts val="1880"/>
              </a:lnSpc>
              <a:spcBef>
                <a:spcPts val="185"/>
              </a:spcBef>
            </a:pP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System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components</a:t>
            </a:r>
            <a:r>
              <a:rPr dirty="0" sz="16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communicate</a:t>
            </a:r>
            <a:r>
              <a:rPr dirty="0" sz="16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through </a:t>
            </a:r>
            <a:r>
              <a:rPr dirty="0" sz="1600" spc="-35">
                <a:solidFill>
                  <a:srgbClr val="646159"/>
                </a:solidFill>
                <a:latin typeface="Trebuchet MS"/>
                <a:cs typeface="Trebuchet MS"/>
              </a:rPr>
              <a:t>RESTful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646159"/>
                </a:solidFill>
                <a:latin typeface="Trebuchet MS"/>
                <a:cs typeface="Trebuchet MS"/>
              </a:rPr>
              <a:t>APIs.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491416" y="4588916"/>
            <a:ext cx="3794125" cy="1597660"/>
            <a:chOff x="10491416" y="4588916"/>
            <a:chExt cx="3794125" cy="1597660"/>
          </a:xfrm>
        </p:grpSpPr>
        <p:sp>
          <p:nvSpPr>
            <p:cNvPr id="36" name="object 36"/>
            <p:cNvSpPr/>
            <p:nvPr/>
          </p:nvSpPr>
          <p:spPr>
            <a:xfrm>
              <a:off x="10500942" y="4598441"/>
              <a:ext cx="3775075" cy="1578610"/>
            </a:xfrm>
            <a:custGeom>
              <a:avLst/>
              <a:gdLst/>
              <a:ahLst/>
              <a:cxnLst/>
              <a:rect l="l" t="t" r="r" b="b"/>
              <a:pathLst>
                <a:path w="3775075" h="1578610">
                  <a:moveTo>
                    <a:pt x="3650456" y="1578578"/>
                  </a:moveTo>
                  <a:lnTo>
                    <a:pt x="124396" y="1578578"/>
                  </a:lnTo>
                  <a:lnTo>
                    <a:pt x="75987" y="1568865"/>
                  </a:lnTo>
                  <a:lnTo>
                    <a:pt x="36445" y="1542383"/>
                  </a:lnTo>
                  <a:lnTo>
                    <a:pt x="9779" y="1503113"/>
                  </a:lnTo>
                  <a:lnTo>
                    <a:pt x="0" y="1455038"/>
                  </a:lnTo>
                  <a:lnTo>
                    <a:pt x="0" y="123539"/>
                  </a:lnTo>
                  <a:lnTo>
                    <a:pt x="9779" y="75464"/>
                  </a:lnTo>
                  <a:lnTo>
                    <a:pt x="36445" y="36194"/>
                  </a:lnTo>
                  <a:lnTo>
                    <a:pt x="75987" y="9712"/>
                  </a:lnTo>
                  <a:lnTo>
                    <a:pt x="124396" y="0"/>
                  </a:lnTo>
                  <a:lnTo>
                    <a:pt x="3650456" y="0"/>
                  </a:lnTo>
                  <a:lnTo>
                    <a:pt x="3698865" y="9712"/>
                  </a:lnTo>
                  <a:lnTo>
                    <a:pt x="3738407" y="36194"/>
                  </a:lnTo>
                  <a:lnTo>
                    <a:pt x="3765073" y="75464"/>
                  </a:lnTo>
                  <a:lnTo>
                    <a:pt x="3774852" y="123539"/>
                  </a:lnTo>
                  <a:lnTo>
                    <a:pt x="3774852" y="1455038"/>
                  </a:lnTo>
                  <a:lnTo>
                    <a:pt x="3765073" y="1503113"/>
                  </a:lnTo>
                  <a:lnTo>
                    <a:pt x="3738407" y="1542383"/>
                  </a:lnTo>
                  <a:lnTo>
                    <a:pt x="3698865" y="1568865"/>
                  </a:lnTo>
                  <a:lnTo>
                    <a:pt x="3650456" y="1578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0491416" y="4588916"/>
              <a:ext cx="3794125" cy="1597660"/>
            </a:xfrm>
            <a:custGeom>
              <a:avLst/>
              <a:gdLst/>
              <a:ahLst/>
              <a:cxnLst/>
              <a:rect l="l" t="t" r="r" b="b"/>
              <a:pathLst>
                <a:path w="3794125" h="1597660">
                  <a:moveTo>
                    <a:pt x="133921" y="1597628"/>
                  </a:moveTo>
                  <a:lnTo>
                    <a:pt x="91610" y="1590848"/>
                  </a:lnTo>
                  <a:lnTo>
                    <a:pt x="54850" y="1571967"/>
                  </a:lnTo>
                  <a:lnTo>
                    <a:pt x="25853" y="1543168"/>
                  </a:lnTo>
                  <a:lnTo>
                    <a:pt x="6832" y="1506639"/>
                  </a:lnTo>
                  <a:lnTo>
                    <a:pt x="0" y="1464563"/>
                  </a:lnTo>
                  <a:lnTo>
                    <a:pt x="0" y="133064"/>
                  </a:lnTo>
                  <a:lnTo>
                    <a:pt x="6832" y="90988"/>
                  </a:lnTo>
                  <a:lnTo>
                    <a:pt x="25853" y="54459"/>
                  </a:lnTo>
                  <a:lnTo>
                    <a:pt x="54850" y="25661"/>
                  </a:lnTo>
                  <a:lnTo>
                    <a:pt x="91610" y="6779"/>
                  </a:lnTo>
                  <a:lnTo>
                    <a:pt x="133921" y="0"/>
                  </a:lnTo>
                  <a:lnTo>
                    <a:pt x="3659981" y="0"/>
                  </a:lnTo>
                  <a:lnTo>
                    <a:pt x="3659981" y="9525"/>
                  </a:lnTo>
                  <a:lnTo>
                    <a:pt x="133921" y="9525"/>
                  </a:lnTo>
                  <a:lnTo>
                    <a:pt x="133921" y="19050"/>
                  </a:lnTo>
                  <a:lnTo>
                    <a:pt x="89170" y="28024"/>
                  </a:lnTo>
                  <a:lnTo>
                    <a:pt x="52661" y="52482"/>
                  </a:lnTo>
                  <a:lnTo>
                    <a:pt x="28064" y="88728"/>
                  </a:lnTo>
                  <a:lnTo>
                    <a:pt x="19050" y="133064"/>
                  </a:lnTo>
                  <a:lnTo>
                    <a:pt x="19050" y="1464563"/>
                  </a:lnTo>
                  <a:lnTo>
                    <a:pt x="28064" y="1508899"/>
                  </a:lnTo>
                  <a:lnTo>
                    <a:pt x="52661" y="1545145"/>
                  </a:lnTo>
                  <a:lnTo>
                    <a:pt x="89170" y="1569603"/>
                  </a:lnTo>
                  <a:lnTo>
                    <a:pt x="133921" y="1578578"/>
                  </a:lnTo>
                  <a:lnTo>
                    <a:pt x="3726181" y="1578578"/>
                  </a:lnTo>
                  <a:lnTo>
                    <a:pt x="3707637" y="1588103"/>
                  </a:lnTo>
                  <a:lnTo>
                    <a:pt x="133921" y="1588103"/>
                  </a:lnTo>
                  <a:lnTo>
                    <a:pt x="133921" y="1597628"/>
                  </a:lnTo>
                  <a:close/>
                </a:path>
                <a:path w="3794125" h="1597660">
                  <a:moveTo>
                    <a:pt x="3726181" y="1578578"/>
                  </a:moveTo>
                  <a:lnTo>
                    <a:pt x="3659981" y="1578578"/>
                  </a:lnTo>
                  <a:lnTo>
                    <a:pt x="3704732" y="1569603"/>
                  </a:lnTo>
                  <a:lnTo>
                    <a:pt x="3741241" y="1545145"/>
                  </a:lnTo>
                  <a:lnTo>
                    <a:pt x="3765838" y="1508899"/>
                  </a:lnTo>
                  <a:lnTo>
                    <a:pt x="3774852" y="1464563"/>
                  </a:lnTo>
                  <a:lnTo>
                    <a:pt x="3774852" y="133064"/>
                  </a:lnTo>
                  <a:lnTo>
                    <a:pt x="3765838" y="88728"/>
                  </a:lnTo>
                  <a:lnTo>
                    <a:pt x="3741241" y="52482"/>
                  </a:lnTo>
                  <a:lnTo>
                    <a:pt x="3704732" y="28024"/>
                  </a:lnTo>
                  <a:lnTo>
                    <a:pt x="3659981" y="19050"/>
                  </a:lnTo>
                  <a:lnTo>
                    <a:pt x="133921" y="19050"/>
                  </a:lnTo>
                  <a:lnTo>
                    <a:pt x="133921" y="9525"/>
                  </a:lnTo>
                  <a:lnTo>
                    <a:pt x="3659981" y="9525"/>
                  </a:lnTo>
                  <a:lnTo>
                    <a:pt x="3659981" y="0"/>
                  </a:lnTo>
                  <a:lnTo>
                    <a:pt x="3702292" y="6779"/>
                  </a:lnTo>
                  <a:lnTo>
                    <a:pt x="3739052" y="25661"/>
                  </a:lnTo>
                  <a:lnTo>
                    <a:pt x="3768049" y="54459"/>
                  </a:lnTo>
                  <a:lnTo>
                    <a:pt x="3787070" y="90988"/>
                  </a:lnTo>
                  <a:lnTo>
                    <a:pt x="3793902" y="133064"/>
                  </a:lnTo>
                  <a:lnTo>
                    <a:pt x="3793902" y="1464563"/>
                  </a:lnTo>
                  <a:lnTo>
                    <a:pt x="3787070" y="1506639"/>
                  </a:lnTo>
                  <a:lnTo>
                    <a:pt x="3768049" y="1543168"/>
                  </a:lnTo>
                  <a:lnTo>
                    <a:pt x="3739052" y="1571967"/>
                  </a:lnTo>
                  <a:lnTo>
                    <a:pt x="3726181" y="157857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133921" y="1597628"/>
                  </a:lnTo>
                  <a:lnTo>
                    <a:pt x="133921" y="1588103"/>
                  </a:lnTo>
                  <a:lnTo>
                    <a:pt x="3659981" y="1588103"/>
                  </a:lnTo>
                  <a:lnTo>
                    <a:pt x="3659981" y="1597628"/>
                  </a:lnTo>
                  <a:close/>
                </a:path>
                <a:path w="3794125" h="1597660">
                  <a:moveTo>
                    <a:pt x="3659981" y="1597628"/>
                  </a:moveTo>
                  <a:lnTo>
                    <a:pt x="3659981" y="1588103"/>
                  </a:lnTo>
                  <a:lnTo>
                    <a:pt x="3707637" y="1588103"/>
                  </a:lnTo>
                  <a:lnTo>
                    <a:pt x="3702292" y="1590848"/>
                  </a:lnTo>
                  <a:lnTo>
                    <a:pt x="3659981" y="1597628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0669854" y="4767376"/>
              <a:ext cx="128905" cy="1240790"/>
            </a:xfrm>
            <a:custGeom>
              <a:avLst/>
              <a:gdLst/>
              <a:ahLst/>
              <a:cxnLst/>
              <a:rect l="l" t="t" r="r" b="b"/>
              <a:pathLst>
                <a:path w="128904" h="1240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236433"/>
                  </a:lnTo>
                  <a:lnTo>
                    <a:pt x="4051" y="1240497"/>
                  </a:lnTo>
                  <a:lnTo>
                    <a:pt x="124815" y="1240497"/>
                  </a:lnTo>
                  <a:lnTo>
                    <a:pt x="128879" y="1236433"/>
                  </a:lnTo>
                  <a:lnTo>
                    <a:pt x="128879" y="1231201"/>
                  </a:lnTo>
                  <a:lnTo>
                    <a:pt x="128866" y="1221676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C762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10954956" y="4832248"/>
            <a:ext cx="203517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260" b="1">
                <a:solidFill>
                  <a:srgbClr val="232323"/>
                </a:solidFill>
                <a:latin typeface="Tahoma"/>
                <a:cs typeface="Tahoma"/>
              </a:rPr>
              <a:t>AI</a:t>
            </a:r>
            <a:r>
              <a:rPr dirty="0" sz="20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75" b="1">
                <a:solidFill>
                  <a:srgbClr val="232323"/>
                </a:solidFill>
                <a:latin typeface="Tahoma"/>
                <a:cs typeface="Tahoma"/>
              </a:rPr>
              <a:t>response</a:t>
            </a:r>
            <a:r>
              <a:rPr dirty="0" sz="20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55" b="1">
                <a:solidFill>
                  <a:srgbClr val="232323"/>
                </a:solidFill>
                <a:latin typeface="Tahoma"/>
                <a:cs typeface="Tahoma"/>
              </a:rPr>
              <a:t>time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954956" y="5360847"/>
            <a:ext cx="2422525" cy="50609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85"/>
              </a:spcBef>
            </a:pPr>
            <a:r>
              <a:rPr dirty="0" sz="1600" spc="-25">
                <a:solidFill>
                  <a:srgbClr val="646159"/>
                </a:solidFill>
                <a:latin typeface="Trebuchet MS"/>
                <a:cs typeface="Trebuchet MS"/>
              </a:rPr>
              <a:t>Feedback</a:t>
            </a:r>
            <a:r>
              <a:rPr dirty="0" sz="16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analysis</a:t>
            </a:r>
            <a:r>
              <a:rPr dirty="0" sz="16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should </a:t>
            </a:r>
            <a:r>
              <a:rPr dirty="0" sz="1600" spc="-35">
                <a:solidFill>
                  <a:srgbClr val="646159"/>
                </a:solidFill>
                <a:latin typeface="Trebuchet MS"/>
                <a:cs typeface="Trebuchet MS"/>
              </a:rPr>
              <a:t>complete</a:t>
            </a:r>
            <a:r>
              <a:rPr dirty="0" sz="16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70">
                <a:solidFill>
                  <a:srgbClr val="646159"/>
                </a:solidFill>
                <a:latin typeface="Trebuchet MS"/>
                <a:cs typeface="Trebuchet MS"/>
              </a:rPr>
              <a:t>within</a:t>
            </a:r>
            <a:r>
              <a:rPr dirty="0" sz="16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646159"/>
                </a:solidFill>
                <a:latin typeface="Trebuchet MS"/>
                <a:cs typeface="Trebuchet MS"/>
              </a:rPr>
              <a:t>5</a:t>
            </a:r>
            <a:r>
              <a:rPr dirty="0" sz="16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646159"/>
                </a:solidFill>
                <a:latin typeface="Trebuchet MS"/>
                <a:cs typeface="Trebuchet MS"/>
              </a:rPr>
              <a:t>seconds.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049475" y="7608798"/>
            <a:ext cx="13128625" cy="911860"/>
            <a:chOff x="2049475" y="7608798"/>
            <a:chExt cx="13128625" cy="911860"/>
          </a:xfrm>
        </p:grpSpPr>
        <p:sp>
          <p:nvSpPr>
            <p:cNvPr id="42" name="object 42"/>
            <p:cNvSpPr/>
            <p:nvPr/>
          </p:nvSpPr>
          <p:spPr>
            <a:xfrm>
              <a:off x="2059000" y="7618323"/>
              <a:ext cx="13109575" cy="892810"/>
            </a:xfrm>
            <a:custGeom>
              <a:avLst/>
              <a:gdLst/>
              <a:ahLst/>
              <a:cxnLst/>
              <a:rect l="l" t="t" r="r" b="b"/>
              <a:pathLst>
                <a:path w="13109575" h="892809">
                  <a:moveTo>
                    <a:pt x="12997052" y="892206"/>
                  </a:moveTo>
                  <a:lnTo>
                    <a:pt x="112013" y="892206"/>
                  </a:lnTo>
                  <a:lnTo>
                    <a:pt x="68432" y="883579"/>
                  </a:lnTo>
                  <a:lnTo>
                    <a:pt x="32825" y="860047"/>
                  </a:lnTo>
                  <a:lnTo>
                    <a:pt x="8809" y="825140"/>
                  </a:lnTo>
                  <a:lnTo>
                    <a:pt x="0" y="782383"/>
                  </a:lnTo>
                  <a:lnTo>
                    <a:pt x="0" y="109823"/>
                  </a:lnTo>
                  <a:lnTo>
                    <a:pt x="8809" y="67066"/>
                  </a:lnTo>
                  <a:lnTo>
                    <a:pt x="32825" y="32158"/>
                  </a:lnTo>
                  <a:lnTo>
                    <a:pt x="68432" y="8627"/>
                  </a:lnTo>
                  <a:lnTo>
                    <a:pt x="112013" y="0"/>
                  </a:lnTo>
                  <a:lnTo>
                    <a:pt x="12997052" y="0"/>
                  </a:lnTo>
                  <a:lnTo>
                    <a:pt x="13040634" y="8627"/>
                  </a:lnTo>
                  <a:lnTo>
                    <a:pt x="13076241" y="32158"/>
                  </a:lnTo>
                  <a:lnTo>
                    <a:pt x="13100257" y="67066"/>
                  </a:lnTo>
                  <a:lnTo>
                    <a:pt x="13109066" y="109823"/>
                  </a:lnTo>
                  <a:lnTo>
                    <a:pt x="13109066" y="782383"/>
                  </a:lnTo>
                  <a:lnTo>
                    <a:pt x="13100270" y="825140"/>
                  </a:lnTo>
                  <a:lnTo>
                    <a:pt x="13076276" y="860047"/>
                  </a:lnTo>
                  <a:lnTo>
                    <a:pt x="13040674" y="883579"/>
                  </a:lnTo>
                  <a:lnTo>
                    <a:pt x="12997052" y="892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049475" y="7608798"/>
              <a:ext cx="13128625" cy="911860"/>
            </a:xfrm>
            <a:custGeom>
              <a:avLst/>
              <a:gdLst/>
              <a:ahLst/>
              <a:cxnLst/>
              <a:rect l="l" t="t" r="r" b="b"/>
              <a:pathLst>
                <a:path w="13128625" h="911859">
                  <a:moveTo>
                    <a:pt x="121529" y="911256"/>
                  </a:moveTo>
                  <a:lnTo>
                    <a:pt x="121300" y="911256"/>
                  </a:lnTo>
                  <a:lnTo>
                    <a:pt x="74299" y="901904"/>
                  </a:lnTo>
                  <a:lnTo>
                    <a:pt x="35659" y="876371"/>
                  </a:lnTo>
                  <a:lnTo>
                    <a:pt x="9574" y="838444"/>
                  </a:lnTo>
                  <a:lnTo>
                    <a:pt x="0" y="791908"/>
                  </a:lnTo>
                  <a:lnTo>
                    <a:pt x="0" y="119348"/>
                  </a:lnTo>
                  <a:lnTo>
                    <a:pt x="9574" y="72812"/>
                  </a:lnTo>
                  <a:lnTo>
                    <a:pt x="35659" y="34885"/>
                  </a:lnTo>
                  <a:lnTo>
                    <a:pt x="74299" y="9352"/>
                  </a:lnTo>
                  <a:lnTo>
                    <a:pt x="121539" y="0"/>
                  </a:lnTo>
                  <a:lnTo>
                    <a:pt x="13006577" y="0"/>
                  </a:lnTo>
                  <a:lnTo>
                    <a:pt x="13006577" y="9525"/>
                  </a:lnTo>
                  <a:lnTo>
                    <a:pt x="121539" y="9525"/>
                  </a:lnTo>
                  <a:lnTo>
                    <a:pt x="121539" y="19050"/>
                  </a:lnTo>
                  <a:lnTo>
                    <a:pt x="81575" y="26953"/>
                  </a:lnTo>
                  <a:lnTo>
                    <a:pt x="49006" y="48482"/>
                  </a:lnTo>
                  <a:lnTo>
                    <a:pt x="27080" y="80370"/>
                  </a:lnTo>
                  <a:lnTo>
                    <a:pt x="19050" y="119348"/>
                  </a:lnTo>
                  <a:lnTo>
                    <a:pt x="19050" y="791908"/>
                  </a:lnTo>
                  <a:lnTo>
                    <a:pt x="27080" y="830886"/>
                  </a:lnTo>
                  <a:lnTo>
                    <a:pt x="49006" y="862774"/>
                  </a:lnTo>
                  <a:lnTo>
                    <a:pt x="81575" y="884304"/>
                  </a:lnTo>
                  <a:lnTo>
                    <a:pt x="121539" y="892206"/>
                  </a:lnTo>
                  <a:lnTo>
                    <a:pt x="13068493" y="892206"/>
                  </a:lnTo>
                  <a:lnTo>
                    <a:pt x="13054078" y="901731"/>
                  </a:lnTo>
                  <a:lnTo>
                    <a:pt x="121539" y="901731"/>
                  </a:lnTo>
                  <a:lnTo>
                    <a:pt x="121529" y="911256"/>
                  </a:lnTo>
                  <a:close/>
                </a:path>
                <a:path w="13128625" h="911859">
                  <a:moveTo>
                    <a:pt x="13068493" y="892206"/>
                  </a:moveTo>
                  <a:lnTo>
                    <a:pt x="13006577" y="892206"/>
                  </a:lnTo>
                  <a:lnTo>
                    <a:pt x="13046541" y="884304"/>
                  </a:lnTo>
                  <a:lnTo>
                    <a:pt x="13079110" y="862774"/>
                  </a:lnTo>
                  <a:lnTo>
                    <a:pt x="13101036" y="830886"/>
                  </a:lnTo>
                  <a:lnTo>
                    <a:pt x="13109066" y="791908"/>
                  </a:lnTo>
                  <a:lnTo>
                    <a:pt x="13109066" y="119348"/>
                  </a:lnTo>
                  <a:lnTo>
                    <a:pt x="13101036" y="80370"/>
                  </a:lnTo>
                  <a:lnTo>
                    <a:pt x="13079110" y="48482"/>
                  </a:lnTo>
                  <a:lnTo>
                    <a:pt x="13046541" y="26953"/>
                  </a:lnTo>
                  <a:lnTo>
                    <a:pt x="13006577" y="19050"/>
                  </a:lnTo>
                  <a:lnTo>
                    <a:pt x="121539" y="19050"/>
                  </a:lnTo>
                  <a:lnTo>
                    <a:pt x="121539" y="9525"/>
                  </a:lnTo>
                  <a:lnTo>
                    <a:pt x="13006577" y="9525"/>
                  </a:lnTo>
                  <a:lnTo>
                    <a:pt x="13006577" y="0"/>
                  </a:lnTo>
                  <a:lnTo>
                    <a:pt x="13053817" y="9352"/>
                  </a:lnTo>
                  <a:lnTo>
                    <a:pt x="13092457" y="34885"/>
                  </a:lnTo>
                  <a:lnTo>
                    <a:pt x="13118542" y="72812"/>
                  </a:lnTo>
                  <a:lnTo>
                    <a:pt x="13128116" y="119348"/>
                  </a:lnTo>
                  <a:lnTo>
                    <a:pt x="13128116" y="791908"/>
                  </a:lnTo>
                  <a:lnTo>
                    <a:pt x="13118542" y="838444"/>
                  </a:lnTo>
                  <a:lnTo>
                    <a:pt x="13092457" y="876371"/>
                  </a:lnTo>
                  <a:lnTo>
                    <a:pt x="13068493" y="892206"/>
                  </a:lnTo>
                  <a:close/>
                </a:path>
                <a:path w="13128625" h="911859">
                  <a:moveTo>
                    <a:pt x="13006577" y="911256"/>
                  </a:moveTo>
                  <a:lnTo>
                    <a:pt x="121539" y="911256"/>
                  </a:lnTo>
                  <a:lnTo>
                    <a:pt x="121539" y="901731"/>
                  </a:lnTo>
                  <a:lnTo>
                    <a:pt x="13006577" y="901731"/>
                  </a:lnTo>
                  <a:lnTo>
                    <a:pt x="13006577" y="911256"/>
                  </a:lnTo>
                  <a:close/>
                </a:path>
                <a:path w="13128625" h="911859">
                  <a:moveTo>
                    <a:pt x="13006577" y="911256"/>
                  </a:moveTo>
                  <a:lnTo>
                    <a:pt x="13006577" y="901731"/>
                  </a:lnTo>
                  <a:lnTo>
                    <a:pt x="13054078" y="901731"/>
                  </a:lnTo>
                  <a:lnTo>
                    <a:pt x="13053817" y="901904"/>
                  </a:lnTo>
                  <a:lnTo>
                    <a:pt x="13006577" y="911256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348299" y="7906689"/>
            <a:ext cx="1128331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Because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232323"/>
                </a:solidFill>
                <a:latin typeface="Trebuchet MS"/>
                <a:cs typeface="Trebuchet MS"/>
              </a:rPr>
              <a:t>SpotterAI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handles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232323"/>
                </a:solidFill>
                <a:latin typeface="Trebuchet MS"/>
                <a:cs typeface="Trebuchet MS"/>
              </a:rPr>
              <a:t>health-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related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personal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data,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privacy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65">
                <a:solidFill>
                  <a:srgbClr val="232323"/>
                </a:solidFill>
                <a:latin typeface="Trebuchet MS"/>
                <a:cs typeface="Trebuchet MS"/>
              </a:rPr>
              <a:t>reliability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are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232323"/>
                </a:solidFill>
                <a:latin typeface="Trebuchet MS"/>
                <a:cs typeface="Trebuchet MS"/>
              </a:rPr>
              <a:t>project-</a:t>
            </a:r>
            <a:r>
              <a:rPr dirty="0" sz="1700" spc="-45">
                <a:solidFill>
                  <a:srgbClr val="232323"/>
                </a:solidFill>
                <a:latin typeface="Trebuchet MS"/>
                <a:cs typeface="Trebuchet MS"/>
              </a:rPr>
              <a:t>critical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232323"/>
                </a:solidFill>
                <a:latin typeface="Trebuchet MS"/>
                <a:cs typeface="Trebuchet MS"/>
              </a:rPr>
              <a:t>quality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requirements.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7353391" y="9743606"/>
            <a:ext cx="188595" cy="21209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95" b="1">
                <a:solidFill>
                  <a:srgbClr val="646159"/>
                </a:solidFill>
                <a:latin typeface="Tahoma"/>
                <a:cs typeface="Tahoma"/>
              </a:rPr>
              <a:t>05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5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82026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31443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80858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230275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279691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29107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78523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427940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477356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526772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68598" y="5874101"/>
            <a:ext cx="13419455" cy="6985"/>
          </a:xfrm>
          <a:custGeom>
            <a:avLst/>
            <a:gdLst/>
            <a:ahLst/>
            <a:cxnLst/>
            <a:rect l="l" t="t" r="r" b="b"/>
            <a:pathLst>
              <a:path w="13419455" h="6985">
                <a:moveTo>
                  <a:pt x="13419399" y="6667"/>
                </a:moveTo>
                <a:lnTo>
                  <a:pt x="0" y="6667"/>
                </a:lnTo>
                <a:lnTo>
                  <a:pt x="0" y="0"/>
                </a:lnTo>
                <a:lnTo>
                  <a:pt x="13419399" y="0"/>
                </a:lnTo>
                <a:lnTo>
                  <a:pt x="13419399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625604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675021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7244372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773853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823269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872686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9221019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0" y="971518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0" y="0"/>
            <a:ext cx="18288000" cy="215265"/>
          </a:xfrm>
          <a:custGeom>
            <a:avLst/>
            <a:gdLst/>
            <a:ahLst/>
            <a:cxnLst/>
            <a:rect l="l" t="t" r="r" b="b"/>
            <a:pathLst>
              <a:path w="18288000" h="215265">
                <a:moveTo>
                  <a:pt x="18288000" y="0"/>
                </a:moveTo>
                <a:lnTo>
                  <a:pt x="9512" y="0"/>
                </a:lnTo>
                <a:lnTo>
                  <a:pt x="0" y="12"/>
                </a:lnTo>
                <a:lnTo>
                  <a:pt x="0" y="635"/>
                </a:lnTo>
                <a:lnTo>
                  <a:pt x="0" y="205930"/>
                </a:lnTo>
                <a:lnTo>
                  <a:pt x="0" y="206375"/>
                </a:lnTo>
                <a:lnTo>
                  <a:pt x="0" y="215265"/>
                </a:lnTo>
                <a:lnTo>
                  <a:pt x="18288000" y="215265"/>
                </a:lnTo>
                <a:lnTo>
                  <a:pt x="18288000" y="206375"/>
                </a:lnTo>
                <a:lnTo>
                  <a:pt x="9512" y="206375"/>
                </a:lnTo>
                <a:lnTo>
                  <a:pt x="9512" y="205930"/>
                </a:lnTo>
                <a:lnTo>
                  <a:pt x="18288000" y="205930"/>
                </a:lnTo>
                <a:lnTo>
                  <a:pt x="18288000" y="196405"/>
                </a:lnTo>
                <a:lnTo>
                  <a:pt x="18288000" y="9525"/>
                </a:lnTo>
                <a:lnTo>
                  <a:pt x="18288000" y="12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0" y="10079621"/>
            <a:ext cx="18288000" cy="207645"/>
          </a:xfrm>
          <a:custGeom>
            <a:avLst/>
            <a:gdLst/>
            <a:ahLst/>
            <a:cxnLst/>
            <a:rect l="l" t="t" r="r" b="b"/>
            <a:pathLst>
              <a:path w="18288000" h="207645">
                <a:moveTo>
                  <a:pt x="18288000" y="0"/>
                </a:moveTo>
                <a:lnTo>
                  <a:pt x="0" y="0"/>
                </a:lnTo>
                <a:lnTo>
                  <a:pt x="0" y="9525"/>
                </a:lnTo>
                <a:lnTo>
                  <a:pt x="0" y="10160"/>
                </a:lnTo>
                <a:lnTo>
                  <a:pt x="0" y="207010"/>
                </a:lnTo>
                <a:lnTo>
                  <a:pt x="0" y="207391"/>
                </a:lnTo>
                <a:lnTo>
                  <a:pt x="18288000" y="207391"/>
                </a:lnTo>
                <a:lnTo>
                  <a:pt x="18288000" y="9525"/>
                </a:lnTo>
                <a:lnTo>
                  <a:pt x="18288000" y="0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Software</a:t>
            </a:r>
            <a:r>
              <a:rPr dirty="0" spc="-365"/>
              <a:t> </a:t>
            </a:r>
            <a:r>
              <a:rPr dirty="0" spc="-130"/>
              <a:t>Process</a:t>
            </a:r>
            <a:r>
              <a:rPr dirty="0" spc="-365"/>
              <a:t> </a:t>
            </a:r>
            <a:r>
              <a:rPr dirty="0" spc="-220"/>
              <a:t>Model:</a:t>
            </a:r>
            <a:r>
              <a:rPr dirty="0" spc="-365"/>
              <a:t> </a:t>
            </a:r>
            <a:r>
              <a:rPr dirty="0" spc="-100"/>
              <a:t>Scrum</a:t>
            </a:r>
          </a:p>
        </p:txBody>
      </p:sp>
      <p:sp>
        <p:nvSpPr>
          <p:cNvPr id="25" name="object 25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23709" y="1461284"/>
            <a:ext cx="6409690" cy="1294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A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65">
                <a:solidFill>
                  <a:srgbClr val="646159"/>
                </a:solidFill>
                <a:latin typeface="Trebuchet MS"/>
                <a:cs typeface="Trebuchet MS"/>
              </a:rPr>
              <a:t>flexible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model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65">
                <a:solidFill>
                  <a:srgbClr val="646159"/>
                </a:solidFill>
                <a:latin typeface="Trebuchet MS"/>
                <a:cs typeface="Trebuchet MS"/>
              </a:rPr>
              <a:t>for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an</a:t>
            </a:r>
            <a:r>
              <a:rPr dirty="0" sz="17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646159"/>
                </a:solidFill>
                <a:latin typeface="Trebuchet MS"/>
                <a:cs typeface="Trebuchet MS"/>
              </a:rPr>
              <a:t>AI-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based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product.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455">
                <a:solidFill>
                  <a:srgbClr val="232323"/>
                </a:solidFill>
                <a:latin typeface="Trebuchet MS"/>
                <a:cs typeface="Trebuchet MS"/>
              </a:rPr>
              <a:t>—</a:t>
            </a:r>
            <a:r>
              <a:rPr dirty="0" sz="2400" spc="-17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232323"/>
                </a:solidFill>
                <a:latin typeface="Trebuchet MS"/>
                <a:cs typeface="Trebuchet MS"/>
              </a:rPr>
              <a:t>AI</a:t>
            </a:r>
            <a:r>
              <a:rPr dirty="0" sz="2400" spc="-16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70">
                <a:solidFill>
                  <a:srgbClr val="232323"/>
                </a:solidFill>
                <a:latin typeface="Trebuchet MS"/>
                <a:cs typeface="Trebuchet MS"/>
              </a:rPr>
              <a:t>integration</a:t>
            </a:r>
            <a:r>
              <a:rPr dirty="0" sz="2400" spc="-16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232323"/>
                </a:solidFill>
                <a:latin typeface="Trebuchet MS"/>
                <a:cs typeface="Trebuchet MS"/>
              </a:rPr>
              <a:t>requires</a:t>
            </a:r>
            <a:r>
              <a:rPr dirty="0" sz="2400" spc="-16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232323"/>
                </a:solidFill>
                <a:latin typeface="Trebuchet MS"/>
                <a:cs typeface="Trebuchet MS"/>
              </a:rPr>
              <a:t>continuous</a:t>
            </a:r>
            <a:r>
              <a:rPr dirty="0" sz="2400" spc="-16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232323"/>
                </a:solidFill>
                <a:latin typeface="Trebuchet MS"/>
                <a:cs typeface="Trebuchet MS"/>
              </a:rPr>
              <a:t>testing</a:t>
            </a:r>
            <a:r>
              <a:rPr dirty="0" sz="2400" spc="-16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25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3709" y="2721212"/>
            <a:ext cx="7129145" cy="7581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130"/>
              </a:spcBef>
            </a:pPr>
            <a:r>
              <a:rPr dirty="0" sz="2400" spc="-10">
                <a:solidFill>
                  <a:srgbClr val="232323"/>
                </a:solidFill>
                <a:latin typeface="Trebuchet MS"/>
                <a:cs typeface="Trebuchet MS"/>
              </a:rPr>
              <a:t>adaptation.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865"/>
              </a:lnSpc>
            </a:pPr>
            <a:r>
              <a:rPr dirty="0" sz="2400" spc="455">
                <a:solidFill>
                  <a:srgbClr val="232323"/>
                </a:solidFill>
                <a:latin typeface="Trebuchet MS"/>
                <a:cs typeface="Trebuchet MS"/>
              </a:rPr>
              <a:t>—</a:t>
            </a:r>
            <a:r>
              <a:rPr dirty="0" sz="2400" spc="-16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50">
                <a:solidFill>
                  <a:srgbClr val="232323"/>
                </a:solidFill>
                <a:latin typeface="Trebuchet MS"/>
                <a:cs typeface="Trebuchet MS"/>
              </a:rPr>
              <a:t>Scrum</a:t>
            </a:r>
            <a:r>
              <a:rPr dirty="0" sz="2400" spc="-16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232323"/>
                </a:solidFill>
                <a:latin typeface="Trebuchet MS"/>
                <a:cs typeface="Trebuchet MS"/>
              </a:rPr>
              <a:t>supports</a:t>
            </a:r>
            <a:r>
              <a:rPr dirty="0" sz="2400" spc="-15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232323"/>
                </a:solidFill>
                <a:latin typeface="Trebuchet MS"/>
                <a:cs typeface="Trebuchet MS"/>
              </a:rPr>
              <a:t>incremental</a:t>
            </a:r>
            <a:r>
              <a:rPr dirty="0" sz="2400" spc="-15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85">
                <a:solidFill>
                  <a:srgbClr val="232323"/>
                </a:solidFill>
                <a:latin typeface="Trebuchet MS"/>
                <a:cs typeface="Trebuchet MS"/>
              </a:rPr>
              <a:t>delivery</a:t>
            </a:r>
            <a:r>
              <a:rPr dirty="0" sz="2400" spc="-15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40">
                <a:solidFill>
                  <a:srgbClr val="232323"/>
                </a:solidFill>
                <a:latin typeface="Trebuchet MS"/>
                <a:cs typeface="Trebuchet MS"/>
              </a:rPr>
              <a:t>through</a:t>
            </a:r>
            <a:r>
              <a:rPr dirty="0" sz="2400" spc="-15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232323"/>
                </a:solidFill>
                <a:latin typeface="Trebuchet MS"/>
                <a:cs typeface="Trebuchet MS"/>
              </a:rPr>
              <a:t>short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3709" y="3445112"/>
            <a:ext cx="7352030" cy="18440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130"/>
              </a:spcBef>
            </a:pPr>
            <a:r>
              <a:rPr dirty="0" sz="2400" spc="-40">
                <a:solidFill>
                  <a:srgbClr val="232323"/>
                </a:solidFill>
                <a:latin typeface="Trebuchet MS"/>
                <a:cs typeface="Trebuchet MS"/>
              </a:rPr>
              <a:t>sprint</a:t>
            </a:r>
            <a:r>
              <a:rPr dirty="0" sz="240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232323"/>
                </a:solidFill>
                <a:latin typeface="Trebuchet MS"/>
                <a:cs typeface="Trebuchet MS"/>
              </a:rPr>
              <a:t>cycles.</a:t>
            </a:r>
            <a:endParaRPr sz="2400">
              <a:latin typeface="Trebuchet MS"/>
              <a:cs typeface="Trebuchet MS"/>
            </a:endParaRPr>
          </a:p>
          <a:p>
            <a:pPr marL="12700" marR="5080" indent="346075">
              <a:lnSpc>
                <a:spcPts val="2850"/>
              </a:lnSpc>
              <a:spcBef>
                <a:spcPts val="105"/>
              </a:spcBef>
              <a:buChar char="—"/>
              <a:tabLst>
                <a:tab pos="358775" algn="l"/>
              </a:tabLst>
            </a:pPr>
            <a:r>
              <a:rPr dirty="0" sz="2400" spc="-35">
                <a:solidFill>
                  <a:srgbClr val="232323"/>
                </a:solidFill>
                <a:latin typeface="Trebuchet MS"/>
                <a:cs typeface="Trebuchet MS"/>
              </a:rPr>
              <a:t>Sprint</a:t>
            </a:r>
            <a:r>
              <a:rPr dirty="0" sz="2400" spc="-1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232323"/>
                </a:solidFill>
                <a:latin typeface="Trebuchet MS"/>
                <a:cs typeface="Trebuchet MS"/>
              </a:rPr>
              <a:t>reviews</a:t>
            </a:r>
            <a:r>
              <a:rPr dirty="0" sz="2400" spc="-1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232323"/>
                </a:solidFill>
                <a:latin typeface="Trebuchet MS"/>
                <a:cs typeface="Trebuchet MS"/>
              </a:rPr>
              <a:t>help</a:t>
            </a:r>
            <a:r>
              <a:rPr dirty="0" sz="240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70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2400" spc="-1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40">
                <a:solidFill>
                  <a:srgbClr val="232323"/>
                </a:solidFill>
                <a:latin typeface="Trebuchet MS"/>
                <a:cs typeface="Trebuchet MS"/>
              </a:rPr>
              <a:t>team</a:t>
            </a:r>
            <a:r>
              <a:rPr dirty="0" sz="2400" spc="-1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232323"/>
                </a:solidFill>
                <a:latin typeface="Trebuchet MS"/>
                <a:cs typeface="Trebuchet MS"/>
              </a:rPr>
              <a:t>collect</a:t>
            </a:r>
            <a:r>
              <a:rPr dirty="0" sz="2400" spc="-1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30">
                <a:solidFill>
                  <a:srgbClr val="232323"/>
                </a:solidFill>
                <a:latin typeface="Trebuchet MS"/>
                <a:cs typeface="Trebuchet MS"/>
              </a:rPr>
              <a:t>feedback</a:t>
            </a:r>
            <a:r>
              <a:rPr dirty="0" sz="2400" spc="-1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232323"/>
                </a:solidFill>
                <a:latin typeface="Trebuchet MS"/>
                <a:cs typeface="Trebuchet MS"/>
              </a:rPr>
              <a:t>before </a:t>
            </a:r>
            <a:r>
              <a:rPr dirty="0" sz="2400" spc="-70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2400" spc="-2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70">
                <a:solidFill>
                  <a:srgbClr val="232323"/>
                </a:solidFill>
                <a:latin typeface="Trebuchet MS"/>
                <a:cs typeface="Trebuchet MS"/>
              </a:rPr>
              <a:t>final</a:t>
            </a:r>
            <a:r>
              <a:rPr dirty="0" sz="2400" spc="-2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232323"/>
                </a:solidFill>
                <a:latin typeface="Trebuchet MS"/>
                <a:cs typeface="Trebuchet MS"/>
              </a:rPr>
              <a:t>version.</a:t>
            </a:r>
            <a:endParaRPr sz="2400">
              <a:latin typeface="Trebuchet MS"/>
              <a:cs typeface="Trebuchet MS"/>
            </a:endParaRPr>
          </a:p>
          <a:p>
            <a:pPr marL="12700" marR="259715" indent="346075">
              <a:lnSpc>
                <a:spcPts val="2850"/>
              </a:lnSpc>
              <a:buChar char="—"/>
              <a:tabLst>
                <a:tab pos="358775" algn="l"/>
              </a:tabLst>
            </a:pPr>
            <a:r>
              <a:rPr dirty="0" sz="2400" spc="-25">
                <a:solidFill>
                  <a:srgbClr val="232323"/>
                </a:solidFill>
                <a:latin typeface="Trebuchet MS"/>
                <a:cs typeface="Trebuchet MS"/>
              </a:rPr>
              <a:t>Retrospectives</a:t>
            </a:r>
            <a:r>
              <a:rPr dirty="0" sz="2400" spc="-16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35">
                <a:solidFill>
                  <a:srgbClr val="232323"/>
                </a:solidFill>
                <a:latin typeface="Trebuchet MS"/>
                <a:cs typeface="Trebuchet MS"/>
              </a:rPr>
              <a:t>help</a:t>
            </a:r>
            <a:r>
              <a:rPr dirty="0" sz="2400" spc="-16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45">
                <a:solidFill>
                  <a:srgbClr val="232323"/>
                </a:solidFill>
                <a:latin typeface="Trebuchet MS"/>
                <a:cs typeface="Trebuchet MS"/>
              </a:rPr>
              <a:t>improve</a:t>
            </a:r>
            <a:r>
              <a:rPr dirty="0" sz="2400" spc="-16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40">
                <a:solidFill>
                  <a:srgbClr val="232323"/>
                </a:solidFill>
                <a:latin typeface="Trebuchet MS"/>
                <a:cs typeface="Trebuchet MS"/>
              </a:rPr>
              <a:t>team</a:t>
            </a:r>
            <a:r>
              <a:rPr dirty="0" sz="2400" spc="-17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232323"/>
                </a:solidFill>
                <a:latin typeface="Trebuchet MS"/>
                <a:cs typeface="Trebuchet MS"/>
              </a:rPr>
              <a:t>communication </a:t>
            </a:r>
            <a:r>
              <a:rPr dirty="0" sz="2400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2400" spc="-20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232323"/>
                </a:solidFill>
                <a:latin typeface="Trebuchet MS"/>
                <a:cs typeface="Trebuchet MS"/>
              </a:rPr>
              <a:t>task</a:t>
            </a:r>
            <a:r>
              <a:rPr dirty="0" sz="2400" spc="-20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232323"/>
                </a:solidFill>
                <a:latin typeface="Trebuchet MS"/>
                <a:cs typeface="Trebuchet MS"/>
              </a:rPr>
              <a:t>planning.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324640" y="2735808"/>
            <a:ext cx="2489835" cy="952500"/>
            <a:chOff x="9324640" y="2735808"/>
            <a:chExt cx="2489835" cy="952500"/>
          </a:xfrm>
        </p:grpSpPr>
        <p:sp>
          <p:nvSpPr>
            <p:cNvPr id="30" name="object 30"/>
            <p:cNvSpPr/>
            <p:nvPr/>
          </p:nvSpPr>
          <p:spPr>
            <a:xfrm>
              <a:off x="9334166" y="2745334"/>
              <a:ext cx="2470785" cy="933450"/>
            </a:xfrm>
            <a:custGeom>
              <a:avLst/>
              <a:gdLst/>
              <a:ahLst/>
              <a:cxnLst/>
              <a:rect l="l" t="t" r="r" b="b"/>
              <a:pathLst>
                <a:path w="2470784" h="933450">
                  <a:moveTo>
                    <a:pt x="2304002" y="933354"/>
                  </a:moveTo>
                  <a:lnTo>
                    <a:pt x="166782" y="933354"/>
                  </a:lnTo>
                  <a:lnTo>
                    <a:pt x="122447" y="927505"/>
                  </a:lnTo>
                  <a:lnTo>
                    <a:pt x="82606" y="910914"/>
                  </a:lnTo>
                  <a:lnTo>
                    <a:pt x="48851" y="885158"/>
                  </a:lnTo>
                  <a:lnTo>
                    <a:pt x="22771" y="851813"/>
                  </a:lnTo>
                  <a:lnTo>
                    <a:pt x="5957" y="812457"/>
                  </a:lnTo>
                  <a:lnTo>
                    <a:pt x="0" y="768667"/>
                  </a:lnTo>
                  <a:lnTo>
                    <a:pt x="0" y="164687"/>
                  </a:lnTo>
                  <a:lnTo>
                    <a:pt x="5957" y="120903"/>
                  </a:lnTo>
                  <a:lnTo>
                    <a:pt x="22771" y="81562"/>
                  </a:lnTo>
                  <a:lnTo>
                    <a:pt x="48851" y="48232"/>
                  </a:lnTo>
                  <a:lnTo>
                    <a:pt x="82606" y="22482"/>
                  </a:lnTo>
                  <a:lnTo>
                    <a:pt x="122447" y="5882"/>
                  </a:lnTo>
                  <a:lnTo>
                    <a:pt x="166782" y="0"/>
                  </a:lnTo>
                  <a:lnTo>
                    <a:pt x="2304002" y="0"/>
                  </a:lnTo>
                  <a:lnTo>
                    <a:pt x="2348338" y="5882"/>
                  </a:lnTo>
                  <a:lnTo>
                    <a:pt x="2388178" y="22482"/>
                  </a:lnTo>
                  <a:lnTo>
                    <a:pt x="2421933" y="48232"/>
                  </a:lnTo>
                  <a:lnTo>
                    <a:pt x="2448013" y="81562"/>
                  </a:lnTo>
                  <a:lnTo>
                    <a:pt x="2464827" y="120903"/>
                  </a:lnTo>
                  <a:lnTo>
                    <a:pt x="2470785" y="164687"/>
                  </a:lnTo>
                  <a:lnTo>
                    <a:pt x="2470785" y="768667"/>
                  </a:lnTo>
                  <a:lnTo>
                    <a:pt x="2464824" y="812457"/>
                  </a:lnTo>
                  <a:lnTo>
                    <a:pt x="2447996" y="851813"/>
                  </a:lnTo>
                  <a:lnTo>
                    <a:pt x="2421886" y="885158"/>
                  </a:lnTo>
                  <a:lnTo>
                    <a:pt x="2388077" y="910914"/>
                  </a:lnTo>
                  <a:lnTo>
                    <a:pt x="2348258" y="927505"/>
                  </a:lnTo>
                  <a:lnTo>
                    <a:pt x="2304002" y="9333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324641" y="2735808"/>
              <a:ext cx="2489200" cy="952500"/>
            </a:xfrm>
            <a:custGeom>
              <a:avLst/>
              <a:gdLst/>
              <a:ahLst/>
              <a:cxnLst/>
              <a:rect l="l" t="t" r="r" b="b"/>
              <a:pathLst>
                <a:path w="2489200" h="952500">
                  <a:moveTo>
                    <a:pt x="176308" y="952387"/>
                  </a:moveTo>
                  <a:lnTo>
                    <a:pt x="175603" y="952387"/>
                  </a:lnTo>
                  <a:lnTo>
                    <a:pt x="129480" y="946282"/>
                  </a:lnTo>
                  <a:lnTo>
                    <a:pt x="87376" y="928729"/>
                  </a:lnTo>
                  <a:lnTo>
                    <a:pt x="51685" y="901493"/>
                  </a:lnTo>
                  <a:lnTo>
                    <a:pt x="24098" y="866224"/>
                  </a:lnTo>
                  <a:lnTo>
                    <a:pt x="6306" y="824573"/>
                  </a:lnTo>
                  <a:lnTo>
                    <a:pt x="0" y="778287"/>
                  </a:lnTo>
                  <a:lnTo>
                    <a:pt x="0" y="174212"/>
                  </a:lnTo>
                  <a:lnTo>
                    <a:pt x="6306" y="127870"/>
                  </a:lnTo>
                  <a:lnTo>
                    <a:pt x="24098" y="86247"/>
                  </a:lnTo>
                  <a:lnTo>
                    <a:pt x="51685" y="50994"/>
                  </a:lnTo>
                  <a:lnTo>
                    <a:pt x="87376" y="23766"/>
                  </a:lnTo>
                  <a:lnTo>
                    <a:pt x="129480" y="6217"/>
                  </a:lnTo>
                  <a:lnTo>
                    <a:pt x="176308" y="0"/>
                  </a:lnTo>
                  <a:lnTo>
                    <a:pt x="2313527" y="0"/>
                  </a:lnTo>
                  <a:lnTo>
                    <a:pt x="2313527" y="9525"/>
                  </a:lnTo>
                  <a:lnTo>
                    <a:pt x="176308" y="9525"/>
                  </a:lnTo>
                  <a:lnTo>
                    <a:pt x="176308" y="19050"/>
                  </a:lnTo>
                  <a:lnTo>
                    <a:pt x="126559" y="26975"/>
                  </a:lnTo>
                  <a:lnTo>
                    <a:pt x="83385" y="49033"/>
                  </a:lnTo>
                  <a:lnTo>
                    <a:pt x="49359" y="82644"/>
                  </a:lnTo>
                  <a:lnTo>
                    <a:pt x="27056" y="125230"/>
                  </a:lnTo>
                  <a:lnTo>
                    <a:pt x="19050" y="174212"/>
                  </a:lnTo>
                  <a:lnTo>
                    <a:pt x="19065" y="778287"/>
                  </a:lnTo>
                  <a:lnTo>
                    <a:pt x="26624" y="824573"/>
                  </a:lnTo>
                  <a:lnTo>
                    <a:pt x="49380" y="869855"/>
                  </a:lnTo>
                  <a:lnTo>
                    <a:pt x="83396" y="903466"/>
                  </a:lnTo>
                  <a:lnTo>
                    <a:pt x="126564" y="925524"/>
                  </a:lnTo>
                  <a:lnTo>
                    <a:pt x="176308" y="933449"/>
                  </a:lnTo>
                  <a:lnTo>
                    <a:pt x="2390955" y="933449"/>
                  </a:lnTo>
                  <a:lnTo>
                    <a:pt x="2368084" y="942974"/>
                  </a:lnTo>
                  <a:lnTo>
                    <a:pt x="176308" y="942974"/>
                  </a:lnTo>
                  <a:lnTo>
                    <a:pt x="176308" y="952387"/>
                  </a:lnTo>
                  <a:close/>
                </a:path>
                <a:path w="2489200" h="952500">
                  <a:moveTo>
                    <a:pt x="2390955" y="933449"/>
                  </a:moveTo>
                  <a:lnTo>
                    <a:pt x="2313527" y="933449"/>
                  </a:lnTo>
                  <a:lnTo>
                    <a:pt x="2363276" y="925524"/>
                  </a:lnTo>
                  <a:lnTo>
                    <a:pt x="2406450" y="903466"/>
                  </a:lnTo>
                  <a:lnTo>
                    <a:pt x="2440475" y="869855"/>
                  </a:lnTo>
                  <a:lnTo>
                    <a:pt x="2462778" y="827269"/>
                  </a:lnTo>
                  <a:lnTo>
                    <a:pt x="2470785" y="778287"/>
                  </a:lnTo>
                  <a:lnTo>
                    <a:pt x="2470785" y="174212"/>
                  </a:lnTo>
                  <a:lnTo>
                    <a:pt x="2462778" y="125230"/>
                  </a:lnTo>
                  <a:lnTo>
                    <a:pt x="2440475" y="82644"/>
                  </a:lnTo>
                  <a:lnTo>
                    <a:pt x="2406450" y="49033"/>
                  </a:lnTo>
                  <a:lnTo>
                    <a:pt x="2363276" y="26975"/>
                  </a:lnTo>
                  <a:lnTo>
                    <a:pt x="2313527" y="19050"/>
                  </a:lnTo>
                  <a:lnTo>
                    <a:pt x="176308" y="19050"/>
                  </a:lnTo>
                  <a:lnTo>
                    <a:pt x="176308" y="9525"/>
                  </a:lnTo>
                  <a:lnTo>
                    <a:pt x="2313527" y="9525"/>
                  </a:lnTo>
                  <a:lnTo>
                    <a:pt x="2313527" y="0"/>
                  </a:lnTo>
                  <a:lnTo>
                    <a:pt x="2360354" y="6217"/>
                  </a:lnTo>
                  <a:lnTo>
                    <a:pt x="2402459" y="23766"/>
                  </a:lnTo>
                  <a:lnTo>
                    <a:pt x="2438150" y="50994"/>
                  </a:lnTo>
                  <a:lnTo>
                    <a:pt x="2465736" y="86247"/>
                  </a:lnTo>
                  <a:lnTo>
                    <a:pt x="2483528" y="127870"/>
                  </a:lnTo>
                  <a:lnTo>
                    <a:pt x="2489100" y="168814"/>
                  </a:lnTo>
                  <a:lnTo>
                    <a:pt x="2489100" y="783592"/>
                  </a:lnTo>
                  <a:lnTo>
                    <a:pt x="2483525" y="824573"/>
                  </a:lnTo>
                  <a:lnTo>
                    <a:pt x="2465717" y="866224"/>
                  </a:lnTo>
                  <a:lnTo>
                    <a:pt x="2438087" y="901493"/>
                  </a:lnTo>
                  <a:lnTo>
                    <a:pt x="2406570" y="925524"/>
                  </a:lnTo>
                  <a:lnTo>
                    <a:pt x="2402289" y="928729"/>
                  </a:lnTo>
                  <a:lnTo>
                    <a:pt x="2390955" y="933449"/>
                  </a:lnTo>
                  <a:close/>
                </a:path>
                <a:path w="2489200" h="952500">
                  <a:moveTo>
                    <a:pt x="2313500" y="952387"/>
                  </a:moveTo>
                  <a:lnTo>
                    <a:pt x="176310" y="952387"/>
                  </a:lnTo>
                  <a:lnTo>
                    <a:pt x="176308" y="942974"/>
                  </a:lnTo>
                  <a:lnTo>
                    <a:pt x="2313527" y="942974"/>
                  </a:lnTo>
                  <a:lnTo>
                    <a:pt x="2313500" y="952387"/>
                  </a:lnTo>
                  <a:close/>
                </a:path>
                <a:path w="2489200" h="952500">
                  <a:moveTo>
                    <a:pt x="2313515" y="952387"/>
                  </a:moveTo>
                  <a:lnTo>
                    <a:pt x="2313527" y="942974"/>
                  </a:lnTo>
                  <a:lnTo>
                    <a:pt x="2368084" y="942974"/>
                  </a:lnTo>
                  <a:lnTo>
                    <a:pt x="2360143" y="946282"/>
                  </a:lnTo>
                  <a:lnTo>
                    <a:pt x="2359689" y="946282"/>
                  </a:lnTo>
                  <a:lnTo>
                    <a:pt x="2313515" y="952387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324632" y="2735820"/>
              <a:ext cx="2489835" cy="128905"/>
            </a:xfrm>
            <a:custGeom>
              <a:avLst/>
              <a:gdLst/>
              <a:ahLst/>
              <a:cxnLst/>
              <a:rect l="l" t="t" r="r" b="b"/>
              <a:pathLst>
                <a:path w="2489834" h="128905">
                  <a:moveTo>
                    <a:pt x="2489835" y="4279"/>
                  </a:moveTo>
                  <a:lnTo>
                    <a:pt x="2485555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24587"/>
                  </a:lnTo>
                  <a:lnTo>
                    <a:pt x="4292" y="128879"/>
                  </a:lnTo>
                  <a:lnTo>
                    <a:pt x="2485555" y="128879"/>
                  </a:lnTo>
                  <a:lnTo>
                    <a:pt x="2489835" y="124587"/>
                  </a:lnTo>
                  <a:lnTo>
                    <a:pt x="2489835" y="119341"/>
                  </a:lnTo>
                  <a:lnTo>
                    <a:pt x="2489835" y="109816"/>
                  </a:lnTo>
                  <a:lnTo>
                    <a:pt x="2489835" y="19050"/>
                  </a:lnTo>
                  <a:lnTo>
                    <a:pt x="2489835" y="9525"/>
                  </a:lnTo>
                  <a:lnTo>
                    <a:pt x="2489835" y="4279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9817361" y="3105260"/>
            <a:ext cx="150431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85" b="1">
                <a:solidFill>
                  <a:srgbClr val="232323"/>
                </a:solidFill>
                <a:latin typeface="Tahoma"/>
                <a:cs typeface="Tahoma"/>
              </a:rPr>
              <a:t>Sprint</a:t>
            </a:r>
            <a:r>
              <a:rPr dirty="0" sz="1650" spc="-9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650" spc="-70" b="1">
                <a:solidFill>
                  <a:srgbClr val="232323"/>
                </a:solidFill>
                <a:latin typeface="Tahoma"/>
                <a:cs typeface="Tahoma"/>
              </a:rPr>
              <a:t>Planning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344522" y="2735809"/>
            <a:ext cx="2489835" cy="925830"/>
            <a:chOff x="12344522" y="2735809"/>
            <a:chExt cx="2489835" cy="925830"/>
          </a:xfrm>
        </p:grpSpPr>
        <p:sp>
          <p:nvSpPr>
            <p:cNvPr id="35" name="object 35"/>
            <p:cNvSpPr/>
            <p:nvPr/>
          </p:nvSpPr>
          <p:spPr>
            <a:xfrm>
              <a:off x="12354047" y="2745065"/>
              <a:ext cx="2470785" cy="907415"/>
            </a:xfrm>
            <a:custGeom>
              <a:avLst/>
              <a:gdLst/>
              <a:ahLst/>
              <a:cxnLst/>
              <a:rect l="l" t="t" r="r" b="b"/>
              <a:pathLst>
                <a:path w="2470784" h="907414">
                  <a:moveTo>
                    <a:pt x="2304002" y="907015"/>
                  </a:moveTo>
                  <a:lnTo>
                    <a:pt x="166782" y="907015"/>
                  </a:lnTo>
                  <a:lnTo>
                    <a:pt x="122447" y="901330"/>
                  </a:lnTo>
                  <a:lnTo>
                    <a:pt x="82606" y="885208"/>
                  </a:lnTo>
                  <a:lnTo>
                    <a:pt x="48851" y="860178"/>
                  </a:lnTo>
                  <a:lnTo>
                    <a:pt x="22771" y="827775"/>
                  </a:lnTo>
                  <a:lnTo>
                    <a:pt x="5957" y="789529"/>
                  </a:lnTo>
                  <a:lnTo>
                    <a:pt x="0" y="746975"/>
                  </a:lnTo>
                  <a:lnTo>
                    <a:pt x="0" y="160039"/>
                  </a:lnTo>
                  <a:lnTo>
                    <a:pt x="5957" y="117491"/>
                  </a:lnTo>
                  <a:lnTo>
                    <a:pt x="22771" y="79260"/>
                  </a:lnTo>
                  <a:lnTo>
                    <a:pt x="48851" y="46871"/>
                  </a:lnTo>
                  <a:lnTo>
                    <a:pt x="82606" y="21848"/>
                  </a:lnTo>
                  <a:lnTo>
                    <a:pt x="122447" y="5716"/>
                  </a:lnTo>
                  <a:lnTo>
                    <a:pt x="166782" y="0"/>
                  </a:lnTo>
                  <a:lnTo>
                    <a:pt x="2304002" y="0"/>
                  </a:lnTo>
                  <a:lnTo>
                    <a:pt x="2348337" y="5716"/>
                  </a:lnTo>
                  <a:lnTo>
                    <a:pt x="2388178" y="21848"/>
                  </a:lnTo>
                  <a:lnTo>
                    <a:pt x="2421933" y="46871"/>
                  </a:lnTo>
                  <a:lnTo>
                    <a:pt x="2448013" y="79260"/>
                  </a:lnTo>
                  <a:lnTo>
                    <a:pt x="2464826" y="117491"/>
                  </a:lnTo>
                  <a:lnTo>
                    <a:pt x="2470784" y="160039"/>
                  </a:lnTo>
                  <a:lnTo>
                    <a:pt x="2470784" y="746975"/>
                  </a:lnTo>
                  <a:lnTo>
                    <a:pt x="2464824" y="789529"/>
                  </a:lnTo>
                  <a:lnTo>
                    <a:pt x="2447996" y="827775"/>
                  </a:lnTo>
                  <a:lnTo>
                    <a:pt x="2421886" y="860178"/>
                  </a:lnTo>
                  <a:lnTo>
                    <a:pt x="2388077" y="885208"/>
                  </a:lnTo>
                  <a:lnTo>
                    <a:pt x="2348258" y="901330"/>
                  </a:lnTo>
                  <a:lnTo>
                    <a:pt x="2304002" y="9070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2344522" y="2735809"/>
              <a:ext cx="2489835" cy="925830"/>
            </a:xfrm>
            <a:custGeom>
              <a:avLst/>
              <a:gdLst/>
              <a:ahLst/>
              <a:cxnLst/>
              <a:rect l="l" t="t" r="r" b="b"/>
              <a:pathLst>
                <a:path w="2489834" h="925829">
                  <a:moveTo>
                    <a:pt x="176308" y="925509"/>
                  </a:moveTo>
                  <a:lnTo>
                    <a:pt x="175596" y="925509"/>
                  </a:lnTo>
                  <a:lnTo>
                    <a:pt x="129480" y="919578"/>
                  </a:lnTo>
                  <a:lnTo>
                    <a:pt x="87376" y="902521"/>
                  </a:lnTo>
                  <a:lnTo>
                    <a:pt x="51685" y="876053"/>
                  </a:lnTo>
                  <a:lnTo>
                    <a:pt x="24098" y="841779"/>
                  </a:lnTo>
                  <a:lnTo>
                    <a:pt x="6306" y="801304"/>
                  </a:lnTo>
                  <a:lnTo>
                    <a:pt x="0" y="756324"/>
                  </a:lnTo>
                  <a:lnTo>
                    <a:pt x="0" y="169295"/>
                  </a:lnTo>
                  <a:lnTo>
                    <a:pt x="6306" y="124262"/>
                  </a:lnTo>
                  <a:lnTo>
                    <a:pt x="24098" y="83813"/>
                  </a:lnTo>
                  <a:lnTo>
                    <a:pt x="51685" y="49555"/>
                  </a:lnTo>
                  <a:lnTo>
                    <a:pt x="87376" y="23095"/>
                  </a:lnTo>
                  <a:lnTo>
                    <a:pt x="129480" y="6041"/>
                  </a:lnTo>
                  <a:lnTo>
                    <a:pt x="176308" y="0"/>
                  </a:lnTo>
                  <a:lnTo>
                    <a:pt x="2313527" y="0"/>
                  </a:lnTo>
                  <a:lnTo>
                    <a:pt x="2313527" y="9256"/>
                  </a:lnTo>
                  <a:lnTo>
                    <a:pt x="176308" y="9256"/>
                  </a:lnTo>
                  <a:lnTo>
                    <a:pt x="176308" y="18512"/>
                  </a:lnTo>
                  <a:lnTo>
                    <a:pt x="126559" y="26214"/>
                  </a:lnTo>
                  <a:lnTo>
                    <a:pt x="83385" y="47649"/>
                  </a:lnTo>
                  <a:lnTo>
                    <a:pt x="49359" y="80312"/>
                  </a:lnTo>
                  <a:lnTo>
                    <a:pt x="27056" y="121696"/>
                  </a:lnTo>
                  <a:lnTo>
                    <a:pt x="19050" y="169295"/>
                  </a:lnTo>
                  <a:lnTo>
                    <a:pt x="19065" y="756324"/>
                  </a:lnTo>
                  <a:lnTo>
                    <a:pt x="26624" y="801304"/>
                  </a:lnTo>
                  <a:lnTo>
                    <a:pt x="49380" y="845308"/>
                  </a:lnTo>
                  <a:lnTo>
                    <a:pt x="83397" y="877970"/>
                  </a:lnTo>
                  <a:lnTo>
                    <a:pt x="126564" y="899405"/>
                  </a:lnTo>
                  <a:lnTo>
                    <a:pt x="176308" y="907107"/>
                  </a:lnTo>
                  <a:lnTo>
                    <a:pt x="2390955" y="907107"/>
                  </a:lnTo>
                  <a:lnTo>
                    <a:pt x="2368084" y="916363"/>
                  </a:lnTo>
                  <a:lnTo>
                    <a:pt x="176308" y="916363"/>
                  </a:lnTo>
                  <a:lnTo>
                    <a:pt x="176308" y="925509"/>
                  </a:lnTo>
                  <a:close/>
                </a:path>
                <a:path w="2489834" h="925829">
                  <a:moveTo>
                    <a:pt x="2390955" y="907107"/>
                  </a:moveTo>
                  <a:lnTo>
                    <a:pt x="2313527" y="907107"/>
                  </a:lnTo>
                  <a:lnTo>
                    <a:pt x="2363276" y="899405"/>
                  </a:lnTo>
                  <a:lnTo>
                    <a:pt x="2406450" y="877970"/>
                  </a:lnTo>
                  <a:lnTo>
                    <a:pt x="2440475" y="845308"/>
                  </a:lnTo>
                  <a:lnTo>
                    <a:pt x="2462778" y="803924"/>
                  </a:lnTo>
                  <a:lnTo>
                    <a:pt x="2470785" y="756324"/>
                  </a:lnTo>
                  <a:lnTo>
                    <a:pt x="2470785" y="169295"/>
                  </a:lnTo>
                  <a:lnTo>
                    <a:pt x="2462778" y="121696"/>
                  </a:lnTo>
                  <a:lnTo>
                    <a:pt x="2440475" y="80312"/>
                  </a:lnTo>
                  <a:lnTo>
                    <a:pt x="2406450" y="47649"/>
                  </a:lnTo>
                  <a:lnTo>
                    <a:pt x="2363276" y="26214"/>
                  </a:lnTo>
                  <a:lnTo>
                    <a:pt x="2313527" y="18512"/>
                  </a:lnTo>
                  <a:lnTo>
                    <a:pt x="176308" y="18512"/>
                  </a:lnTo>
                  <a:lnTo>
                    <a:pt x="176308" y="9256"/>
                  </a:lnTo>
                  <a:lnTo>
                    <a:pt x="2313527" y="9256"/>
                  </a:lnTo>
                  <a:lnTo>
                    <a:pt x="2313527" y="0"/>
                  </a:lnTo>
                  <a:lnTo>
                    <a:pt x="2360354" y="6041"/>
                  </a:lnTo>
                  <a:lnTo>
                    <a:pt x="2402459" y="23095"/>
                  </a:lnTo>
                  <a:lnTo>
                    <a:pt x="2438150" y="49555"/>
                  </a:lnTo>
                  <a:lnTo>
                    <a:pt x="2465736" y="83813"/>
                  </a:lnTo>
                  <a:lnTo>
                    <a:pt x="2483528" y="124262"/>
                  </a:lnTo>
                  <a:lnTo>
                    <a:pt x="2489835" y="169295"/>
                  </a:lnTo>
                  <a:lnTo>
                    <a:pt x="2489822" y="756324"/>
                  </a:lnTo>
                  <a:lnTo>
                    <a:pt x="2483525" y="801304"/>
                  </a:lnTo>
                  <a:lnTo>
                    <a:pt x="2465717" y="841779"/>
                  </a:lnTo>
                  <a:lnTo>
                    <a:pt x="2438087" y="876053"/>
                  </a:lnTo>
                  <a:lnTo>
                    <a:pt x="2406570" y="899405"/>
                  </a:lnTo>
                  <a:lnTo>
                    <a:pt x="2402288" y="902521"/>
                  </a:lnTo>
                  <a:lnTo>
                    <a:pt x="2390955" y="907107"/>
                  </a:lnTo>
                  <a:close/>
                </a:path>
                <a:path w="2489834" h="925829">
                  <a:moveTo>
                    <a:pt x="2313501" y="925509"/>
                  </a:moveTo>
                  <a:lnTo>
                    <a:pt x="176310" y="925509"/>
                  </a:lnTo>
                  <a:lnTo>
                    <a:pt x="176308" y="916363"/>
                  </a:lnTo>
                  <a:lnTo>
                    <a:pt x="2313527" y="916363"/>
                  </a:lnTo>
                  <a:lnTo>
                    <a:pt x="2313501" y="925509"/>
                  </a:lnTo>
                  <a:close/>
                </a:path>
                <a:path w="2489834" h="925829">
                  <a:moveTo>
                    <a:pt x="2313515" y="925509"/>
                  </a:moveTo>
                  <a:lnTo>
                    <a:pt x="2313527" y="916363"/>
                  </a:lnTo>
                  <a:lnTo>
                    <a:pt x="2368084" y="916363"/>
                  </a:lnTo>
                  <a:lnTo>
                    <a:pt x="2360140" y="919578"/>
                  </a:lnTo>
                  <a:lnTo>
                    <a:pt x="2359683" y="919578"/>
                  </a:lnTo>
                  <a:lnTo>
                    <a:pt x="2313515" y="925509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2344515" y="2735820"/>
              <a:ext cx="2489835" cy="128905"/>
            </a:xfrm>
            <a:custGeom>
              <a:avLst/>
              <a:gdLst/>
              <a:ahLst/>
              <a:cxnLst/>
              <a:rect l="l" t="t" r="r" b="b"/>
              <a:pathLst>
                <a:path w="2489834" h="128905">
                  <a:moveTo>
                    <a:pt x="2489835" y="4279"/>
                  </a:moveTo>
                  <a:lnTo>
                    <a:pt x="2485555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24587"/>
                  </a:lnTo>
                  <a:lnTo>
                    <a:pt x="4292" y="128879"/>
                  </a:lnTo>
                  <a:lnTo>
                    <a:pt x="2485555" y="128879"/>
                  </a:lnTo>
                  <a:lnTo>
                    <a:pt x="2489835" y="124587"/>
                  </a:lnTo>
                  <a:lnTo>
                    <a:pt x="2489835" y="119341"/>
                  </a:lnTo>
                  <a:lnTo>
                    <a:pt x="2489835" y="109816"/>
                  </a:lnTo>
                  <a:lnTo>
                    <a:pt x="2489835" y="19050"/>
                  </a:lnTo>
                  <a:lnTo>
                    <a:pt x="2489835" y="9525"/>
                  </a:lnTo>
                  <a:lnTo>
                    <a:pt x="2489835" y="4279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2777414" y="3095735"/>
            <a:ext cx="162433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85" b="1">
                <a:solidFill>
                  <a:srgbClr val="232323"/>
                </a:solidFill>
                <a:latin typeface="Tahoma"/>
                <a:cs typeface="Tahoma"/>
              </a:rPr>
              <a:t>Sprint</a:t>
            </a:r>
            <a:r>
              <a:rPr dirty="0" sz="1650" spc="-9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650" spc="-60" b="1">
                <a:solidFill>
                  <a:srgbClr val="232323"/>
                </a:solidFill>
                <a:latin typeface="Tahoma"/>
                <a:cs typeface="Tahoma"/>
              </a:rPr>
              <a:t>Execution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344522" y="5549788"/>
            <a:ext cx="2489835" cy="952500"/>
            <a:chOff x="12344522" y="5549788"/>
            <a:chExt cx="2489835" cy="952500"/>
          </a:xfrm>
        </p:grpSpPr>
        <p:sp>
          <p:nvSpPr>
            <p:cNvPr id="40" name="object 40"/>
            <p:cNvSpPr/>
            <p:nvPr/>
          </p:nvSpPr>
          <p:spPr>
            <a:xfrm>
              <a:off x="12354048" y="5559313"/>
              <a:ext cx="2470785" cy="933450"/>
            </a:xfrm>
            <a:custGeom>
              <a:avLst/>
              <a:gdLst/>
              <a:ahLst/>
              <a:cxnLst/>
              <a:rect l="l" t="t" r="r" b="b"/>
              <a:pathLst>
                <a:path w="2470784" h="933450">
                  <a:moveTo>
                    <a:pt x="2304002" y="933354"/>
                  </a:moveTo>
                  <a:lnTo>
                    <a:pt x="166782" y="933354"/>
                  </a:lnTo>
                  <a:lnTo>
                    <a:pt x="122447" y="927505"/>
                  </a:lnTo>
                  <a:lnTo>
                    <a:pt x="82606" y="910914"/>
                  </a:lnTo>
                  <a:lnTo>
                    <a:pt x="48851" y="885157"/>
                  </a:lnTo>
                  <a:lnTo>
                    <a:pt x="22771" y="851813"/>
                  </a:lnTo>
                  <a:lnTo>
                    <a:pt x="5957" y="812457"/>
                  </a:lnTo>
                  <a:lnTo>
                    <a:pt x="0" y="768667"/>
                  </a:lnTo>
                  <a:lnTo>
                    <a:pt x="0" y="164687"/>
                  </a:lnTo>
                  <a:lnTo>
                    <a:pt x="5957" y="120903"/>
                  </a:lnTo>
                  <a:lnTo>
                    <a:pt x="22771" y="81562"/>
                  </a:lnTo>
                  <a:lnTo>
                    <a:pt x="48851" y="48232"/>
                  </a:lnTo>
                  <a:lnTo>
                    <a:pt x="82606" y="22482"/>
                  </a:lnTo>
                  <a:lnTo>
                    <a:pt x="122447" y="5882"/>
                  </a:lnTo>
                  <a:lnTo>
                    <a:pt x="166782" y="0"/>
                  </a:lnTo>
                  <a:lnTo>
                    <a:pt x="2304002" y="0"/>
                  </a:lnTo>
                  <a:lnTo>
                    <a:pt x="2348338" y="5882"/>
                  </a:lnTo>
                  <a:lnTo>
                    <a:pt x="2388178" y="22482"/>
                  </a:lnTo>
                  <a:lnTo>
                    <a:pt x="2421933" y="48232"/>
                  </a:lnTo>
                  <a:lnTo>
                    <a:pt x="2448013" y="81562"/>
                  </a:lnTo>
                  <a:lnTo>
                    <a:pt x="2464827" y="120903"/>
                  </a:lnTo>
                  <a:lnTo>
                    <a:pt x="2470785" y="164687"/>
                  </a:lnTo>
                  <a:lnTo>
                    <a:pt x="2470785" y="768667"/>
                  </a:lnTo>
                  <a:lnTo>
                    <a:pt x="2464824" y="812457"/>
                  </a:lnTo>
                  <a:lnTo>
                    <a:pt x="2447996" y="851813"/>
                  </a:lnTo>
                  <a:lnTo>
                    <a:pt x="2421886" y="885157"/>
                  </a:lnTo>
                  <a:lnTo>
                    <a:pt x="2388076" y="910914"/>
                  </a:lnTo>
                  <a:lnTo>
                    <a:pt x="2348258" y="927505"/>
                  </a:lnTo>
                  <a:lnTo>
                    <a:pt x="2304002" y="9333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2344523" y="5549788"/>
              <a:ext cx="2489200" cy="952500"/>
            </a:xfrm>
            <a:custGeom>
              <a:avLst/>
              <a:gdLst/>
              <a:ahLst/>
              <a:cxnLst/>
              <a:rect l="l" t="t" r="r" b="b"/>
              <a:pathLst>
                <a:path w="2489200" h="952500">
                  <a:moveTo>
                    <a:pt x="176308" y="952387"/>
                  </a:moveTo>
                  <a:lnTo>
                    <a:pt x="175601" y="952387"/>
                  </a:lnTo>
                  <a:lnTo>
                    <a:pt x="129480" y="946282"/>
                  </a:lnTo>
                  <a:lnTo>
                    <a:pt x="87376" y="928729"/>
                  </a:lnTo>
                  <a:lnTo>
                    <a:pt x="51685" y="901493"/>
                  </a:lnTo>
                  <a:lnTo>
                    <a:pt x="24098" y="866224"/>
                  </a:lnTo>
                  <a:lnTo>
                    <a:pt x="6306" y="824573"/>
                  </a:lnTo>
                  <a:lnTo>
                    <a:pt x="0" y="778287"/>
                  </a:lnTo>
                  <a:lnTo>
                    <a:pt x="0" y="174212"/>
                  </a:lnTo>
                  <a:lnTo>
                    <a:pt x="6306" y="127870"/>
                  </a:lnTo>
                  <a:lnTo>
                    <a:pt x="24098" y="86247"/>
                  </a:lnTo>
                  <a:lnTo>
                    <a:pt x="51685" y="50994"/>
                  </a:lnTo>
                  <a:lnTo>
                    <a:pt x="87376" y="23766"/>
                  </a:lnTo>
                  <a:lnTo>
                    <a:pt x="129480" y="6217"/>
                  </a:lnTo>
                  <a:lnTo>
                    <a:pt x="176308" y="0"/>
                  </a:lnTo>
                  <a:lnTo>
                    <a:pt x="2313527" y="0"/>
                  </a:lnTo>
                  <a:lnTo>
                    <a:pt x="2313527" y="9525"/>
                  </a:lnTo>
                  <a:lnTo>
                    <a:pt x="176308" y="9525"/>
                  </a:lnTo>
                  <a:lnTo>
                    <a:pt x="176308" y="19050"/>
                  </a:lnTo>
                  <a:lnTo>
                    <a:pt x="126559" y="26975"/>
                  </a:lnTo>
                  <a:lnTo>
                    <a:pt x="83385" y="49033"/>
                  </a:lnTo>
                  <a:lnTo>
                    <a:pt x="49359" y="82644"/>
                  </a:lnTo>
                  <a:lnTo>
                    <a:pt x="27056" y="125230"/>
                  </a:lnTo>
                  <a:lnTo>
                    <a:pt x="19050" y="174212"/>
                  </a:lnTo>
                  <a:lnTo>
                    <a:pt x="19065" y="778287"/>
                  </a:lnTo>
                  <a:lnTo>
                    <a:pt x="26624" y="824573"/>
                  </a:lnTo>
                  <a:lnTo>
                    <a:pt x="49380" y="869855"/>
                  </a:lnTo>
                  <a:lnTo>
                    <a:pt x="83396" y="903466"/>
                  </a:lnTo>
                  <a:lnTo>
                    <a:pt x="126564" y="925524"/>
                  </a:lnTo>
                  <a:lnTo>
                    <a:pt x="176308" y="933449"/>
                  </a:lnTo>
                  <a:lnTo>
                    <a:pt x="2390955" y="933449"/>
                  </a:lnTo>
                  <a:lnTo>
                    <a:pt x="2368084" y="942974"/>
                  </a:lnTo>
                  <a:lnTo>
                    <a:pt x="176308" y="942974"/>
                  </a:lnTo>
                  <a:lnTo>
                    <a:pt x="176308" y="952387"/>
                  </a:lnTo>
                  <a:close/>
                </a:path>
                <a:path w="2489200" h="952500">
                  <a:moveTo>
                    <a:pt x="2390955" y="933449"/>
                  </a:moveTo>
                  <a:lnTo>
                    <a:pt x="2313527" y="933449"/>
                  </a:lnTo>
                  <a:lnTo>
                    <a:pt x="2363276" y="925524"/>
                  </a:lnTo>
                  <a:lnTo>
                    <a:pt x="2406450" y="903466"/>
                  </a:lnTo>
                  <a:lnTo>
                    <a:pt x="2440475" y="869855"/>
                  </a:lnTo>
                  <a:lnTo>
                    <a:pt x="2462778" y="827269"/>
                  </a:lnTo>
                  <a:lnTo>
                    <a:pt x="2470785" y="778287"/>
                  </a:lnTo>
                  <a:lnTo>
                    <a:pt x="2470785" y="174212"/>
                  </a:lnTo>
                  <a:lnTo>
                    <a:pt x="2462778" y="125230"/>
                  </a:lnTo>
                  <a:lnTo>
                    <a:pt x="2440475" y="82644"/>
                  </a:lnTo>
                  <a:lnTo>
                    <a:pt x="2406450" y="49033"/>
                  </a:lnTo>
                  <a:lnTo>
                    <a:pt x="2363276" y="26975"/>
                  </a:lnTo>
                  <a:lnTo>
                    <a:pt x="2313527" y="19050"/>
                  </a:lnTo>
                  <a:lnTo>
                    <a:pt x="176308" y="19050"/>
                  </a:lnTo>
                  <a:lnTo>
                    <a:pt x="176308" y="9525"/>
                  </a:lnTo>
                  <a:lnTo>
                    <a:pt x="2313527" y="9525"/>
                  </a:lnTo>
                  <a:lnTo>
                    <a:pt x="2313527" y="0"/>
                  </a:lnTo>
                  <a:lnTo>
                    <a:pt x="2360354" y="6217"/>
                  </a:lnTo>
                  <a:lnTo>
                    <a:pt x="2402459" y="23766"/>
                  </a:lnTo>
                  <a:lnTo>
                    <a:pt x="2438150" y="50994"/>
                  </a:lnTo>
                  <a:lnTo>
                    <a:pt x="2465737" y="86247"/>
                  </a:lnTo>
                  <a:lnTo>
                    <a:pt x="2483528" y="127870"/>
                  </a:lnTo>
                  <a:lnTo>
                    <a:pt x="2489100" y="168814"/>
                  </a:lnTo>
                  <a:lnTo>
                    <a:pt x="2489100" y="783592"/>
                  </a:lnTo>
                  <a:lnTo>
                    <a:pt x="2483525" y="824573"/>
                  </a:lnTo>
                  <a:lnTo>
                    <a:pt x="2465717" y="866224"/>
                  </a:lnTo>
                  <a:lnTo>
                    <a:pt x="2438087" y="901493"/>
                  </a:lnTo>
                  <a:lnTo>
                    <a:pt x="2406570" y="925524"/>
                  </a:lnTo>
                  <a:lnTo>
                    <a:pt x="2402289" y="928729"/>
                  </a:lnTo>
                  <a:lnTo>
                    <a:pt x="2390955" y="933449"/>
                  </a:lnTo>
                  <a:close/>
                </a:path>
                <a:path w="2489200" h="952500">
                  <a:moveTo>
                    <a:pt x="2313500" y="952387"/>
                  </a:moveTo>
                  <a:lnTo>
                    <a:pt x="176310" y="952387"/>
                  </a:lnTo>
                  <a:lnTo>
                    <a:pt x="176308" y="942974"/>
                  </a:lnTo>
                  <a:lnTo>
                    <a:pt x="2313527" y="942974"/>
                  </a:lnTo>
                  <a:lnTo>
                    <a:pt x="2313500" y="952387"/>
                  </a:lnTo>
                  <a:close/>
                </a:path>
                <a:path w="2489200" h="952500">
                  <a:moveTo>
                    <a:pt x="2313515" y="952387"/>
                  </a:moveTo>
                  <a:lnTo>
                    <a:pt x="2313527" y="942974"/>
                  </a:lnTo>
                  <a:lnTo>
                    <a:pt x="2368084" y="942974"/>
                  </a:lnTo>
                  <a:lnTo>
                    <a:pt x="2360142" y="946282"/>
                  </a:lnTo>
                  <a:lnTo>
                    <a:pt x="2359688" y="946282"/>
                  </a:lnTo>
                  <a:lnTo>
                    <a:pt x="2313515" y="952387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2344515" y="5549797"/>
              <a:ext cx="2489835" cy="128905"/>
            </a:xfrm>
            <a:custGeom>
              <a:avLst/>
              <a:gdLst/>
              <a:ahLst/>
              <a:cxnLst/>
              <a:rect l="l" t="t" r="r" b="b"/>
              <a:pathLst>
                <a:path w="2489834" h="128904">
                  <a:moveTo>
                    <a:pt x="2489835" y="4279"/>
                  </a:moveTo>
                  <a:lnTo>
                    <a:pt x="2485555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24587"/>
                  </a:lnTo>
                  <a:lnTo>
                    <a:pt x="4292" y="128879"/>
                  </a:lnTo>
                  <a:lnTo>
                    <a:pt x="2485555" y="128879"/>
                  </a:lnTo>
                  <a:lnTo>
                    <a:pt x="2489835" y="124587"/>
                  </a:lnTo>
                  <a:lnTo>
                    <a:pt x="2489835" y="119341"/>
                  </a:lnTo>
                  <a:lnTo>
                    <a:pt x="2489835" y="109816"/>
                  </a:lnTo>
                  <a:lnTo>
                    <a:pt x="2489835" y="19050"/>
                  </a:lnTo>
                  <a:lnTo>
                    <a:pt x="2489835" y="9525"/>
                  </a:lnTo>
                  <a:lnTo>
                    <a:pt x="2489835" y="4279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3227767" y="5919241"/>
            <a:ext cx="72326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95" b="1">
                <a:solidFill>
                  <a:srgbClr val="232323"/>
                </a:solidFill>
                <a:latin typeface="Tahoma"/>
                <a:cs typeface="Tahoma"/>
              </a:rPr>
              <a:t>Review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324640" y="5549788"/>
            <a:ext cx="2489835" cy="952500"/>
            <a:chOff x="9324640" y="5549788"/>
            <a:chExt cx="2489835" cy="952500"/>
          </a:xfrm>
        </p:grpSpPr>
        <p:sp>
          <p:nvSpPr>
            <p:cNvPr id="45" name="object 45"/>
            <p:cNvSpPr/>
            <p:nvPr/>
          </p:nvSpPr>
          <p:spPr>
            <a:xfrm>
              <a:off x="9334166" y="5559313"/>
              <a:ext cx="2470785" cy="933450"/>
            </a:xfrm>
            <a:custGeom>
              <a:avLst/>
              <a:gdLst/>
              <a:ahLst/>
              <a:cxnLst/>
              <a:rect l="l" t="t" r="r" b="b"/>
              <a:pathLst>
                <a:path w="2470784" h="933450">
                  <a:moveTo>
                    <a:pt x="2304002" y="933354"/>
                  </a:moveTo>
                  <a:lnTo>
                    <a:pt x="166782" y="933354"/>
                  </a:lnTo>
                  <a:lnTo>
                    <a:pt x="122447" y="927505"/>
                  </a:lnTo>
                  <a:lnTo>
                    <a:pt x="82606" y="910914"/>
                  </a:lnTo>
                  <a:lnTo>
                    <a:pt x="48851" y="885157"/>
                  </a:lnTo>
                  <a:lnTo>
                    <a:pt x="22771" y="851813"/>
                  </a:lnTo>
                  <a:lnTo>
                    <a:pt x="5957" y="812457"/>
                  </a:lnTo>
                  <a:lnTo>
                    <a:pt x="0" y="768667"/>
                  </a:lnTo>
                  <a:lnTo>
                    <a:pt x="0" y="164687"/>
                  </a:lnTo>
                  <a:lnTo>
                    <a:pt x="5957" y="120903"/>
                  </a:lnTo>
                  <a:lnTo>
                    <a:pt x="22771" y="81562"/>
                  </a:lnTo>
                  <a:lnTo>
                    <a:pt x="48851" y="48232"/>
                  </a:lnTo>
                  <a:lnTo>
                    <a:pt x="82606" y="22482"/>
                  </a:lnTo>
                  <a:lnTo>
                    <a:pt x="122447" y="5882"/>
                  </a:lnTo>
                  <a:lnTo>
                    <a:pt x="166782" y="0"/>
                  </a:lnTo>
                  <a:lnTo>
                    <a:pt x="2304002" y="0"/>
                  </a:lnTo>
                  <a:lnTo>
                    <a:pt x="2348338" y="5882"/>
                  </a:lnTo>
                  <a:lnTo>
                    <a:pt x="2388178" y="22482"/>
                  </a:lnTo>
                  <a:lnTo>
                    <a:pt x="2421933" y="48232"/>
                  </a:lnTo>
                  <a:lnTo>
                    <a:pt x="2448013" y="81562"/>
                  </a:lnTo>
                  <a:lnTo>
                    <a:pt x="2464827" y="120903"/>
                  </a:lnTo>
                  <a:lnTo>
                    <a:pt x="2470785" y="164687"/>
                  </a:lnTo>
                  <a:lnTo>
                    <a:pt x="2470785" y="768667"/>
                  </a:lnTo>
                  <a:lnTo>
                    <a:pt x="2464824" y="812457"/>
                  </a:lnTo>
                  <a:lnTo>
                    <a:pt x="2447996" y="851813"/>
                  </a:lnTo>
                  <a:lnTo>
                    <a:pt x="2421886" y="885157"/>
                  </a:lnTo>
                  <a:lnTo>
                    <a:pt x="2388076" y="910914"/>
                  </a:lnTo>
                  <a:lnTo>
                    <a:pt x="2348258" y="927505"/>
                  </a:lnTo>
                  <a:lnTo>
                    <a:pt x="2304002" y="9333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9324641" y="5549788"/>
              <a:ext cx="2489200" cy="952500"/>
            </a:xfrm>
            <a:custGeom>
              <a:avLst/>
              <a:gdLst/>
              <a:ahLst/>
              <a:cxnLst/>
              <a:rect l="l" t="t" r="r" b="b"/>
              <a:pathLst>
                <a:path w="2489200" h="952500">
                  <a:moveTo>
                    <a:pt x="176308" y="952387"/>
                  </a:moveTo>
                  <a:lnTo>
                    <a:pt x="175601" y="952387"/>
                  </a:lnTo>
                  <a:lnTo>
                    <a:pt x="129480" y="946282"/>
                  </a:lnTo>
                  <a:lnTo>
                    <a:pt x="87376" y="928729"/>
                  </a:lnTo>
                  <a:lnTo>
                    <a:pt x="51685" y="901493"/>
                  </a:lnTo>
                  <a:lnTo>
                    <a:pt x="24098" y="866224"/>
                  </a:lnTo>
                  <a:lnTo>
                    <a:pt x="6306" y="824573"/>
                  </a:lnTo>
                  <a:lnTo>
                    <a:pt x="0" y="778287"/>
                  </a:lnTo>
                  <a:lnTo>
                    <a:pt x="0" y="174212"/>
                  </a:lnTo>
                  <a:lnTo>
                    <a:pt x="6306" y="127870"/>
                  </a:lnTo>
                  <a:lnTo>
                    <a:pt x="24098" y="86247"/>
                  </a:lnTo>
                  <a:lnTo>
                    <a:pt x="51685" y="50994"/>
                  </a:lnTo>
                  <a:lnTo>
                    <a:pt x="87376" y="23766"/>
                  </a:lnTo>
                  <a:lnTo>
                    <a:pt x="129480" y="6217"/>
                  </a:lnTo>
                  <a:lnTo>
                    <a:pt x="176308" y="0"/>
                  </a:lnTo>
                  <a:lnTo>
                    <a:pt x="2313527" y="0"/>
                  </a:lnTo>
                  <a:lnTo>
                    <a:pt x="2313527" y="9525"/>
                  </a:lnTo>
                  <a:lnTo>
                    <a:pt x="176308" y="9525"/>
                  </a:lnTo>
                  <a:lnTo>
                    <a:pt x="176308" y="19050"/>
                  </a:lnTo>
                  <a:lnTo>
                    <a:pt x="126559" y="26975"/>
                  </a:lnTo>
                  <a:lnTo>
                    <a:pt x="83385" y="49033"/>
                  </a:lnTo>
                  <a:lnTo>
                    <a:pt x="49359" y="82644"/>
                  </a:lnTo>
                  <a:lnTo>
                    <a:pt x="27056" y="125230"/>
                  </a:lnTo>
                  <a:lnTo>
                    <a:pt x="19050" y="174212"/>
                  </a:lnTo>
                  <a:lnTo>
                    <a:pt x="19065" y="778287"/>
                  </a:lnTo>
                  <a:lnTo>
                    <a:pt x="26624" y="824573"/>
                  </a:lnTo>
                  <a:lnTo>
                    <a:pt x="49380" y="869855"/>
                  </a:lnTo>
                  <a:lnTo>
                    <a:pt x="83396" y="903466"/>
                  </a:lnTo>
                  <a:lnTo>
                    <a:pt x="126564" y="925524"/>
                  </a:lnTo>
                  <a:lnTo>
                    <a:pt x="176308" y="933449"/>
                  </a:lnTo>
                  <a:lnTo>
                    <a:pt x="2390955" y="933449"/>
                  </a:lnTo>
                  <a:lnTo>
                    <a:pt x="2368084" y="942974"/>
                  </a:lnTo>
                  <a:lnTo>
                    <a:pt x="176308" y="942974"/>
                  </a:lnTo>
                  <a:lnTo>
                    <a:pt x="176308" y="952387"/>
                  </a:lnTo>
                  <a:close/>
                </a:path>
                <a:path w="2489200" h="952500">
                  <a:moveTo>
                    <a:pt x="2390955" y="933449"/>
                  </a:moveTo>
                  <a:lnTo>
                    <a:pt x="2313527" y="933449"/>
                  </a:lnTo>
                  <a:lnTo>
                    <a:pt x="2363276" y="925524"/>
                  </a:lnTo>
                  <a:lnTo>
                    <a:pt x="2406450" y="903466"/>
                  </a:lnTo>
                  <a:lnTo>
                    <a:pt x="2440475" y="869855"/>
                  </a:lnTo>
                  <a:lnTo>
                    <a:pt x="2462778" y="827269"/>
                  </a:lnTo>
                  <a:lnTo>
                    <a:pt x="2470785" y="778287"/>
                  </a:lnTo>
                  <a:lnTo>
                    <a:pt x="2470785" y="174212"/>
                  </a:lnTo>
                  <a:lnTo>
                    <a:pt x="2462778" y="125230"/>
                  </a:lnTo>
                  <a:lnTo>
                    <a:pt x="2440475" y="82644"/>
                  </a:lnTo>
                  <a:lnTo>
                    <a:pt x="2406450" y="49033"/>
                  </a:lnTo>
                  <a:lnTo>
                    <a:pt x="2363276" y="26975"/>
                  </a:lnTo>
                  <a:lnTo>
                    <a:pt x="2313527" y="19050"/>
                  </a:lnTo>
                  <a:lnTo>
                    <a:pt x="176308" y="19050"/>
                  </a:lnTo>
                  <a:lnTo>
                    <a:pt x="176308" y="9525"/>
                  </a:lnTo>
                  <a:lnTo>
                    <a:pt x="2313527" y="9525"/>
                  </a:lnTo>
                  <a:lnTo>
                    <a:pt x="2313527" y="0"/>
                  </a:lnTo>
                  <a:lnTo>
                    <a:pt x="2360354" y="6217"/>
                  </a:lnTo>
                  <a:lnTo>
                    <a:pt x="2402459" y="23766"/>
                  </a:lnTo>
                  <a:lnTo>
                    <a:pt x="2438150" y="50994"/>
                  </a:lnTo>
                  <a:lnTo>
                    <a:pt x="2465736" y="86247"/>
                  </a:lnTo>
                  <a:lnTo>
                    <a:pt x="2483528" y="127870"/>
                  </a:lnTo>
                  <a:lnTo>
                    <a:pt x="2489100" y="168814"/>
                  </a:lnTo>
                  <a:lnTo>
                    <a:pt x="2489100" y="783592"/>
                  </a:lnTo>
                  <a:lnTo>
                    <a:pt x="2483525" y="824573"/>
                  </a:lnTo>
                  <a:lnTo>
                    <a:pt x="2465717" y="866224"/>
                  </a:lnTo>
                  <a:lnTo>
                    <a:pt x="2438087" y="901493"/>
                  </a:lnTo>
                  <a:lnTo>
                    <a:pt x="2406570" y="925524"/>
                  </a:lnTo>
                  <a:lnTo>
                    <a:pt x="2402289" y="928729"/>
                  </a:lnTo>
                  <a:lnTo>
                    <a:pt x="2390955" y="933449"/>
                  </a:lnTo>
                  <a:close/>
                </a:path>
                <a:path w="2489200" h="952500">
                  <a:moveTo>
                    <a:pt x="2313500" y="952387"/>
                  </a:moveTo>
                  <a:lnTo>
                    <a:pt x="176310" y="952387"/>
                  </a:lnTo>
                  <a:lnTo>
                    <a:pt x="176308" y="942974"/>
                  </a:lnTo>
                  <a:lnTo>
                    <a:pt x="2313527" y="942974"/>
                  </a:lnTo>
                  <a:lnTo>
                    <a:pt x="2313500" y="952387"/>
                  </a:lnTo>
                  <a:close/>
                </a:path>
                <a:path w="2489200" h="952500">
                  <a:moveTo>
                    <a:pt x="2313515" y="952387"/>
                  </a:moveTo>
                  <a:lnTo>
                    <a:pt x="2313527" y="942974"/>
                  </a:lnTo>
                  <a:lnTo>
                    <a:pt x="2368084" y="942974"/>
                  </a:lnTo>
                  <a:lnTo>
                    <a:pt x="2360142" y="946282"/>
                  </a:lnTo>
                  <a:lnTo>
                    <a:pt x="2359688" y="946282"/>
                  </a:lnTo>
                  <a:lnTo>
                    <a:pt x="2313515" y="952387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324632" y="5549797"/>
              <a:ext cx="2489835" cy="128905"/>
            </a:xfrm>
            <a:custGeom>
              <a:avLst/>
              <a:gdLst/>
              <a:ahLst/>
              <a:cxnLst/>
              <a:rect l="l" t="t" r="r" b="b"/>
              <a:pathLst>
                <a:path w="2489834" h="128904">
                  <a:moveTo>
                    <a:pt x="2489835" y="4279"/>
                  </a:moveTo>
                  <a:lnTo>
                    <a:pt x="2485555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24587"/>
                  </a:lnTo>
                  <a:lnTo>
                    <a:pt x="4292" y="128879"/>
                  </a:lnTo>
                  <a:lnTo>
                    <a:pt x="2485555" y="128879"/>
                  </a:lnTo>
                  <a:lnTo>
                    <a:pt x="2489835" y="124587"/>
                  </a:lnTo>
                  <a:lnTo>
                    <a:pt x="2489835" y="119341"/>
                  </a:lnTo>
                  <a:lnTo>
                    <a:pt x="2489835" y="109816"/>
                  </a:lnTo>
                  <a:lnTo>
                    <a:pt x="2489835" y="19050"/>
                  </a:lnTo>
                  <a:lnTo>
                    <a:pt x="2489835" y="9525"/>
                  </a:lnTo>
                  <a:lnTo>
                    <a:pt x="2489835" y="4279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9877190" y="5919241"/>
            <a:ext cx="138493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60" b="1">
                <a:solidFill>
                  <a:srgbClr val="232323"/>
                </a:solidFill>
                <a:latin typeface="Tahoma"/>
                <a:cs typeface="Tahoma"/>
              </a:rPr>
              <a:t>Retrospective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019975" y="7746062"/>
            <a:ext cx="8254365" cy="815340"/>
            <a:chOff x="1019975" y="7746062"/>
            <a:chExt cx="8254365" cy="815340"/>
          </a:xfrm>
        </p:grpSpPr>
        <p:sp>
          <p:nvSpPr>
            <p:cNvPr id="50" name="object 50"/>
            <p:cNvSpPr/>
            <p:nvPr/>
          </p:nvSpPr>
          <p:spPr>
            <a:xfrm>
              <a:off x="1029500" y="7755588"/>
              <a:ext cx="8236584" cy="796290"/>
            </a:xfrm>
            <a:custGeom>
              <a:avLst/>
              <a:gdLst/>
              <a:ahLst/>
              <a:cxnLst/>
              <a:rect l="l" t="t" r="r" b="b"/>
              <a:pathLst>
                <a:path w="8236584" h="796290">
                  <a:moveTo>
                    <a:pt x="8123872" y="796194"/>
                  </a:moveTo>
                  <a:lnTo>
                    <a:pt x="112204" y="796194"/>
                  </a:lnTo>
                  <a:lnTo>
                    <a:pt x="68580" y="787567"/>
                  </a:lnTo>
                  <a:lnTo>
                    <a:pt x="32903" y="764035"/>
                  </a:lnTo>
                  <a:lnTo>
                    <a:pt x="8839" y="729128"/>
                  </a:lnTo>
                  <a:lnTo>
                    <a:pt x="0" y="686371"/>
                  </a:lnTo>
                  <a:lnTo>
                    <a:pt x="0" y="109823"/>
                  </a:lnTo>
                  <a:lnTo>
                    <a:pt x="8812" y="67066"/>
                  </a:lnTo>
                  <a:lnTo>
                    <a:pt x="32849" y="32158"/>
                  </a:lnTo>
                  <a:lnTo>
                    <a:pt x="68513" y="8627"/>
                  </a:lnTo>
                  <a:lnTo>
                    <a:pt x="112204" y="0"/>
                  </a:lnTo>
                  <a:lnTo>
                    <a:pt x="8123872" y="0"/>
                  </a:lnTo>
                  <a:lnTo>
                    <a:pt x="8167523" y="8627"/>
                  </a:lnTo>
                  <a:lnTo>
                    <a:pt x="8203192" y="32158"/>
                  </a:lnTo>
                  <a:lnTo>
                    <a:pt x="8227251" y="67066"/>
                  </a:lnTo>
                  <a:lnTo>
                    <a:pt x="8236076" y="109823"/>
                  </a:lnTo>
                  <a:lnTo>
                    <a:pt x="8236076" y="686371"/>
                  </a:lnTo>
                  <a:lnTo>
                    <a:pt x="8227264" y="729128"/>
                  </a:lnTo>
                  <a:lnTo>
                    <a:pt x="8203227" y="764035"/>
                  </a:lnTo>
                  <a:lnTo>
                    <a:pt x="8167563" y="787567"/>
                  </a:lnTo>
                  <a:lnTo>
                    <a:pt x="8123872" y="796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019975" y="7746062"/>
              <a:ext cx="8254365" cy="815340"/>
            </a:xfrm>
            <a:custGeom>
              <a:avLst/>
              <a:gdLst/>
              <a:ahLst/>
              <a:cxnLst/>
              <a:rect l="l" t="t" r="r" b="b"/>
              <a:pathLst>
                <a:path w="8254365" h="815340">
                  <a:moveTo>
                    <a:pt x="121729" y="815217"/>
                  </a:moveTo>
                  <a:lnTo>
                    <a:pt x="74420" y="805892"/>
                  </a:lnTo>
                  <a:lnTo>
                    <a:pt x="35718" y="780359"/>
                  </a:lnTo>
                  <a:lnTo>
                    <a:pt x="9590" y="742432"/>
                  </a:lnTo>
                  <a:lnTo>
                    <a:pt x="0" y="695896"/>
                  </a:lnTo>
                  <a:lnTo>
                    <a:pt x="0" y="119348"/>
                  </a:lnTo>
                  <a:lnTo>
                    <a:pt x="9590" y="72812"/>
                  </a:lnTo>
                  <a:lnTo>
                    <a:pt x="35718" y="34885"/>
                  </a:lnTo>
                  <a:lnTo>
                    <a:pt x="74420" y="9352"/>
                  </a:lnTo>
                  <a:lnTo>
                    <a:pt x="121729" y="0"/>
                  </a:lnTo>
                  <a:lnTo>
                    <a:pt x="8133397" y="0"/>
                  </a:lnTo>
                  <a:lnTo>
                    <a:pt x="8133397" y="9525"/>
                  </a:lnTo>
                  <a:lnTo>
                    <a:pt x="121729" y="9525"/>
                  </a:lnTo>
                  <a:lnTo>
                    <a:pt x="121729" y="19050"/>
                  </a:lnTo>
                  <a:lnTo>
                    <a:pt x="81696" y="26966"/>
                  </a:lnTo>
                  <a:lnTo>
                    <a:pt x="49065" y="48518"/>
                  </a:lnTo>
                  <a:lnTo>
                    <a:pt x="27097" y="80410"/>
                  </a:lnTo>
                  <a:lnTo>
                    <a:pt x="19050" y="119348"/>
                  </a:lnTo>
                  <a:lnTo>
                    <a:pt x="19050" y="695896"/>
                  </a:lnTo>
                  <a:lnTo>
                    <a:pt x="27111" y="734874"/>
                  </a:lnTo>
                  <a:lnTo>
                    <a:pt x="49084" y="766762"/>
                  </a:lnTo>
                  <a:lnTo>
                    <a:pt x="81723" y="788292"/>
                  </a:lnTo>
                  <a:lnTo>
                    <a:pt x="121729" y="796194"/>
                  </a:lnTo>
                  <a:lnTo>
                    <a:pt x="8195406" y="796194"/>
                  </a:lnTo>
                  <a:lnTo>
                    <a:pt x="8180969" y="805719"/>
                  </a:lnTo>
                  <a:lnTo>
                    <a:pt x="121729" y="805719"/>
                  </a:lnTo>
                  <a:lnTo>
                    <a:pt x="121729" y="815217"/>
                  </a:lnTo>
                  <a:close/>
                </a:path>
                <a:path w="8254365" h="815340">
                  <a:moveTo>
                    <a:pt x="8195406" y="796194"/>
                  </a:moveTo>
                  <a:lnTo>
                    <a:pt x="8133397" y="796194"/>
                  </a:lnTo>
                  <a:lnTo>
                    <a:pt x="8173430" y="788292"/>
                  </a:lnTo>
                  <a:lnTo>
                    <a:pt x="8206061" y="766762"/>
                  </a:lnTo>
                  <a:lnTo>
                    <a:pt x="8228029" y="734874"/>
                  </a:lnTo>
                  <a:lnTo>
                    <a:pt x="8236076" y="695896"/>
                  </a:lnTo>
                  <a:lnTo>
                    <a:pt x="8236076" y="119348"/>
                  </a:lnTo>
                  <a:lnTo>
                    <a:pt x="8228029" y="80410"/>
                  </a:lnTo>
                  <a:lnTo>
                    <a:pt x="8206061" y="48518"/>
                  </a:lnTo>
                  <a:lnTo>
                    <a:pt x="8173430" y="26966"/>
                  </a:lnTo>
                  <a:lnTo>
                    <a:pt x="8133397" y="19050"/>
                  </a:lnTo>
                  <a:lnTo>
                    <a:pt x="121729" y="19050"/>
                  </a:lnTo>
                  <a:lnTo>
                    <a:pt x="121729" y="9525"/>
                  </a:lnTo>
                  <a:lnTo>
                    <a:pt x="8133397" y="9525"/>
                  </a:lnTo>
                  <a:lnTo>
                    <a:pt x="8133397" y="0"/>
                  </a:lnTo>
                  <a:lnTo>
                    <a:pt x="8180707" y="9352"/>
                  </a:lnTo>
                  <a:lnTo>
                    <a:pt x="8219408" y="34885"/>
                  </a:lnTo>
                  <a:lnTo>
                    <a:pt x="8245537" y="72812"/>
                  </a:lnTo>
                  <a:lnTo>
                    <a:pt x="8254063" y="114185"/>
                  </a:lnTo>
                  <a:lnTo>
                    <a:pt x="8254063" y="701059"/>
                  </a:lnTo>
                  <a:lnTo>
                    <a:pt x="8245537" y="742432"/>
                  </a:lnTo>
                  <a:lnTo>
                    <a:pt x="8219408" y="780359"/>
                  </a:lnTo>
                  <a:lnTo>
                    <a:pt x="8195406" y="796194"/>
                  </a:lnTo>
                  <a:close/>
                </a:path>
                <a:path w="8254365" h="815340">
                  <a:moveTo>
                    <a:pt x="8133397" y="815217"/>
                  </a:moveTo>
                  <a:lnTo>
                    <a:pt x="121734" y="815217"/>
                  </a:lnTo>
                  <a:lnTo>
                    <a:pt x="121729" y="805719"/>
                  </a:lnTo>
                  <a:lnTo>
                    <a:pt x="8133397" y="805719"/>
                  </a:lnTo>
                  <a:lnTo>
                    <a:pt x="8133397" y="815217"/>
                  </a:lnTo>
                  <a:close/>
                </a:path>
                <a:path w="8254365" h="815340">
                  <a:moveTo>
                    <a:pt x="8133537" y="815217"/>
                  </a:moveTo>
                  <a:lnTo>
                    <a:pt x="8133397" y="815217"/>
                  </a:lnTo>
                  <a:lnTo>
                    <a:pt x="8133397" y="805719"/>
                  </a:lnTo>
                  <a:lnTo>
                    <a:pt x="8180969" y="805719"/>
                  </a:lnTo>
                  <a:lnTo>
                    <a:pt x="8180707" y="805892"/>
                  </a:lnTo>
                  <a:lnTo>
                    <a:pt x="8133537" y="815217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318790" y="7996329"/>
            <a:ext cx="761492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Scrum</a:t>
            </a:r>
            <a:r>
              <a:rPr dirty="0" sz="1700" spc="-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232323"/>
                </a:solidFill>
                <a:latin typeface="Trebuchet MS"/>
                <a:cs typeface="Trebuchet MS"/>
              </a:rPr>
              <a:t>lets</a:t>
            </a:r>
            <a:r>
              <a:rPr dirty="0" sz="1700" spc="-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232323"/>
                </a:solidFill>
                <a:latin typeface="Trebuchet MS"/>
                <a:cs typeface="Trebuchet MS"/>
              </a:rPr>
              <a:t>us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232323"/>
                </a:solidFill>
                <a:latin typeface="Trebuchet MS"/>
                <a:cs typeface="Trebuchet MS"/>
              </a:rPr>
              <a:t>test</a:t>
            </a:r>
            <a:r>
              <a:rPr dirty="0" sz="1700" spc="-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assumptions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early</a:t>
            </a:r>
            <a:r>
              <a:rPr dirty="0" sz="1700" spc="-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instead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232323"/>
                </a:solidFill>
                <a:latin typeface="Trebuchet MS"/>
                <a:cs typeface="Trebuchet MS"/>
              </a:rPr>
              <a:t>of</a:t>
            </a:r>
            <a:r>
              <a:rPr dirty="0" sz="1700" spc="-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232323"/>
                </a:solidFill>
                <a:latin typeface="Trebuchet MS"/>
                <a:cs typeface="Trebuchet MS"/>
              </a:rPr>
              <a:t>discovering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problems</a:t>
            </a:r>
            <a:r>
              <a:rPr dirty="0" sz="1700" spc="-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232323"/>
                </a:solidFill>
                <a:latin typeface="Trebuchet MS"/>
                <a:cs typeface="Trebuchet MS"/>
              </a:rPr>
              <a:t>at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1700" spc="-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232323"/>
                </a:solidFill>
                <a:latin typeface="Trebuchet MS"/>
                <a:cs typeface="Trebuchet MS"/>
              </a:rPr>
              <a:t>end.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0493361" y="3186850"/>
            <a:ext cx="3172460" cy="2915920"/>
            <a:chOff x="10493361" y="3186850"/>
            <a:chExt cx="3172460" cy="2915920"/>
          </a:xfrm>
        </p:grpSpPr>
        <p:sp>
          <p:nvSpPr>
            <p:cNvPr id="54" name="object 54"/>
            <p:cNvSpPr/>
            <p:nvPr/>
          </p:nvSpPr>
          <p:spPr>
            <a:xfrm>
              <a:off x="10569561" y="3783446"/>
              <a:ext cx="0" cy="1766570"/>
            </a:xfrm>
            <a:custGeom>
              <a:avLst/>
              <a:gdLst/>
              <a:ahLst/>
              <a:cxnLst/>
              <a:rect l="l" t="t" r="r" b="b"/>
              <a:pathLst>
                <a:path w="0" h="1766570">
                  <a:moveTo>
                    <a:pt x="0" y="1766325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3361" y="3678671"/>
              <a:ext cx="152399" cy="11429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1919181" y="6026029"/>
              <a:ext cx="425450" cy="0"/>
            </a:xfrm>
            <a:custGeom>
              <a:avLst/>
              <a:gdLst/>
              <a:ahLst/>
              <a:cxnLst/>
              <a:rect l="l" t="t" r="r" b="b"/>
              <a:pathLst>
                <a:path w="425450" h="0">
                  <a:moveTo>
                    <a:pt x="425272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4406" y="5949829"/>
              <a:ext cx="114299" cy="15239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3589460" y="3652080"/>
              <a:ext cx="0" cy="1793239"/>
            </a:xfrm>
            <a:custGeom>
              <a:avLst/>
              <a:gdLst/>
              <a:ahLst/>
              <a:cxnLst/>
              <a:rect l="l" t="t" r="r" b="b"/>
              <a:pathLst>
                <a:path w="0" h="1793239">
                  <a:moveTo>
                    <a:pt x="0" y="0"/>
                  </a:moveTo>
                  <a:lnTo>
                    <a:pt x="0" y="179293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13260" y="5435489"/>
              <a:ext cx="152399" cy="11429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1814476" y="3263050"/>
              <a:ext cx="425450" cy="0"/>
            </a:xfrm>
            <a:custGeom>
              <a:avLst/>
              <a:gdLst/>
              <a:ahLst/>
              <a:cxnLst/>
              <a:rect l="l" t="t" r="r" b="b"/>
              <a:pathLst>
                <a:path w="425450" h="0">
                  <a:moveTo>
                    <a:pt x="0" y="0"/>
                  </a:moveTo>
                  <a:lnTo>
                    <a:pt x="425272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30223" y="3186850"/>
              <a:ext cx="114299" cy="152399"/>
            </a:xfrm>
            <a:prstGeom prst="rect">
              <a:avLst/>
            </a:prstGeom>
          </p:spPr>
        </p:pic>
      </p:grp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17353391" y="9743606"/>
            <a:ext cx="188595" cy="21209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95" b="1">
                <a:solidFill>
                  <a:srgbClr val="646159"/>
                </a:solidFill>
                <a:latin typeface="Tahoma"/>
                <a:cs typeface="Tahoma"/>
              </a:rPr>
              <a:t>06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358" y="579126"/>
            <a:ext cx="7505700" cy="6889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0"/>
              <a:t>Product</a:t>
            </a:r>
            <a:r>
              <a:rPr dirty="0" spc="-360"/>
              <a:t> </a:t>
            </a:r>
            <a:r>
              <a:rPr dirty="0" spc="-229"/>
              <a:t>Backlog</a:t>
            </a:r>
            <a:r>
              <a:rPr dirty="0" spc="-360"/>
              <a:t> </a:t>
            </a:r>
            <a:r>
              <a:rPr dirty="0" spc="-325"/>
              <a:t>G</a:t>
            </a:r>
            <a:r>
              <a:rPr dirty="0" spc="-360"/>
              <a:t> </a:t>
            </a:r>
            <a:r>
              <a:rPr dirty="0" spc="-235"/>
              <a:t>Sprint</a:t>
            </a:r>
            <a:r>
              <a:rPr dirty="0" spc="-360"/>
              <a:t> </a:t>
            </a:r>
            <a:r>
              <a:rPr dirty="0" spc="-85"/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5809" y="1461284"/>
            <a:ext cx="443928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From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646159"/>
                </a:solidFill>
                <a:latin typeface="Trebuchet MS"/>
                <a:cs typeface="Trebuchet MS"/>
              </a:rPr>
              <a:t>infrastructure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646159"/>
                </a:solidFill>
                <a:latin typeface="Trebuchet MS"/>
                <a:cs typeface="Trebuchet MS"/>
              </a:rPr>
              <a:t>to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646159"/>
                </a:solidFill>
                <a:latin typeface="Trebuchet MS"/>
                <a:cs typeface="Trebuchet MS"/>
              </a:rPr>
              <a:t>intelligent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user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features.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78788" y="2735808"/>
            <a:ext cx="2927350" cy="3107690"/>
            <a:chOff x="978788" y="2735808"/>
            <a:chExt cx="2927350" cy="3107690"/>
          </a:xfrm>
        </p:grpSpPr>
        <p:sp>
          <p:nvSpPr>
            <p:cNvPr id="6" name="object 6"/>
            <p:cNvSpPr/>
            <p:nvPr/>
          </p:nvSpPr>
          <p:spPr>
            <a:xfrm>
              <a:off x="988314" y="2745333"/>
              <a:ext cx="2910205" cy="3088640"/>
            </a:xfrm>
            <a:custGeom>
              <a:avLst/>
              <a:gdLst/>
              <a:ahLst/>
              <a:cxnLst/>
              <a:rect l="l" t="t" r="r" b="b"/>
              <a:pathLst>
                <a:path w="2910204" h="3088640">
                  <a:moveTo>
                    <a:pt x="2786538" y="3088481"/>
                  </a:moveTo>
                  <a:lnTo>
                    <a:pt x="123539" y="3088481"/>
                  </a:lnTo>
                  <a:lnTo>
                    <a:pt x="75464" y="3078782"/>
                  </a:lnTo>
                  <a:lnTo>
                    <a:pt x="36195" y="3052322"/>
                  </a:lnTo>
                  <a:lnTo>
                    <a:pt x="9712" y="3013056"/>
                  </a:lnTo>
                  <a:lnTo>
                    <a:pt x="0" y="2964942"/>
                  </a:lnTo>
                  <a:lnTo>
                    <a:pt x="0" y="123539"/>
                  </a:lnTo>
                  <a:lnTo>
                    <a:pt x="9712" y="75464"/>
                  </a:lnTo>
                  <a:lnTo>
                    <a:pt x="36195" y="36195"/>
                  </a:lnTo>
                  <a:lnTo>
                    <a:pt x="75464" y="9712"/>
                  </a:lnTo>
                  <a:lnTo>
                    <a:pt x="123539" y="0"/>
                  </a:lnTo>
                  <a:lnTo>
                    <a:pt x="2786538" y="0"/>
                  </a:lnTo>
                  <a:lnTo>
                    <a:pt x="2834613" y="9712"/>
                  </a:lnTo>
                  <a:lnTo>
                    <a:pt x="2873883" y="36195"/>
                  </a:lnTo>
                  <a:lnTo>
                    <a:pt x="2900365" y="75464"/>
                  </a:lnTo>
                  <a:lnTo>
                    <a:pt x="2910078" y="123539"/>
                  </a:lnTo>
                  <a:lnTo>
                    <a:pt x="2910078" y="2964942"/>
                  </a:lnTo>
                  <a:lnTo>
                    <a:pt x="2900365" y="3013056"/>
                  </a:lnTo>
                  <a:lnTo>
                    <a:pt x="2873883" y="3052322"/>
                  </a:lnTo>
                  <a:lnTo>
                    <a:pt x="2834613" y="3078782"/>
                  </a:lnTo>
                  <a:lnTo>
                    <a:pt x="2786538" y="30884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78788" y="2735808"/>
              <a:ext cx="2927350" cy="3107690"/>
            </a:xfrm>
            <a:custGeom>
              <a:avLst/>
              <a:gdLst/>
              <a:ahLst/>
              <a:cxnLst/>
              <a:rect l="l" t="t" r="r" b="b"/>
              <a:pathLst>
                <a:path w="2927350" h="3107690">
                  <a:moveTo>
                    <a:pt x="133056" y="3107531"/>
                  </a:moveTo>
                  <a:lnTo>
                    <a:pt x="132770" y="3107531"/>
                  </a:lnTo>
                  <a:lnTo>
                    <a:pt x="90988" y="3100751"/>
                  </a:lnTo>
                  <a:lnTo>
                    <a:pt x="54459" y="3081870"/>
                  </a:lnTo>
                  <a:lnTo>
                    <a:pt x="25661" y="3053072"/>
                  </a:lnTo>
                  <a:lnTo>
                    <a:pt x="6779" y="3016542"/>
                  </a:lnTo>
                  <a:lnTo>
                    <a:pt x="0" y="2974467"/>
                  </a:lnTo>
                  <a:lnTo>
                    <a:pt x="0" y="133064"/>
                  </a:lnTo>
                  <a:lnTo>
                    <a:pt x="6779" y="91025"/>
                  </a:lnTo>
                  <a:lnTo>
                    <a:pt x="25661" y="54500"/>
                  </a:lnTo>
                  <a:lnTo>
                    <a:pt x="54459" y="25688"/>
                  </a:lnTo>
                  <a:lnTo>
                    <a:pt x="90988" y="6788"/>
                  </a:lnTo>
                  <a:lnTo>
                    <a:pt x="133064" y="0"/>
                  </a:lnTo>
                  <a:lnTo>
                    <a:pt x="2796063" y="0"/>
                  </a:lnTo>
                  <a:lnTo>
                    <a:pt x="2796063" y="9525"/>
                  </a:lnTo>
                  <a:lnTo>
                    <a:pt x="133064" y="9525"/>
                  </a:lnTo>
                  <a:lnTo>
                    <a:pt x="133064" y="19050"/>
                  </a:lnTo>
                  <a:lnTo>
                    <a:pt x="88688" y="28010"/>
                  </a:lnTo>
                  <a:lnTo>
                    <a:pt x="52447" y="52447"/>
                  </a:lnTo>
                  <a:lnTo>
                    <a:pt x="28010" y="88688"/>
                  </a:lnTo>
                  <a:lnTo>
                    <a:pt x="19050" y="133064"/>
                  </a:lnTo>
                  <a:lnTo>
                    <a:pt x="19050" y="2974467"/>
                  </a:lnTo>
                  <a:lnTo>
                    <a:pt x="28010" y="3018843"/>
                  </a:lnTo>
                  <a:lnTo>
                    <a:pt x="52447" y="3055084"/>
                  </a:lnTo>
                  <a:lnTo>
                    <a:pt x="88688" y="3079520"/>
                  </a:lnTo>
                  <a:lnTo>
                    <a:pt x="133064" y="3088481"/>
                  </a:lnTo>
                  <a:lnTo>
                    <a:pt x="2861878" y="3088481"/>
                  </a:lnTo>
                  <a:lnTo>
                    <a:pt x="2843450" y="3098006"/>
                  </a:lnTo>
                  <a:lnTo>
                    <a:pt x="133064" y="3098006"/>
                  </a:lnTo>
                  <a:lnTo>
                    <a:pt x="133056" y="3107531"/>
                  </a:lnTo>
                  <a:close/>
                </a:path>
                <a:path w="2927350" h="3107690">
                  <a:moveTo>
                    <a:pt x="2861878" y="3088481"/>
                  </a:moveTo>
                  <a:lnTo>
                    <a:pt x="2796063" y="3088481"/>
                  </a:lnTo>
                  <a:lnTo>
                    <a:pt x="2840440" y="3079520"/>
                  </a:lnTo>
                  <a:lnTo>
                    <a:pt x="2876681" y="3055084"/>
                  </a:lnTo>
                  <a:lnTo>
                    <a:pt x="2901117" y="3018843"/>
                  </a:lnTo>
                  <a:lnTo>
                    <a:pt x="2910078" y="2974467"/>
                  </a:lnTo>
                  <a:lnTo>
                    <a:pt x="2910078" y="133064"/>
                  </a:lnTo>
                  <a:lnTo>
                    <a:pt x="2901117" y="88688"/>
                  </a:lnTo>
                  <a:lnTo>
                    <a:pt x="2876681" y="52447"/>
                  </a:lnTo>
                  <a:lnTo>
                    <a:pt x="2840440" y="28010"/>
                  </a:lnTo>
                  <a:lnTo>
                    <a:pt x="2796063" y="19050"/>
                  </a:lnTo>
                  <a:lnTo>
                    <a:pt x="133064" y="19050"/>
                  </a:lnTo>
                  <a:lnTo>
                    <a:pt x="133064" y="9525"/>
                  </a:lnTo>
                  <a:lnTo>
                    <a:pt x="2796063" y="9525"/>
                  </a:lnTo>
                  <a:lnTo>
                    <a:pt x="2796063" y="0"/>
                  </a:lnTo>
                  <a:lnTo>
                    <a:pt x="2838139" y="6788"/>
                  </a:lnTo>
                  <a:lnTo>
                    <a:pt x="2874668" y="25688"/>
                  </a:lnTo>
                  <a:lnTo>
                    <a:pt x="2903467" y="54500"/>
                  </a:lnTo>
                  <a:lnTo>
                    <a:pt x="2922348" y="91025"/>
                  </a:lnTo>
                  <a:lnTo>
                    <a:pt x="2927016" y="119968"/>
                  </a:lnTo>
                  <a:lnTo>
                    <a:pt x="2927016" y="2987574"/>
                  </a:lnTo>
                  <a:lnTo>
                    <a:pt x="2922348" y="3016542"/>
                  </a:lnTo>
                  <a:lnTo>
                    <a:pt x="2903467" y="3053072"/>
                  </a:lnTo>
                  <a:lnTo>
                    <a:pt x="2874668" y="3081870"/>
                  </a:lnTo>
                  <a:lnTo>
                    <a:pt x="2861878" y="3088481"/>
                  </a:lnTo>
                  <a:close/>
                </a:path>
                <a:path w="2927350" h="3107690">
                  <a:moveTo>
                    <a:pt x="2796063" y="3107531"/>
                  </a:moveTo>
                  <a:lnTo>
                    <a:pt x="133064" y="3107531"/>
                  </a:lnTo>
                  <a:lnTo>
                    <a:pt x="133064" y="3098006"/>
                  </a:lnTo>
                  <a:lnTo>
                    <a:pt x="2796063" y="3098006"/>
                  </a:lnTo>
                  <a:lnTo>
                    <a:pt x="2796063" y="3107531"/>
                  </a:lnTo>
                  <a:close/>
                </a:path>
                <a:path w="2927350" h="3107690">
                  <a:moveTo>
                    <a:pt x="2796063" y="3107531"/>
                  </a:moveTo>
                  <a:lnTo>
                    <a:pt x="2796063" y="3098006"/>
                  </a:lnTo>
                  <a:lnTo>
                    <a:pt x="2843450" y="3098006"/>
                  </a:lnTo>
                  <a:lnTo>
                    <a:pt x="2838139" y="3100751"/>
                  </a:lnTo>
                  <a:lnTo>
                    <a:pt x="2796063" y="310753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57236" y="2914268"/>
              <a:ext cx="128905" cy="2750820"/>
            </a:xfrm>
            <a:custGeom>
              <a:avLst/>
              <a:gdLst/>
              <a:ahLst/>
              <a:cxnLst/>
              <a:rect l="l" t="t" r="r" b="b"/>
              <a:pathLst>
                <a:path w="128905" h="2750820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2746337"/>
                  </a:lnTo>
                  <a:lnTo>
                    <a:pt x="4279" y="2750629"/>
                  </a:lnTo>
                  <a:lnTo>
                    <a:pt x="124587" y="2750629"/>
                  </a:lnTo>
                  <a:lnTo>
                    <a:pt x="128879" y="2746337"/>
                  </a:lnTo>
                  <a:lnTo>
                    <a:pt x="128879" y="2741104"/>
                  </a:lnTo>
                  <a:lnTo>
                    <a:pt x="128866" y="273157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42329" y="2981045"/>
            <a:ext cx="1828164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0" b="1">
                <a:solidFill>
                  <a:srgbClr val="232323"/>
                </a:solidFill>
                <a:latin typeface="Tahoma"/>
                <a:cs typeface="Tahoma"/>
              </a:rPr>
              <a:t>Sprint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195" b="1">
                <a:solidFill>
                  <a:srgbClr val="232323"/>
                </a:solidFill>
                <a:latin typeface="Tahoma"/>
                <a:cs typeface="Tahoma"/>
              </a:rPr>
              <a:t>1</a:t>
            </a:r>
            <a:r>
              <a:rPr dirty="0" sz="19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254" b="1">
                <a:solidFill>
                  <a:srgbClr val="232323"/>
                </a:solidFill>
                <a:latin typeface="Tahoma"/>
                <a:cs typeface="Tahoma"/>
              </a:rPr>
              <a:t>(8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95" b="1">
                <a:solidFill>
                  <a:srgbClr val="232323"/>
                </a:solidFill>
                <a:latin typeface="Tahoma"/>
                <a:cs typeface="Tahoma"/>
              </a:rPr>
              <a:t>days)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6588" y="3511549"/>
            <a:ext cx="328104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10"/>
              </a:spcBef>
            </a:pPr>
            <a:r>
              <a:rPr dirty="0" sz="1550">
                <a:solidFill>
                  <a:srgbClr val="646159"/>
                </a:solidFill>
                <a:latin typeface="Trebuchet MS"/>
                <a:cs typeface="Trebuchet MS"/>
              </a:rPr>
              <a:t>Database</a:t>
            </a:r>
            <a:r>
              <a:rPr dirty="0" sz="1550" spc="-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planning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5029" y="3740149"/>
            <a:ext cx="1922145" cy="49212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R="5080">
              <a:lnSpc>
                <a:spcPts val="1800"/>
              </a:lnSpc>
              <a:spcBef>
                <a:spcPts val="220"/>
              </a:spcBef>
            </a:pPr>
            <a:r>
              <a:rPr dirty="0" sz="1550">
                <a:solidFill>
                  <a:srgbClr val="646159"/>
                </a:solidFill>
                <a:latin typeface="Trebuchet MS"/>
                <a:cs typeface="Trebuchet MS"/>
              </a:rPr>
              <a:t>User</a:t>
            </a:r>
            <a:r>
              <a:rPr dirty="0" sz="155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registration </a:t>
            </a:r>
            <a:r>
              <a:rPr dirty="0" sz="1550" spc="-20">
                <a:solidFill>
                  <a:srgbClr val="646159"/>
                </a:solidFill>
                <a:latin typeface="Trebuchet MS"/>
                <a:cs typeface="Trebuchet MS"/>
              </a:rPr>
              <a:t>Premium</a:t>
            </a:r>
            <a:r>
              <a:rPr dirty="0" sz="155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membership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2108" y="3968749"/>
            <a:ext cx="47180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458470" algn="l"/>
              </a:tabLst>
            </a:pPr>
            <a:r>
              <a:rPr dirty="0" u="heavy" sz="1550">
                <a:solidFill>
                  <a:srgbClr val="646159"/>
                </a:solidFill>
                <a:uFill>
                  <a:solidFill>
                    <a:srgbClr val="232323"/>
                  </a:solidFill>
                </a:uFill>
                <a:latin typeface="Times New Roman"/>
                <a:cs typeface="Times New Roman"/>
              </a:rPr>
              <a:t>	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69288" y="2735808"/>
            <a:ext cx="2927350" cy="3107690"/>
            <a:chOff x="4369288" y="2735808"/>
            <a:chExt cx="2927350" cy="3107690"/>
          </a:xfrm>
        </p:grpSpPr>
        <p:sp>
          <p:nvSpPr>
            <p:cNvPr id="14" name="object 14"/>
            <p:cNvSpPr/>
            <p:nvPr/>
          </p:nvSpPr>
          <p:spPr>
            <a:xfrm>
              <a:off x="4378813" y="2745333"/>
              <a:ext cx="2910205" cy="3088640"/>
            </a:xfrm>
            <a:custGeom>
              <a:avLst/>
              <a:gdLst/>
              <a:ahLst/>
              <a:cxnLst/>
              <a:rect l="l" t="t" r="r" b="b"/>
              <a:pathLst>
                <a:path w="2910204" h="3088640">
                  <a:moveTo>
                    <a:pt x="2786538" y="3088481"/>
                  </a:moveTo>
                  <a:lnTo>
                    <a:pt x="123539" y="3088481"/>
                  </a:lnTo>
                  <a:lnTo>
                    <a:pt x="75464" y="3078782"/>
                  </a:lnTo>
                  <a:lnTo>
                    <a:pt x="36195" y="3052322"/>
                  </a:lnTo>
                  <a:lnTo>
                    <a:pt x="9712" y="3013056"/>
                  </a:lnTo>
                  <a:lnTo>
                    <a:pt x="0" y="2964942"/>
                  </a:lnTo>
                  <a:lnTo>
                    <a:pt x="0" y="123539"/>
                  </a:lnTo>
                  <a:lnTo>
                    <a:pt x="9712" y="75464"/>
                  </a:lnTo>
                  <a:lnTo>
                    <a:pt x="36195" y="36195"/>
                  </a:lnTo>
                  <a:lnTo>
                    <a:pt x="75464" y="9712"/>
                  </a:lnTo>
                  <a:lnTo>
                    <a:pt x="123539" y="0"/>
                  </a:lnTo>
                  <a:lnTo>
                    <a:pt x="2786538" y="0"/>
                  </a:lnTo>
                  <a:lnTo>
                    <a:pt x="2834613" y="9712"/>
                  </a:lnTo>
                  <a:lnTo>
                    <a:pt x="2873883" y="36195"/>
                  </a:lnTo>
                  <a:lnTo>
                    <a:pt x="2900365" y="75464"/>
                  </a:lnTo>
                  <a:lnTo>
                    <a:pt x="2910078" y="123539"/>
                  </a:lnTo>
                  <a:lnTo>
                    <a:pt x="2910078" y="2964942"/>
                  </a:lnTo>
                  <a:lnTo>
                    <a:pt x="2900365" y="3013056"/>
                  </a:lnTo>
                  <a:lnTo>
                    <a:pt x="2873883" y="3052322"/>
                  </a:lnTo>
                  <a:lnTo>
                    <a:pt x="2834613" y="3078782"/>
                  </a:lnTo>
                  <a:lnTo>
                    <a:pt x="2786538" y="30884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369288" y="2735808"/>
              <a:ext cx="2927350" cy="3107690"/>
            </a:xfrm>
            <a:custGeom>
              <a:avLst/>
              <a:gdLst/>
              <a:ahLst/>
              <a:cxnLst/>
              <a:rect l="l" t="t" r="r" b="b"/>
              <a:pathLst>
                <a:path w="2927350" h="3107690">
                  <a:moveTo>
                    <a:pt x="133056" y="3107531"/>
                  </a:moveTo>
                  <a:lnTo>
                    <a:pt x="132770" y="3107531"/>
                  </a:lnTo>
                  <a:lnTo>
                    <a:pt x="90988" y="3100751"/>
                  </a:lnTo>
                  <a:lnTo>
                    <a:pt x="54459" y="3081870"/>
                  </a:lnTo>
                  <a:lnTo>
                    <a:pt x="25661" y="3053072"/>
                  </a:lnTo>
                  <a:lnTo>
                    <a:pt x="6779" y="3016542"/>
                  </a:lnTo>
                  <a:lnTo>
                    <a:pt x="0" y="2974467"/>
                  </a:lnTo>
                  <a:lnTo>
                    <a:pt x="0" y="133064"/>
                  </a:lnTo>
                  <a:lnTo>
                    <a:pt x="6779" y="91025"/>
                  </a:lnTo>
                  <a:lnTo>
                    <a:pt x="25661" y="54500"/>
                  </a:lnTo>
                  <a:lnTo>
                    <a:pt x="54459" y="25688"/>
                  </a:lnTo>
                  <a:lnTo>
                    <a:pt x="90988" y="6788"/>
                  </a:lnTo>
                  <a:lnTo>
                    <a:pt x="133064" y="0"/>
                  </a:lnTo>
                  <a:lnTo>
                    <a:pt x="2796064" y="0"/>
                  </a:lnTo>
                  <a:lnTo>
                    <a:pt x="2796064" y="9525"/>
                  </a:lnTo>
                  <a:lnTo>
                    <a:pt x="133064" y="9525"/>
                  </a:lnTo>
                  <a:lnTo>
                    <a:pt x="133064" y="19050"/>
                  </a:lnTo>
                  <a:lnTo>
                    <a:pt x="88688" y="28010"/>
                  </a:lnTo>
                  <a:lnTo>
                    <a:pt x="52447" y="52447"/>
                  </a:lnTo>
                  <a:lnTo>
                    <a:pt x="28011" y="88688"/>
                  </a:lnTo>
                  <a:lnTo>
                    <a:pt x="19050" y="133064"/>
                  </a:lnTo>
                  <a:lnTo>
                    <a:pt x="19050" y="2974467"/>
                  </a:lnTo>
                  <a:lnTo>
                    <a:pt x="28011" y="3018843"/>
                  </a:lnTo>
                  <a:lnTo>
                    <a:pt x="52447" y="3055084"/>
                  </a:lnTo>
                  <a:lnTo>
                    <a:pt x="88688" y="3079520"/>
                  </a:lnTo>
                  <a:lnTo>
                    <a:pt x="133064" y="3088481"/>
                  </a:lnTo>
                  <a:lnTo>
                    <a:pt x="2861878" y="3088481"/>
                  </a:lnTo>
                  <a:lnTo>
                    <a:pt x="2843451" y="3098006"/>
                  </a:lnTo>
                  <a:lnTo>
                    <a:pt x="133064" y="3098006"/>
                  </a:lnTo>
                  <a:lnTo>
                    <a:pt x="133056" y="3107531"/>
                  </a:lnTo>
                  <a:close/>
                </a:path>
                <a:path w="2927350" h="3107690">
                  <a:moveTo>
                    <a:pt x="2861878" y="3088481"/>
                  </a:moveTo>
                  <a:lnTo>
                    <a:pt x="2796064" y="3088481"/>
                  </a:lnTo>
                  <a:lnTo>
                    <a:pt x="2840440" y="3079520"/>
                  </a:lnTo>
                  <a:lnTo>
                    <a:pt x="2876681" y="3055084"/>
                  </a:lnTo>
                  <a:lnTo>
                    <a:pt x="2901117" y="3018843"/>
                  </a:lnTo>
                  <a:lnTo>
                    <a:pt x="2910078" y="2974467"/>
                  </a:lnTo>
                  <a:lnTo>
                    <a:pt x="2910078" y="133064"/>
                  </a:lnTo>
                  <a:lnTo>
                    <a:pt x="2901117" y="88688"/>
                  </a:lnTo>
                  <a:lnTo>
                    <a:pt x="2876681" y="52447"/>
                  </a:lnTo>
                  <a:lnTo>
                    <a:pt x="2840440" y="28010"/>
                  </a:lnTo>
                  <a:lnTo>
                    <a:pt x="2796064" y="19050"/>
                  </a:lnTo>
                  <a:lnTo>
                    <a:pt x="133064" y="19050"/>
                  </a:lnTo>
                  <a:lnTo>
                    <a:pt x="133064" y="9525"/>
                  </a:lnTo>
                  <a:lnTo>
                    <a:pt x="2796064" y="9525"/>
                  </a:lnTo>
                  <a:lnTo>
                    <a:pt x="2796064" y="0"/>
                  </a:lnTo>
                  <a:lnTo>
                    <a:pt x="2838139" y="6788"/>
                  </a:lnTo>
                  <a:lnTo>
                    <a:pt x="2874668" y="25688"/>
                  </a:lnTo>
                  <a:lnTo>
                    <a:pt x="2903467" y="54500"/>
                  </a:lnTo>
                  <a:lnTo>
                    <a:pt x="2922348" y="91025"/>
                  </a:lnTo>
                  <a:lnTo>
                    <a:pt x="2927016" y="119967"/>
                  </a:lnTo>
                  <a:lnTo>
                    <a:pt x="2927016" y="2987575"/>
                  </a:lnTo>
                  <a:lnTo>
                    <a:pt x="2922348" y="3016542"/>
                  </a:lnTo>
                  <a:lnTo>
                    <a:pt x="2903467" y="3053072"/>
                  </a:lnTo>
                  <a:lnTo>
                    <a:pt x="2874668" y="3081870"/>
                  </a:lnTo>
                  <a:lnTo>
                    <a:pt x="2861878" y="308848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133064" y="3107531"/>
                  </a:lnTo>
                  <a:lnTo>
                    <a:pt x="133064" y="3098006"/>
                  </a:lnTo>
                  <a:lnTo>
                    <a:pt x="2796064" y="3098006"/>
                  </a:lnTo>
                  <a:lnTo>
                    <a:pt x="2796064" y="310753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2796064" y="3098006"/>
                  </a:lnTo>
                  <a:lnTo>
                    <a:pt x="2843451" y="3098006"/>
                  </a:lnTo>
                  <a:lnTo>
                    <a:pt x="2838139" y="3100751"/>
                  </a:lnTo>
                  <a:lnTo>
                    <a:pt x="2796064" y="310753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47730" y="2914268"/>
              <a:ext cx="128905" cy="2750820"/>
            </a:xfrm>
            <a:custGeom>
              <a:avLst/>
              <a:gdLst/>
              <a:ahLst/>
              <a:cxnLst/>
              <a:rect l="l" t="t" r="r" b="b"/>
              <a:pathLst>
                <a:path w="128904" h="2750820">
                  <a:moveTo>
                    <a:pt x="128879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2746337"/>
                  </a:lnTo>
                  <a:lnTo>
                    <a:pt x="4292" y="2750629"/>
                  </a:lnTo>
                  <a:lnTo>
                    <a:pt x="124587" y="2750629"/>
                  </a:lnTo>
                  <a:lnTo>
                    <a:pt x="128879" y="2746337"/>
                  </a:lnTo>
                  <a:lnTo>
                    <a:pt x="128879" y="2741104"/>
                  </a:lnTo>
                  <a:lnTo>
                    <a:pt x="128879" y="2731579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832829" y="2981045"/>
            <a:ext cx="1828164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0" b="1">
                <a:solidFill>
                  <a:srgbClr val="232323"/>
                </a:solidFill>
                <a:latin typeface="Tahoma"/>
                <a:cs typeface="Tahoma"/>
              </a:rPr>
              <a:t>Sprint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195" b="1">
                <a:solidFill>
                  <a:srgbClr val="232323"/>
                </a:solidFill>
                <a:latin typeface="Tahoma"/>
                <a:cs typeface="Tahoma"/>
              </a:rPr>
              <a:t>2</a:t>
            </a:r>
            <a:r>
              <a:rPr dirty="0" sz="19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254" b="1">
                <a:solidFill>
                  <a:srgbClr val="232323"/>
                </a:solidFill>
                <a:latin typeface="Tahoma"/>
                <a:cs typeface="Tahoma"/>
              </a:rPr>
              <a:t>(8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95" b="1">
                <a:solidFill>
                  <a:srgbClr val="232323"/>
                </a:solidFill>
                <a:latin typeface="Tahoma"/>
                <a:cs typeface="Tahoma"/>
              </a:rPr>
              <a:t>days)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7087" y="3511549"/>
            <a:ext cx="328104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10"/>
              </a:spcBef>
            </a:pPr>
            <a:r>
              <a:rPr dirty="0" sz="1550" spc="-35">
                <a:solidFill>
                  <a:srgbClr val="646159"/>
                </a:solidFill>
                <a:latin typeface="Trebuchet MS"/>
                <a:cs typeface="Trebuchet MS"/>
              </a:rPr>
              <a:t>In-</a:t>
            </a:r>
            <a:r>
              <a:rPr dirty="0" sz="1550">
                <a:solidFill>
                  <a:srgbClr val="646159"/>
                </a:solidFill>
                <a:latin typeface="Trebuchet MS"/>
                <a:cs typeface="Trebuchet MS"/>
              </a:rPr>
              <a:t>app</a:t>
            </a:r>
            <a:r>
              <a:rPr dirty="0" sz="155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purchase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45529" y="3740149"/>
            <a:ext cx="1741805" cy="49212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R="5080">
              <a:lnSpc>
                <a:spcPts val="1800"/>
              </a:lnSpc>
              <a:spcBef>
                <a:spcPts val="220"/>
              </a:spcBef>
            </a:pPr>
            <a:r>
              <a:rPr dirty="0" sz="1550" spc="-55">
                <a:solidFill>
                  <a:srgbClr val="646159"/>
                </a:solidFill>
                <a:latin typeface="Trebuchet MS"/>
                <a:cs typeface="Trebuchet MS"/>
              </a:rPr>
              <a:t>Profile</a:t>
            </a:r>
            <a:r>
              <a:rPr dirty="0" sz="155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management Admin</a:t>
            </a:r>
            <a:r>
              <a:rPr dirty="0" sz="155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20">
                <a:solidFill>
                  <a:srgbClr val="646159"/>
                </a:solidFill>
                <a:latin typeface="Trebuchet MS"/>
                <a:cs typeface="Trebuchet MS"/>
              </a:rPr>
              <a:t>panel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02607" y="3968749"/>
            <a:ext cx="47180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458470" algn="l"/>
              </a:tabLst>
            </a:pPr>
            <a:r>
              <a:rPr dirty="0" u="heavy" sz="1550">
                <a:solidFill>
                  <a:srgbClr val="646159"/>
                </a:solidFill>
                <a:uFill>
                  <a:solidFill>
                    <a:srgbClr val="232323"/>
                  </a:solidFill>
                </a:uFill>
                <a:latin typeface="Times New Roman"/>
                <a:cs typeface="Times New Roman"/>
              </a:rPr>
              <a:t>	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759789" y="2735808"/>
            <a:ext cx="2927350" cy="3107690"/>
            <a:chOff x="7759789" y="2735808"/>
            <a:chExt cx="2927350" cy="3107690"/>
          </a:xfrm>
        </p:grpSpPr>
        <p:sp>
          <p:nvSpPr>
            <p:cNvPr id="22" name="object 22"/>
            <p:cNvSpPr/>
            <p:nvPr/>
          </p:nvSpPr>
          <p:spPr>
            <a:xfrm>
              <a:off x="7769314" y="2745333"/>
              <a:ext cx="2910205" cy="3088640"/>
            </a:xfrm>
            <a:custGeom>
              <a:avLst/>
              <a:gdLst/>
              <a:ahLst/>
              <a:cxnLst/>
              <a:rect l="l" t="t" r="r" b="b"/>
              <a:pathLst>
                <a:path w="2910204" h="3088640">
                  <a:moveTo>
                    <a:pt x="2786538" y="3088481"/>
                  </a:moveTo>
                  <a:lnTo>
                    <a:pt x="123539" y="3088481"/>
                  </a:lnTo>
                  <a:lnTo>
                    <a:pt x="75464" y="3078782"/>
                  </a:lnTo>
                  <a:lnTo>
                    <a:pt x="36195" y="3052322"/>
                  </a:lnTo>
                  <a:lnTo>
                    <a:pt x="9712" y="3013056"/>
                  </a:lnTo>
                  <a:lnTo>
                    <a:pt x="0" y="2964942"/>
                  </a:lnTo>
                  <a:lnTo>
                    <a:pt x="0" y="123539"/>
                  </a:lnTo>
                  <a:lnTo>
                    <a:pt x="9712" y="75464"/>
                  </a:lnTo>
                  <a:lnTo>
                    <a:pt x="36195" y="36195"/>
                  </a:lnTo>
                  <a:lnTo>
                    <a:pt x="75464" y="9712"/>
                  </a:lnTo>
                  <a:lnTo>
                    <a:pt x="123539" y="0"/>
                  </a:lnTo>
                  <a:lnTo>
                    <a:pt x="2786538" y="0"/>
                  </a:lnTo>
                  <a:lnTo>
                    <a:pt x="2834613" y="9712"/>
                  </a:lnTo>
                  <a:lnTo>
                    <a:pt x="2873883" y="36195"/>
                  </a:lnTo>
                  <a:lnTo>
                    <a:pt x="2900365" y="75464"/>
                  </a:lnTo>
                  <a:lnTo>
                    <a:pt x="2910078" y="123539"/>
                  </a:lnTo>
                  <a:lnTo>
                    <a:pt x="2910078" y="2964942"/>
                  </a:lnTo>
                  <a:lnTo>
                    <a:pt x="2900365" y="3013056"/>
                  </a:lnTo>
                  <a:lnTo>
                    <a:pt x="2873883" y="3052322"/>
                  </a:lnTo>
                  <a:lnTo>
                    <a:pt x="2834613" y="3078782"/>
                  </a:lnTo>
                  <a:lnTo>
                    <a:pt x="2786538" y="30884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759789" y="2735808"/>
              <a:ext cx="2927350" cy="3107690"/>
            </a:xfrm>
            <a:custGeom>
              <a:avLst/>
              <a:gdLst/>
              <a:ahLst/>
              <a:cxnLst/>
              <a:rect l="l" t="t" r="r" b="b"/>
              <a:pathLst>
                <a:path w="2927350" h="3107690">
                  <a:moveTo>
                    <a:pt x="133056" y="3107531"/>
                  </a:moveTo>
                  <a:lnTo>
                    <a:pt x="132770" y="3107531"/>
                  </a:lnTo>
                  <a:lnTo>
                    <a:pt x="90989" y="3100751"/>
                  </a:lnTo>
                  <a:lnTo>
                    <a:pt x="54459" y="3081870"/>
                  </a:lnTo>
                  <a:lnTo>
                    <a:pt x="25661" y="3053072"/>
                  </a:lnTo>
                  <a:lnTo>
                    <a:pt x="6779" y="3016542"/>
                  </a:lnTo>
                  <a:lnTo>
                    <a:pt x="0" y="2974467"/>
                  </a:lnTo>
                  <a:lnTo>
                    <a:pt x="0" y="133064"/>
                  </a:lnTo>
                  <a:lnTo>
                    <a:pt x="6779" y="91025"/>
                  </a:lnTo>
                  <a:lnTo>
                    <a:pt x="25661" y="54500"/>
                  </a:lnTo>
                  <a:lnTo>
                    <a:pt x="54459" y="25688"/>
                  </a:lnTo>
                  <a:lnTo>
                    <a:pt x="90989" y="6788"/>
                  </a:lnTo>
                  <a:lnTo>
                    <a:pt x="133064" y="0"/>
                  </a:lnTo>
                  <a:lnTo>
                    <a:pt x="2796064" y="0"/>
                  </a:lnTo>
                  <a:lnTo>
                    <a:pt x="2796064" y="9525"/>
                  </a:lnTo>
                  <a:lnTo>
                    <a:pt x="133064" y="9525"/>
                  </a:lnTo>
                  <a:lnTo>
                    <a:pt x="133064" y="19050"/>
                  </a:lnTo>
                  <a:lnTo>
                    <a:pt x="88688" y="28010"/>
                  </a:lnTo>
                  <a:lnTo>
                    <a:pt x="52447" y="52447"/>
                  </a:lnTo>
                  <a:lnTo>
                    <a:pt x="28010" y="88688"/>
                  </a:lnTo>
                  <a:lnTo>
                    <a:pt x="19050" y="133064"/>
                  </a:lnTo>
                  <a:lnTo>
                    <a:pt x="19050" y="2974467"/>
                  </a:lnTo>
                  <a:lnTo>
                    <a:pt x="28010" y="3018843"/>
                  </a:lnTo>
                  <a:lnTo>
                    <a:pt x="52447" y="3055084"/>
                  </a:lnTo>
                  <a:lnTo>
                    <a:pt x="88688" y="3079520"/>
                  </a:lnTo>
                  <a:lnTo>
                    <a:pt x="133064" y="3088481"/>
                  </a:lnTo>
                  <a:lnTo>
                    <a:pt x="2861878" y="3088481"/>
                  </a:lnTo>
                  <a:lnTo>
                    <a:pt x="2843451" y="3098006"/>
                  </a:lnTo>
                  <a:lnTo>
                    <a:pt x="133064" y="3098006"/>
                  </a:lnTo>
                  <a:lnTo>
                    <a:pt x="133056" y="3107531"/>
                  </a:lnTo>
                  <a:close/>
                </a:path>
                <a:path w="2927350" h="3107690">
                  <a:moveTo>
                    <a:pt x="2861878" y="3088481"/>
                  </a:moveTo>
                  <a:lnTo>
                    <a:pt x="2796064" y="3088481"/>
                  </a:lnTo>
                  <a:lnTo>
                    <a:pt x="2840440" y="3079520"/>
                  </a:lnTo>
                  <a:lnTo>
                    <a:pt x="2876681" y="3055084"/>
                  </a:lnTo>
                  <a:lnTo>
                    <a:pt x="2901117" y="3018843"/>
                  </a:lnTo>
                  <a:lnTo>
                    <a:pt x="2910078" y="2974467"/>
                  </a:lnTo>
                  <a:lnTo>
                    <a:pt x="2910078" y="133064"/>
                  </a:lnTo>
                  <a:lnTo>
                    <a:pt x="2901117" y="88688"/>
                  </a:lnTo>
                  <a:lnTo>
                    <a:pt x="2876681" y="52447"/>
                  </a:lnTo>
                  <a:lnTo>
                    <a:pt x="2840440" y="28010"/>
                  </a:lnTo>
                  <a:lnTo>
                    <a:pt x="2796064" y="19050"/>
                  </a:lnTo>
                  <a:lnTo>
                    <a:pt x="133064" y="19050"/>
                  </a:lnTo>
                  <a:lnTo>
                    <a:pt x="133064" y="9525"/>
                  </a:lnTo>
                  <a:lnTo>
                    <a:pt x="2796064" y="9525"/>
                  </a:lnTo>
                  <a:lnTo>
                    <a:pt x="2796064" y="0"/>
                  </a:lnTo>
                  <a:lnTo>
                    <a:pt x="2838139" y="6788"/>
                  </a:lnTo>
                  <a:lnTo>
                    <a:pt x="2874668" y="25688"/>
                  </a:lnTo>
                  <a:lnTo>
                    <a:pt x="2903467" y="54500"/>
                  </a:lnTo>
                  <a:lnTo>
                    <a:pt x="2922348" y="91025"/>
                  </a:lnTo>
                  <a:lnTo>
                    <a:pt x="2927016" y="119968"/>
                  </a:lnTo>
                  <a:lnTo>
                    <a:pt x="2927016" y="2987574"/>
                  </a:lnTo>
                  <a:lnTo>
                    <a:pt x="2922348" y="3016542"/>
                  </a:lnTo>
                  <a:lnTo>
                    <a:pt x="2903467" y="3053072"/>
                  </a:lnTo>
                  <a:lnTo>
                    <a:pt x="2874668" y="3081870"/>
                  </a:lnTo>
                  <a:lnTo>
                    <a:pt x="2861878" y="308848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133064" y="3107531"/>
                  </a:lnTo>
                  <a:lnTo>
                    <a:pt x="133064" y="3098006"/>
                  </a:lnTo>
                  <a:lnTo>
                    <a:pt x="2796064" y="3098006"/>
                  </a:lnTo>
                  <a:lnTo>
                    <a:pt x="2796064" y="310753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2796064" y="3098006"/>
                  </a:lnTo>
                  <a:lnTo>
                    <a:pt x="2843451" y="3098006"/>
                  </a:lnTo>
                  <a:lnTo>
                    <a:pt x="2838139" y="3100751"/>
                  </a:lnTo>
                  <a:lnTo>
                    <a:pt x="2796064" y="310753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938237" y="2914268"/>
              <a:ext cx="128905" cy="2750820"/>
            </a:xfrm>
            <a:custGeom>
              <a:avLst/>
              <a:gdLst/>
              <a:ahLst/>
              <a:cxnLst/>
              <a:rect l="l" t="t" r="r" b="b"/>
              <a:pathLst>
                <a:path w="128904" h="2750820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2746337"/>
                  </a:lnTo>
                  <a:lnTo>
                    <a:pt x="4279" y="2750629"/>
                  </a:lnTo>
                  <a:lnTo>
                    <a:pt x="124587" y="2750629"/>
                  </a:lnTo>
                  <a:lnTo>
                    <a:pt x="128879" y="2746337"/>
                  </a:lnTo>
                  <a:lnTo>
                    <a:pt x="128879" y="2741104"/>
                  </a:lnTo>
                  <a:lnTo>
                    <a:pt x="128866" y="273157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223338" y="2981045"/>
            <a:ext cx="196278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0" b="1">
                <a:solidFill>
                  <a:srgbClr val="232323"/>
                </a:solidFill>
                <a:latin typeface="Tahoma"/>
                <a:cs typeface="Tahoma"/>
              </a:rPr>
              <a:t>Sprint</a:t>
            </a:r>
            <a:r>
              <a:rPr dirty="0" sz="19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195" b="1">
                <a:solidFill>
                  <a:srgbClr val="232323"/>
                </a:solidFill>
                <a:latin typeface="Tahoma"/>
                <a:cs typeface="Tahoma"/>
              </a:rPr>
              <a:t>3</a:t>
            </a:r>
            <a:r>
              <a:rPr dirty="0" sz="1950" spc="-14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240" b="1">
                <a:solidFill>
                  <a:srgbClr val="232323"/>
                </a:solidFill>
                <a:latin typeface="Tahoma"/>
                <a:cs typeface="Tahoma"/>
              </a:rPr>
              <a:t>(15</a:t>
            </a:r>
            <a:r>
              <a:rPr dirty="0" sz="1950" spc="-14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95" b="1">
                <a:solidFill>
                  <a:srgbClr val="232323"/>
                </a:solidFill>
                <a:latin typeface="Tahoma"/>
                <a:cs typeface="Tahoma"/>
              </a:rPr>
              <a:t>days)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7587" y="3509644"/>
            <a:ext cx="32810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5"/>
              </a:spcBef>
            </a:pPr>
            <a:r>
              <a:rPr dirty="0" sz="1550" spc="-20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55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infrastructure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36038" y="3747769"/>
            <a:ext cx="1834514" cy="5041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R="5080">
              <a:lnSpc>
                <a:spcPct val="100800"/>
              </a:lnSpc>
              <a:spcBef>
                <a:spcPts val="110"/>
              </a:spcBef>
            </a:pPr>
            <a:r>
              <a:rPr dirty="0" sz="1550">
                <a:solidFill>
                  <a:srgbClr val="646159"/>
                </a:solidFill>
                <a:latin typeface="Trebuchet MS"/>
                <a:cs typeface="Trebuchet MS"/>
              </a:rPr>
              <a:t>Hugging</a:t>
            </a:r>
            <a:r>
              <a:rPr dirty="0" sz="155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>
                <a:solidFill>
                  <a:srgbClr val="646159"/>
                </a:solidFill>
                <a:latin typeface="Trebuchet MS"/>
                <a:cs typeface="Trebuchet MS"/>
              </a:rPr>
              <a:t>Face</a:t>
            </a:r>
            <a:r>
              <a:rPr dirty="0" sz="155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25">
                <a:solidFill>
                  <a:srgbClr val="646159"/>
                </a:solidFill>
                <a:latin typeface="Trebuchet MS"/>
                <a:cs typeface="Trebuchet MS"/>
              </a:rPr>
              <a:t>API </a:t>
            </a:r>
            <a:r>
              <a:rPr dirty="0" sz="1550" spc="-30">
                <a:solidFill>
                  <a:srgbClr val="646159"/>
                </a:solidFill>
                <a:latin typeface="Trebuchet MS"/>
                <a:cs typeface="Trebuchet MS"/>
              </a:rPr>
              <a:t>Scientific</a:t>
            </a:r>
            <a:r>
              <a:rPr dirty="0" sz="1550" spc="-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summaries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93108" y="3985894"/>
            <a:ext cx="47244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459105" algn="l"/>
              </a:tabLst>
            </a:pPr>
            <a:r>
              <a:rPr dirty="0" u="heavy" sz="1550">
                <a:solidFill>
                  <a:srgbClr val="646159"/>
                </a:solidFill>
                <a:uFill>
                  <a:solidFill>
                    <a:srgbClr val="232323"/>
                  </a:solidFill>
                </a:uFill>
                <a:latin typeface="Times New Roman"/>
                <a:cs typeface="Times New Roman"/>
              </a:rPr>
              <a:t>	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57587" y="4224019"/>
            <a:ext cx="32810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5"/>
              </a:spcBef>
            </a:pPr>
            <a:r>
              <a:rPr dirty="0" sz="1550" spc="-20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55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55">
                <a:solidFill>
                  <a:srgbClr val="646159"/>
                </a:solidFill>
                <a:latin typeface="Trebuchet MS"/>
                <a:cs typeface="Trebuchet MS"/>
              </a:rPr>
              <a:t>fine-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tuning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150298" y="2735808"/>
            <a:ext cx="2927350" cy="3107690"/>
            <a:chOff x="11150298" y="2735808"/>
            <a:chExt cx="2927350" cy="3107690"/>
          </a:xfrm>
        </p:grpSpPr>
        <p:sp>
          <p:nvSpPr>
            <p:cNvPr id="31" name="object 31"/>
            <p:cNvSpPr/>
            <p:nvPr/>
          </p:nvSpPr>
          <p:spPr>
            <a:xfrm>
              <a:off x="11159823" y="2745333"/>
              <a:ext cx="2910205" cy="3088640"/>
            </a:xfrm>
            <a:custGeom>
              <a:avLst/>
              <a:gdLst/>
              <a:ahLst/>
              <a:cxnLst/>
              <a:rect l="l" t="t" r="r" b="b"/>
              <a:pathLst>
                <a:path w="2910205" h="3088640">
                  <a:moveTo>
                    <a:pt x="2786538" y="3088481"/>
                  </a:moveTo>
                  <a:lnTo>
                    <a:pt x="123539" y="3088481"/>
                  </a:lnTo>
                  <a:lnTo>
                    <a:pt x="75464" y="3078782"/>
                  </a:lnTo>
                  <a:lnTo>
                    <a:pt x="36194" y="3052322"/>
                  </a:lnTo>
                  <a:lnTo>
                    <a:pt x="9712" y="3013056"/>
                  </a:lnTo>
                  <a:lnTo>
                    <a:pt x="0" y="2964942"/>
                  </a:lnTo>
                  <a:lnTo>
                    <a:pt x="0" y="123539"/>
                  </a:lnTo>
                  <a:lnTo>
                    <a:pt x="9712" y="75464"/>
                  </a:lnTo>
                  <a:lnTo>
                    <a:pt x="36194" y="36195"/>
                  </a:lnTo>
                  <a:lnTo>
                    <a:pt x="75464" y="9712"/>
                  </a:lnTo>
                  <a:lnTo>
                    <a:pt x="123539" y="0"/>
                  </a:lnTo>
                  <a:lnTo>
                    <a:pt x="2786538" y="0"/>
                  </a:lnTo>
                  <a:lnTo>
                    <a:pt x="2834613" y="9712"/>
                  </a:lnTo>
                  <a:lnTo>
                    <a:pt x="2873882" y="36195"/>
                  </a:lnTo>
                  <a:lnTo>
                    <a:pt x="2900365" y="75464"/>
                  </a:lnTo>
                  <a:lnTo>
                    <a:pt x="2910078" y="123539"/>
                  </a:lnTo>
                  <a:lnTo>
                    <a:pt x="2910078" y="2964942"/>
                  </a:lnTo>
                  <a:lnTo>
                    <a:pt x="2900365" y="3013056"/>
                  </a:lnTo>
                  <a:lnTo>
                    <a:pt x="2873882" y="3052322"/>
                  </a:lnTo>
                  <a:lnTo>
                    <a:pt x="2834613" y="3078782"/>
                  </a:lnTo>
                  <a:lnTo>
                    <a:pt x="2786538" y="30884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150298" y="2735808"/>
              <a:ext cx="2927350" cy="3107690"/>
            </a:xfrm>
            <a:custGeom>
              <a:avLst/>
              <a:gdLst/>
              <a:ahLst/>
              <a:cxnLst/>
              <a:rect l="l" t="t" r="r" b="b"/>
              <a:pathLst>
                <a:path w="2927350" h="3107690">
                  <a:moveTo>
                    <a:pt x="133056" y="3107531"/>
                  </a:moveTo>
                  <a:lnTo>
                    <a:pt x="132770" y="3107531"/>
                  </a:lnTo>
                  <a:lnTo>
                    <a:pt x="90989" y="3100751"/>
                  </a:lnTo>
                  <a:lnTo>
                    <a:pt x="54459" y="3081870"/>
                  </a:lnTo>
                  <a:lnTo>
                    <a:pt x="25661" y="3053072"/>
                  </a:lnTo>
                  <a:lnTo>
                    <a:pt x="6779" y="3016542"/>
                  </a:lnTo>
                  <a:lnTo>
                    <a:pt x="0" y="2974467"/>
                  </a:lnTo>
                  <a:lnTo>
                    <a:pt x="0" y="133064"/>
                  </a:lnTo>
                  <a:lnTo>
                    <a:pt x="6779" y="91025"/>
                  </a:lnTo>
                  <a:lnTo>
                    <a:pt x="25661" y="54500"/>
                  </a:lnTo>
                  <a:lnTo>
                    <a:pt x="54459" y="25688"/>
                  </a:lnTo>
                  <a:lnTo>
                    <a:pt x="90989" y="6788"/>
                  </a:lnTo>
                  <a:lnTo>
                    <a:pt x="133064" y="0"/>
                  </a:lnTo>
                  <a:lnTo>
                    <a:pt x="2796064" y="0"/>
                  </a:lnTo>
                  <a:lnTo>
                    <a:pt x="2796064" y="9525"/>
                  </a:lnTo>
                  <a:lnTo>
                    <a:pt x="133064" y="9525"/>
                  </a:lnTo>
                  <a:lnTo>
                    <a:pt x="133064" y="19050"/>
                  </a:lnTo>
                  <a:lnTo>
                    <a:pt x="88688" y="28010"/>
                  </a:lnTo>
                  <a:lnTo>
                    <a:pt x="52447" y="52447"/>
                  </a:lnTo>
                  <a:lnTo>
                    <a:pt x="28011" y="88688"/>
                  </a:lnTo>
                  <a:lnTo>
                    <a:pt x="19050" y="133064"/>
                  </a:lnTo>
                  <a:lnTo>
                    <a:pt x="19050" y="2974467"/>
                  </a:lnTo>
                  <a:lnTo>
                    <a:pt x="28011" y="3018843"/>
                  </a:lnTo>
                  <a:lnTo>
                    <a:pt x="52447" y="3055084"/>
                  </a:lnTo>
                  <a:lnTo>
                    <a:pt x="88688" y="3079520"/>
                  </a:lnTo>
                  <a:lnTo>
                    <a:pt x="133064" y="3088481"/>
                  </a:lnTo>
                  <a:lnTo>
                    <a:pt x="2861878" y="3088481"/>
                  </a:lnTo>
                  <a:lnTo>
                    <a:pt x="2843451" y="3098006"/>
                  </a:lnTo>
                  <a:lnTo>
                    <a:pt x="133064" y="3098006"/>
                  </a:lnTo>
                  <a:lnTo>
                    <a:pt x="133056" y="3107531"/>
                  </a:lnTo>
                  <a:close/>
                </a:path>
                <a:path w="2927350" h="3107690">
                  <a:moveTo>
                    <a:pt x="2861878" y="3088481"/>
                  </a:moveTo>
                  <a:lnTo>
                    <a:pt x="2796064" y="3088481"/>
                  </a:lnTo>
                  <a:lnTo>
                    <a:pt x="2840440" y="3079520"/>
                  </a:lnTo>
                  <a:lnTo>
                    <a:pt x="2876681" y="3055084"/>
                  </a:lnTo>
                  <a:lnTo>
                    <a:pt x="2901117" y="3018843"/>
                  </a:lnTo>
                  <a:lnTo>
                    <a:pt x="2910078" y="2974467"/>
                  </a:lnTo>
                  <a:lnTo>
                    <a:pt x="2910078" y="133064"/>
                  </a:lnTo>
                  <a:lnTo>
                    <a:pt x="2901117" y="88688"/>
                  </a:lnTo>
                  <a:lnTo>
                    <a:pt x="2876681" y="52447"/>
                  </a:lnTo>
                  <a:lnTo>
                    <a:pt x="2840440" y="28010"/>
                  </a:lnTo>
                  <a:lnTo>
                    <a:pt x="2796064" y="19050"/>
                  </a:lnTo>
                  <a:lnTo>
                    <a:pt x="133064" y="19050"/>
                  </a:lnTo>
                  <a:lnTo>
                    <a:pt x="133064" y="9525"/>
                  </a:lnTo>
                  <a:lnTo>
                    <a:pt x="2796064" y="9525"/>
                  </a:lnTo>
                  <a:lnTo>
                    <a:pt x="2796064" y="0"/>
                  </a:lnTo>
                  <a:lnTo>
                    <a:pt x="2838139" y="6788"/>
                  </a:lnTo>
                  <a:lnTo>
                    <a:pt x="2874668" y="25688"/>
                  </a:lnTo>
                  <a:lnTo>
                    <a:pt x="2903467" y="54500"/>
                  </a:lnTo>
                  <a:lnTo>
                    <a:pt x="2922348" y="91025"/>
                  </a:lnTo>
                  <a:lnTo>
                    <a:pt x="2927016" y="119967"/>
                  </a:lnTo>
                  <a:lnTo>
                    <a:pt x="2927016" y="2987575"/>
                  </a:lnTo>
                  <a:lnTo>
                    <a:pt x="2922348" y="3016542"/>
                  </a:lnTo>
                  <a:lnTo>
                    <a:pt x="2903467" y="3053072"/>
                  </a:lnTo>
                  <a:lnTo>
                    <a:pt x="2874668" y="3081870"/>
                  </a:lnTo>
                  <a:lnTo>
                    <a:pt x="2861878" y="308848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133064" y="3107531"/>
                  </a:lnTo>
                  <a:lnTo>
                    <a:pt x="133064" y="3098006"/>
                  </a:lnTo>
                  <a:lnTo>
                    <a:pt x="2796064" y="3098006"/>
                  </a:lnTo>
                  <a:lnTo>
                    <a:pt x="2796064" y="310753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2796064" y="3098006"/>
                  </a:lnTo>
                  <a:lnTo>
                    <a:pt x="2843451" y="3098006"/>
                  </a:lnTo>
                  <a:lnTo>
                    <a:pt x="2838139" y="3100751"/>
                  </a:lnTo>
                  <a:lnTo>
                    <a:pt x="2796064" y="310753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1328731" y="2914268"/>
              <a:ext cx="128905" cy="2750820"/>
            </a:xfrm>
            <a:custGeom>
              <a:avLst/>
              <a:gdLst/>
              <a:ahLst/>
              <a:cxnLst/>
              <a:rect l="l" t="t" r="r" b="b"/>
              <a:pathLst>
                <a:path w="128904" h="2750820">
                  <a:moveTo>
                    <a:pt x="128879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2746337"/>
                  </a:lnTo>
                  <a:lnTo>
                    <a:pt x="4292" y="2750629"/>
                  </a:lnTo>
                  <a:lnTo>
                    <a:pt x="124587" y="2750629"/>
                  </a:lnTo>
                  <a:lnTo>
                    <a:pt x="128879" y="2746337"/>
                  </a:lnTo>
                  <a:lnTo>
                    <a:pt x="128879" y="2741104"/>
                  </a:lnTo>
                  <a:lnTo>
                    <a:pt x="128879" y="2731579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1613839" y="2981045"/>
            <a:ext cx="1828164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0" b="1">
                <a:solidFill>
                  <a:srgbClr val="232323"/>
                </a:solidFill>
                <a:latin typeface="Tahoma"/>
                <a:cs typeface="Tahoma"/>
              </a:rPr>
              <a:t>Sprint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195" b="1">
                <a:solidFill>
                  <a:srgbClr val="232323"/>
                </a:solidFill>
                <a:latin typeface="Tahoma"/>
                <a:cs typeface="Tahoma"/>
              </a:rPr>
              <a:t>4</a:t>
            </a:r>
            <a:r>
              <a:rPr dirty="0" sz="19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365" b="1">
                <a:solidFill>
                  <a:srgbClr val="232323"/>
                </a:solidFill>
                <a:latin typeface="Tahoma"/>
                <a:cs typeface="Tahoma"/>
              </a:rPr>
              <a:t>(G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95" b="1">
                <a:solidFill>
                  <a:srgbClr val="232323"/>
                </a:solidFill>
                <a:latin typeface="Tahoma"/>
                <a:cs typeface="Tahoma"/>
              </a:rPr>
              <a:t>days)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448087" y="3509644"/>
            <a:ext cx="32810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5"/>
              </a:spcBef>
            </a:pPr>
            <a:r>
              <a:rPr dirty="0" sz="1550" spc="-40">
                <a:solidFill>
                  <a:srgbClr val="646159"/>
                </a:solidFill>
                <a:latin typeface="Trebuchet MS"/>
                <a:cs typeface="Trebuchet MS"/>
              </a:rPr>
              <a:t>Meal/workout</a:t>
            </a:r>
            <a:r>
              <a:rPr dirty="0" sz="1550" spc="-8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20">
                <a:solidFill>
                  <a:srgbClr val="646159"/>
                </a:solidFill>
                <a:latin typeface="Trebuchet MS"/>
                <a:cs typeface="Trebuchet MS"/>
              </a:rPr>
              <a:t>plans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626539" y="3747769"/>
            <a:ext cx="1534160" cy="5041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R="5080">
              <a:lnSpc>
                <a:spcPct val="100800"/>
              </a:lnSpc>
              <a:spcBef>
                <a:spcPts val="110"/>
              </a:spcBef>
            </a:pPr>
            <a:r>
              <a:rPr dirty="0" sz="1550">
                <a:solidFill>
                  <a:srgbClr val="646159"/>
                </a:solidFill>
                <a:latin typeface="Trebuchet MS"/>
                <a:cs typeface="Trebuchet MS"/>
              </a:rPr>
              <a:t>Plan</a:t>
            </a:r>
            <a:r>
              <a:rPr dirty="0" sz="155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components </a:t>
            </a:r>
            <a:r>
              <a:rPr dirty="0" sz="1550">
                <a:solidFill>
                  <a:srgbClr val="646159"/>
                </a:solidFill>
                <a:latin typeface="Trebuchet MS"/>
                <a:cs typeface="Trebuchet MS"/>
              </a:rPr>
              <a:t>Home</a:t>
            </a:r>
            <a:r>
              <a:rPr dirty="0" sz="1550" spc="-1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layouts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083607" y="3985894"/>
            <a:ext cx="47244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459105" algn="l"/>
              </a:tabLst>
            </a:pPr>
            <a:r>
              <a:rPr dirty="0" u="heavy" sz="1550">
                <a:solidFill>
                  <a:srgbClr val="646159"/>
                </a:solidFill>
                <a:uFill>
                  <a:solidFill>
                    <a:srgbClr val="232323"/>
                  </a:solidFill>
                </a:uFill>
                <a:latin typeface="Times New Roman"/>
                <a:cs typeface="Times New Roman"/>
              </a:rPr>
              <a:t>	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448087" y="4224019"/>
            <a:ext cx="32810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5"/>
              </a:spcBef>
            </a:pPr>
            <a:r>
              <a:rPr dirty="0" sz="1550" spc="50">
                <a:solidFill>
                  <a:srgbClr val="646159"/>
                </a:solidFill>
                <a:latin typeface="Trebuchet MS"/>
                <a:cs typeface="Trebuchet MS"/>
              </a:rPr>
              <a:t>Push</a:t>
            </a:r>
            <a:r>
              <a:rPr dirty="0" sz="1550" spc="-14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646159"/>
                </a:solidFill>
                <a:latin typeface="Trebuchet MS"/>
                <a:cs typeface="Trebuchet MS"/>
              </a:rPr>
              <a:t>notifications</a:t>
            </a:r>
            <a:endParaRPr sz="155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540797" y="2735808"/>
            <a:ext cx="2927350" cy="3107690"/>
            <a:chOff x="14540797" y="2735808"/>
            <a:chExt cx="2927350" cy="3107690"/>
          </a:xfrm>
        </p:grpSpPr>
        <p:sp>
          <p:nvSpPr>
            <p:cNvPr id="40" name="object 40"/>
            <p:cNvSpPr/>
            <p:nvPr/>
          </p:nvSpPr>
          <p:spPr>
            <a:xfrm>
              <a:off x="14550322" y="2745333"/>
              <a:ext cx="2910205" cy="3088640"/>
            </a:xfrm>
            <a:custGeom>
              <a:avLst/>
              <a:gdLst/>
              <a:ahLst/>
              <a:cxnLst/>
              <a:rect l="l" t="t" r="r" b="b"/>
              <a:pathLst>
                <a:path w="2910205" h="3088640">
                  <a:moveTo>
                    <a:pt x="2786538" y="3088481"/>
                  </a:moveTo>
                  <a:lnTo>
                    <a:pt x="123539" y="3088481"/>
                  </a:lnTo>
                  <a:lnTo>
                    <a:pt x="75464" y="3078782"/>
                  </a:lnTo>
                  <a:lnTo>
                    <a:pt x="36195" y="3052322"/>
                  </a:lnTo>
                  <a:lnTo>
                    <a:pt x="9712" y="3013056"/>
                  </a:lnTo>
                  <a:lnTo>
                    <a:pt x="0" y="2964942"/>
                  </a:lnTo>
                  <a:lnTo>
                    <a:pt x="0" y="123539"/>
                  </a:lnTo>
                  <a:lnTo>
                    <a:pt x="9712" y="75464"/>
                  </a:lnTo>
                  <a:lnTo>
                    <a:pt x="36195" y="36195"/>
                  </a:lnTo>
                  <a:lnTo>
                    <a:pt x="75464" y="9712"/>
                  </a:lnTo>
                  <a:lnTo>
                    <a:pt x="123539" y="0"/>
                  </a:lnTo>
                  <a:lnTo>
                    <a:pt x="2786538" y="0"/>
                  </a:lnTo>
                  <a:lnTo>
                    <a:pt x="2834613" y="9712"/>
                  </a:lnTo>
                  <a:lnTo>
                    <a:pt x="2873883" y="36195"/>
                  </a:lnTo>
                  <a:lnTo>
                    <a:pt x="2900365" y="75464"/>
                  </a:lnTo>
                  <a:lnTo>
                    <a:pt x="2910078" y="123539"/>
                  </a:lnTo>
                  <a:lnTo>
                    <a:pt x="2910078" y="2964942"/>
                  </a:lnTo>
                  <a:lnTo>
                    <a:pt x="2900365" y="3013056"/>
                  </a:lnTo>
                  <a:lnTo>
                    <a:pt x="2873883" y="3052322"/>
                  </a:lnTo>
                  <a:lnTo>
                    <a:pt x="2834613" y="3078782"/>
                  </a:lnTo>
                  <a:lnTo>
                    <a:pt x="2786538" y="30884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4540797" y="2735808"/>
              <a:ext cx="2927350" cy="3107690"/>
            </a:xfrm>
            <a:custGeom>
              <a:avLst/>
              <a:gdLst/>
              <a:ahLst/>
              <a:cxnLst/>
              <a:rect l="l" t="t" r="r" b="b"/>
              <a:pathLst>
                <a:path w="2927350" h="3107690">
                  <a:moveTo>
                    <a:pt x="133057" y="3107531"/>
                  </a:moveTo>
                  <a:lnTo>
                    <a:pt x="132770" y="3107531"/>
                  </a:lnTo>
                  <a:lnTo>
                    <a:pt x="90989" y="3100751"/>
                  </a:lnTo>
                  <a:lnTo>
                    <a:pt x="54459" y="3081870"/>
                  </a:lnTo>
                  <a:lnTo>
                    <a:pt x="25661" y="3053072"/>
                  </a:lnTo>
                  <a:lnTo>
                    <a:pt x="6779" y="3016542"/>
                  </a:lnTo>
                  <a:lnTo>
                    <a:pt x="0" y="2974467"/>
                  </a:lnTo>
                  <a:lnTo>
                    <a:pt x="0" y="133064"/>
                  </a:lnTo>
                  <a:lnTo>
                    <a:pt x="6779" y="91025"/>
                  </a:lnTo>
                  <a:lnTo>
                    <a:pt x="25661" y="54500"/>
                  </a:lnTo>
                  <a:lnTo>
                    <a:pt x="54459" y="25688"/>
                  </a:lnTo>
                  <a:lnTo>
                    <a:pt x="90989" y="6788"/>
                  </a:lnTo>
                  <a:lnTo>
                    <a:pt x="133064" y="0"/>
                  </a:lnTo>
                  <a:lnTo>
                    <a:pt x="2796064" y="0"/>
                  </a:lnTo>
                  <a:lnTo>
                    <a:pt x="2796064" y="9525"/>
                  </a:lnTo>
                  <a:lnTo>
                    <a:pt x="133064" y="9525"/>
                  </a:lnTo>
                  <a:lnTo>
                    <a:pt x="133064" y="19050"/>
                  </a:lnTo>
                  <a:lnTo>
                    <a:pt x="88688" y="28010"/>
                  </a:lnTo>
                  <a:lnTo>
                    <a:pt x="52447" y="52447"/>
                  </a:lnTo>
                  <a:lnTo>
                    <a:pt x="28011" y="88688"/>
                  </a:lnTo>
                  <a:lnTo>
                    <a:pt x="19050" y="133064"/>
                  </a:lnTo>
                  <a:lnTo>
                    <a:pt x="19050" y="2974467"/>
                  </a:lnTo>
                  <a:lnTo>
                    <a:pt x="28011" y="3018843"/>
                  </a:lnTo>
                  <a:lnTo>
                    <a:pt x="52447" y="3055084"/>
                  </a:lnTo>
                  <a:lnTo>
                    <a:pt x="88688" y="3079520"/>
                  </a:lnTo>
                  <a:lnTo>
                    <a:pt x="133064" y="3088481"/>
                  </a:lnTo>
                  <a:lnTo>
                    <a:pt x="2861878" y="3088481"/>
                  </a:lnTo>
                  <a:lnTo>
                    <a:pt x="2843451" y="3098006"/>
                  </a:lnTo>
                  <a:lnTo>
                    <a:pt x="133064" y="3098006"/>
                  </a:lnTo>
                  <a:lnTo>
                    <a:pt x="133057" y="3107531"/>
                  </a:lnTo>
                  <a:close/>
                </a:path>
                <a:path w="2927350" h="3107690">
                  <a:moveTo>
                    <a:pt x="2861878" y="3088481"/>
                  </a:moveTo>
                  <a:lnTo>
                    <a:pt x="2796064" y="3088481"/>
                  </a:lnTo>
                  <a:lnTo>
                    <a:pt x="2840440" y="3079520"/>
                  </a:lnTo>
                  <a:lnTo>
                    <a:pt x="2876681" y="3055084"/>
                  </a:lnTo>
                  <a:lnTo>
                    <a:pt x="2901117" y="3018843"/>
                  </a:lnTo>
                  <a:lnTo>
                    <a:pt x="2910078" y="2974467"/>
                  </a:lnTo>
                  <a:lnTo>
                    <a:pt x="2910078" y="133064"/>
                  </a:lnTo>
                  <a:lnTo>
                    <a:pt x="2901117" y="88688"/>
                  </a:lnTo>
                  <a:lnTo>
                    <a:pt x="2876681" y="52447"/>
                  </a:lnTo>
                  <a:lnTo>
                    <a:pt x="2840440" y="28010"/>
                  </a:lnTo>
                  <a:lnTo>
                    <a:pt x="2796064" y="19050"/>
                  </a:lnTo>
                  <a:lnTo>
                    <a:pt x="133064" y="19050"/>
                  </a:lnTo>
                  <a:lnTo>
                    <a:pt x="133064" y="9525"/>
                  </a:lnTo>
                  <a:lnTo>
                    <a:pt x="2796064" y="9525"/>
                  </a:lnTo>
                  <a:lnTo>
                    <a:pt x="2796064" y="0"/>
                  </a:lnTo>
                  <a:lnTo>
                    <a:pt x="2838139" y="6788"/>
                  </a:lnTo>
                  <a:lnTo>
                    <a:pt x="2874669" y="25688"/>
                  </a:lnTo>
                  <a:lnTo>
                    <a:pt x="2903467" y="54500"/>
                  </a:lnTo>
                  <a:lnTo>
                    <a:pt x="2922348" y="91025"/>
                  </a:lnTo>
                  <a:lnTo>
                    <a:pt x="2927016" y="119967"/>
                  </a:lnTo>
                  <a:lnTo>
                    <a:pt x="2927016" y="2987575"/>
                  </a:lnTo>
                  <a:lnTo>
                    <a:pt x="2922348" y="3016542"/>
                  </a:lnTo>
                  <a:lnTo>
                    <a:pt x="2903467" y="3053072"/>
                  </a:lnTo>
                  <a:lnTo>
                    <a:pt x="2874669" y="3081870"/>
                  </a:lnTo>
                  <a:lnTo>
                    <a:pt x="2861878" y="308848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133064" y="3107531"/>
                  </a:lnTo>
                  <a:lnTo>
                    <a:pt x="133064" y="3098006"/>
                  </a:lnTo>
                  <a:lnTo>
                    <a:pt x="2796064" y="3098006"/>
                  </a:lnTo>
                  <a:lnTo>
                    <a:pt x="2796064" y="3107531"/>
                  </a:lnTo>
                  <a:close/>
                </a:path>
                <a:path w="2927350" h="3107690">
                  <a:moveTo>
                    <a:pt x="2796064" y="3107531"/>
                  </a:moveTo>
                  <a:lnTo>
                    <a:pt x="2796064" y="3098006"/>
                  </a:lnTo>
                  <a:lnTo>
                    <a:pt x="2843451" y="3098006"/>
                  </a:lnTo>
                  <a:lnTo>
                    <a:pt x="2838139" y="3100751"/>
                  </a:lnTo>
                  <a:lnTo>
                    <a:pt x="2796064" y="310753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4719237" y="2914268"/>
              <a:ext cx="128905" cy="2750820"/>
            </a:xfrm>
            <a:custGeom>
              <a:avLst/>
              <a:gdLst/>
              <a:ahLst/>
              <a:cxnLst/>
              <a:rect l="l" t="t" r="r" b="b"/>
              <a:pathLst>
                <a:path w="128905" h="2750820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2746337"/>
                  </a:lnTo>
                  <a:lnTo>
                    <a:pt x="4279" y="2750629"/>
                  </a:lnTo>
                  <a:lnTo>
                    <a:pt x="124587" y="2750629"/>
                  </a:lnTo>
                  <a:lnTo>
                    <a:pt x="128879" y="2746337"/>
                  </a:lnTo>
                  <a:lnTo>
                    <a:pt x="128879" y="2741104"/>
                  </a:lnTo>
                  <a:lnTo>
                    <a:pt x="128866" y="273157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5004338" y="2981045"/>
            <a:ext cx="1828164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0" b="1">
                <a:solidFill>
                  <a:srgbClr val="232323"/>
                </a:solidFill>
                <a:latin typeface="Tahoma"/>
                <a:cs typeface="Tahoma"/>
              </a:rPr>
              <a:t>Sprint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195" b="1">
                <a:solidFill>
                  <a:srgbClr val="232323"/>
                </a:solidFill>
                <a:latin typeface="Tahoma"/>
                <a:cs typeface="Tahoma"/>
              </a:rPr>
              <a:t>5</a:t>
            </a:r>
            <a:r>
              <a:rPr dirty="0" sz="19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365" b="1">
                <a:solidFill>
                  <a:srgbClr val="232323"/>
                </a:solidFill>
                <a:latin typeface="Tahoma"/>
                <a:cs typeface="Tahoma"/>
              </a:rPr>
              <a:t>(G</a:t>
            </a:r>
            <a:r>
              <a:rPr dirty="0" sz="1950" spc="-15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95" b="1">
                <a:solidFill>
                  <a:srgbClr val="232323"/>
                </a:solidFill>
                <a:latin typeface="Tahoma"/>
                <a:cs typeface="Tahoma"/>
              </a:rPr>
              <a:t>days)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004338" y="3500119"/>
            <a:ext cx="2065655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 spc="-30">
                <a:solidFill>
                  <a:srgbClr val="646159"/>
                </a:solidFill>
                <a:latin typeface="Trebuchet MS"/>
                <a:cs typeface="Trebuchet MS"/>
              </a:rPr>
              <a:t>Apple</a:t>
            </a:r>
            <a:r>
              <a:rPr dirty="0" sz="165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50" spc="-30">
                <a:solidFill>
                  <a:srgbClr val="646159"/>
                </a:solidFill>
                <a:latin typeface="Trebuchet MS"/>
                <a:cs typeface="Trebuchet MS"/>
              </a:rPr>
              <a:t>Health</a:t>
            </a:r>
            <a:r>
              <a:rPr dirty="0" sz="165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646159"/>
                </a:solidFill>
                <a:latin typeface="Trebuchet MS"/>
                <a:cs typeface="Trebuchet MS"/>
              </a:rPr>
              <a:t>C</a:t>
            </a:r>
            <a:r>
              <a:rPr dirty="0" sz="165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646159"/>
                </a:solidFill>
                <a:latin typeface="Trebuchet MS"/>
                <a:cs typeface="Trebuchet MS"/>
              </a:rPr>
              <a:t>Google </a:t>
            </a:r>
            <a:r>
              <a:rPr dirty="0" sz="1650" spc="-25">
                <a:solidFill>
                  <a:srgbClr val="646159"/>
                </a:solidFill>
                <a:latin typeface="Trebuchet MS"/>
                <a:cs typeface="Trebuchet MS"/>
              </a:rPr>
              <a:t>Fit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004338" y="3995419"/>
            <a:ext cx="2089785" cy="5251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190"/>
              </a:spcBef>
            </a:pPr>
            <a:r>
              <a:rPr dirty="0" sz="1650" spc="-10">
                <a:solidFill>
                  <a:srgbClr val="646159"/>
                </a:solidFill>
                <a:latin typeface="Trebuchet MS"/>
                <a:cs typeface="Trebuchet MS"/>
              </a:rPr>
              <a:t>Challenge</a:t>
            </a:r>
            <a:r>
              <a:rPr dirty="0" sz="1650" spc="-16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646159"/>
                </a:solidFill>
                <a:latin typeface="Trebuchet MS"/>
                <a:cs typeface="Trebuchet MS"/>
              </a:rPr>
              <a:t>system </a:t>
            </a:r>
            <a:r>
              <a:rPr dirty="0" sz="1650" spc="-35">
                <a:solidFill>
                  <a:srgbClr val="646159"/>
                </a:solidFill>
                <a:latin typeface="Trebuchet MS"/>
                <a:cs typeface="Trebuchet MS"/>
              </a:rPr>
              <a:t>Leaderboard</a:t>
            </a:r>
            <a:r>
              <a:rPr dirty="0" sz="165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650" spc="-30">
                <a:solidFill>
                  <a:srgbClr val="646159"/>
                </a:solidFill>
                <a:latin typeface="Trebuchet MS"/>
                <a:cs typeface="Trebuchet MS"/>
              </a:rPr>
              <a:t>algorithm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843573" y="7334269"/>
            <a:ext cx="13608685" cy="911860"/>
            <a:chOff x="1843573" y="7334269"/>
            <a:chExt cx="13608685" cy="911860"/>
          </a:xfrm>
        </p:grpSpPr>
        <p:sp>
          <p:nvSpPr>
            <p:cNvPr id="47" name="object 47"/>
            <p:cNvSpPr/>
            <p:nvPr/>
          </p:nvSpPr>
          <p:spPr>
            <a:xfrm>
              <a:off x="1853098" y="7343794"/>
              <a:ext cx="13589635" cy="892810"/>
            </a:xfrm>
            <a:custGeom>
              <a:avLst/>
              <a:gdLst/>
              <a:ahLst/>
              <a:cxnLst/>
              <a:rect l="l" t="t" r="r" b="b"/>
              <a:pathLst>
                <a:path w="13589635" h="892809">
                  <a:moveTo>
                    <a:pt x="13477493" y="892206"/>
                  </a:moveTo>
                  <a:lnTo>
                    <a:pt x="112013" y="892206"/>
                  </a:lnTo>
                  <a:lnTo>
                    <a:pt x="68432" y="883579"/>
                  </a:lnTo>
                  <a:lnTo>
                    <a:pt x="32825" y="860048"/>
                  </a:lnTo>
                  <a:lnTo>
                    <a:pt x="8809" y="825140"/>
                  </a:lnTo>
                  <a:lnTo>
                    <a:pt x="0" y="782383"/>
                  </a:lnTo>
                  <a:lnTo>
                    <a:pt x="0" y="109823"/>
                  </a:lnTo>
                  <a:lnTo>
                    <a:pt x="8809" y="67066"/>
                  </a:lnTo>
                  <a:lnTo>
                    <a:pt x="32825" y="32158"/>
                  </a:lnTo>
                  <a:lnTo>
                    <a:pt x="68432" y="8627"/>
                  </a:lnTo>
                  <a:lnTo>
                    <a:pt x="112013" y="0"/>
                  </a:lnTo>
                  <a:lnTo>
                    <a:pt x="13477493" y="0"/>
                  </a:lnTo>
                  <a:lnTo>
                    <a:pt x="13521074" y="8627"/>
                  </a:lnTo>
                  <a:lnTo>
                    <a:pt x="13556681" y="32158"/>
                  </a:lnTo>
                  <a:lnTo>
                    <a:pt x="13580698" y="67066"/>
                  </a:lnTo>
                  <a:lnTo>
                    <a:pt x="13589507" y="109823"/>
                  </a:lnTo>
                  <a:lnTo>
                    <a:pt x="13589507" y="782383"/>
                  </a:lnTo>
                  <a:lnTo>
                    <a:pt x="13580711" y="825140"/>
                  </a:lnTo>
                  <a:lnTo>
                    <a:pt x="13556717" y="860048"/>
                  </a:lnTo>
                  <a:lnTo>
                    <a:pt x="13521115" y="883579"/>
                  </a:lnTo>
                  <a:lnTo>
                    <a:pt x="13477493" y="892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843573" y="7334269"/>
              <a:ext cx="13608685" cy="911860"/>
            </a:xfrm>
            <a:custGeom>
              <a:avLst/>
              <a:gdLst/>
              <a:ahLst/>
              <a:cxnLst/>
              <a:rect l="l" t="t" r="r" b="b"/>
              <a:pathLst>
                <a:path w="13608685" h="911859">
                  <a:moveTo>
                    <a:pt x="121529" y="911256"/>
                  </a:moveTo>
                  <a:lnTo>
                    <a:pt x="121300" y="911256"/>
                  </a:lnTo>
                  <a:lnTo>
                    <a:pt x="74299" y="901904"/>
                  </a:lnTo>
                  <a:lnTo>
                    <a:pt x="35659" y="876371"/>
                  </a:lnTo>
                  <a:lnTo>
                    <a:pt x="9574" y="838444"/>
                  </a:lnTo>
                  <a:lnTo>
                    <a:pt x="0" y="791908"/>
                  </a:lnTo>
                  <a:lnTo>
                    <a:pt x="0" y="119348"/>
                  </a:lnTo>
                  <a:lnTo>
                    <a:pt x="9574" y="72812"/>
                  </a:lnTo>
                  <a:lnTo>
                    <a:pt x="35659" y="34885"/>
                  </a:lnTo>
                  <a:lnTo>
                    <a:pt x="74299" y="9352"/>
                  </a:lnTo>
                  <a:lnTo>
                    <a:pt x="121539" y="0"/>
                  </a:lnTo>
                  <a:lnTo>
                    <a:pt x="13487018" y="0"/>
                  </a:lnTo>
                  <a:lnTo>
                    <a:pt x="13487018" y="9524"/>
                  </a:lnTo>
                  <a:lnTo>
                    <a:pt x="121539" y="9524"/>
                  </a:lnTo>
                  <a:lnTo>
                    <a:pt x="121539" y="19049"/>
                  </a:lnTo>
                  <a:lnTo>
                    <a:pt x="81575" y="26952"/>
                  </a:lnTo>
                  <a:lnTo>
                    <a:pt x="49006" y="48482"/>
                  </a:lnTo>
                  <a:lnTo>
                    <a:pt x="27080" y="80370"/>
                  </a:lnTo>
                  <a:lnTo>
                    <a:pt x="19050" y="119348"/>
                  </a:lnTo>
                  <a:lnTo>
                    <a:pt x="19050" y="791908"/>
                  </a:lnTo>
                  <a:lnTo>
                    <a:pt x="27080" y="830886"/>
                  </a:lnTo>
                  <a:lnTo>
                    <a:pt x="49006" y="862774"/>
                  </a:lnTo>
                  <a:lnTo>
                    <a:pt x="81575" y="884304"/>
                  </a:lnTo>
                  <a:lnTo>
                    <a:pt x="121539" y="892206"/>
                  </a:lnTo>
                  <a:lnTo>
                    <a:pt x="13548934" y="892206"/>
                  </a:lnTo>
                  <a:lnTo>
                    <a:pt x="13534519" y="901731"/>
                  </a:lnTo>
                  <a:lnTo>
                    <a:pt x="121539" y="901731"/>
                  </a:lnTo>
                  <a:lnTo>
                    <a:pt x="121529" y="911256"/>
                  </a:lnTo>
                  <a:close/>
                </a:path>
                <a:path w="13608685" h="911859">
                  <a:moveTo>
                    <a:pt x="13548934" y="892206"/>
                  </a:moveTo>
                  <a:lnTo>
                    <a:pt x="13487018" y="892206"/>
                  </a:lnTo>
                  <a:lnTo>
                    <a:pt x="13526982" y="884304"/>
                  </a:lnTo>
                  <a:lnTo>
                    <a:pt x="13559551" y="862774"/>
                  </a:lnTo>
                  <a:lnTo>
                    <a:pt x="13581477" y="830886"/>
                  </a:lnTo>
                  <a:lnTo>
                    <a:pt x="13589507" y="791908"/>
                  </a:lnTo>
                  <a:lnTo>
                    <a:pt x="13589507" y="119348"/>
                  </a:lnTo>
                  <a:lnTo>
                    <a:pt x="13581477" y="80370"/>
                  </a:lnTo>
                  <a:lnTo>
                    <a:pt x="13559551" y="48482"/>
                  </a:lnTo>
                  <a:lnTo>
                    <a:pt x="13526982" y="26952"/>
                  </a:lnTo>
                  <a:lnTo>
                    <a:pt x="13487018" y="19049"/>
                  </a:lnTo>
                  <a:lnTo>
                    <a:pt x="121539" y="19049"/>
                  </a:lnTo>
                  <a:lnTo>
                    <a:pt x="121539" y="9524"/>
                  </a:lnTo>
                  <a:lnTo>
                    <a:pt x="13487018" y="9524"/>
                  </a:lnTo>
                  <a:lnTo>
                    <a:pt x="13487018" y="0"/>
                  </a:lnTo>
                  <a:lnTo>
                    <a:pt x="13534258" y="9352"/>
                  </a:lnTo>
                  <a:lnTo>
                    <a:pt x="13572898" y="34885"/>
                  </a:lnTo>
                  <a:lnTo>
                    <a:pt x="13598983" y="72812"/>
                  </a:lnTo>
                  <a:lnTo>
                    <a:pt x="13608557" y="119348"/>
                  </a:lnTo>
                  <a:lnTo>
                    <a:pt x="13608557" y="791908"/>
                  </a:lnTo>
                  <a:lnTo>
                    <a:pt x="13598983" y="838444"/>
                  </a:lnTo>
                  <a:lnTo>
                    <a:pt x="13572898" y="876371"/>
                  </a:lnTo>
                  <a:lnTo>
                    <a:pt x="13548934" y="892206"/>
                  </a:lnTo>
                  <a:close/>
                </a:path>
                <a:path w="13608685" h="911859">
                  <a:moveTo>
                    <a:pt x="13487018" y="911256"/>
                  </a:moveTo>
                  <a:lnTo>
                    <a:pt x="121539" y="911256"/>
                  </a:lnTo>
                  <a:lnTo>
                    <a:pt x="121539" y="901731"/>
                  </a:lnTo>
                  <a:lnTo>
                    <a:pt x="13487018" y="901731"/>
                  </a:lnTo>
                  <a:lnTo>
                    <a:pt x="13487018" y="911256"/>
                  </a:lnTo>
                  <a:close/>
                </a:path>
                <a:path w="13608685" h="911859">
                  <a:moveTo>
                    <a:pt x="13487018" y="911256"/>
                  </a:moveTo>
                  <a:lnTo>
                    <a:pt x="13487018" y="901731"/>
                  </a:lnTo>
                  <a:lnTo>
                    <a:pt x="13534519" y="901731"/>
                  </a:lnTo>
                  <a:lnTo>
                    <a:pt x="13534258" y="901904"/>
                  </a:lnTo>
                  <a:lnTo>
                    <a:pt x="13487018" y="911256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2142397" y="7632150"/>
            <a:ext cx="870331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65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232323"/>
                </a:solidFill>
                <a:latin typeface="Trebuchet MS"/>
                <a:cs typeface="Trebuchet MS"/>
              </a:rPr>
              <a:t>sprint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plan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moves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from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232323"/>
                </a:solidFill>
                <a:latin typeface="Trebuchet MS"/>
                <a:cs typeface="Trebuchet MS"/>
              </a:rPr>
              <a:t>technical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232323"/>
                </a:solidFill>
                <a:latin typeface="Trebuchet MS"/>
                <a:cs typeface="Trebuchet MS"/>
              </a:rPr>
              <a:t>foundation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232323"/>
                </a:solidFill>
                <a:latin typeface="Trebuchet MS"/>
                <a:cs typeface="Trebuchet MS"/>
              </a:rPr>
              <a:t>to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232323"/>
                </a:solidFill>
                <a:latin typeface="Trebuchet MS"/>
                <a:cs typeface="Trebuchet MS"/>
              </a:rPr>
              <a:t>AI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232323"/>
                </a:solidFill>
                <a:latin typeface="Trebuchet MS"/>
                <a:cs typeface="Trebuchet MS"/>
              </a:rPr>
              <a:t>features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user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232323"/>
                </a:solidFill>
                <a:latin typeface="Trebuchet MS"/>
                <a:cs typeface="Trebuchet MS"/>
              </a:rPr>
              <a:t>motivation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features.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7353391" y="9743606"/>
            <a:ext cx="188595" cy="21209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95" b="1">
                <a:solidFill>
                  <a:srgbClr val="646159"/>
                </a:solidFill>
                <a:latin typeface="Tahoma"/>
                <a:cs typeface="Tahoma"/>
              </a:rPr>
              <a:t>07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358" y="579126"/>
            <a:ext cx="3766185" cy="6889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Software</a:t>
            </a:r>
            <a:r>
              <a:rPr dirty="0" spc="-395"/>
              <a:t> </a:t>
            </a:r>
            <a:r>
              <a:rPr dirty="0" spc="-14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5809" y="1461284"/>
            <a:ext cx="402209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Selected</a:t>
            </a:r>
            <a:r>
              <a:rPr dirty="0" sz="17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tools</a:t>
            </a:r>
            <a:r>
              <a:rPr dirty="0" sz="17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7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646159"/>
                </a:solidFill>
                <a:latin typeface="Trebuchet MS"/>
                <a:cs typeface="Trebuchet MS"/>
              </a:rPr>
              <a:t>why</a:t>
            </a:r>
            <a:r>
              <a:rPr dirty="0" sz="1700" spc="-13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646159"/>
                </a:solidFill>
                <a:latin typeface="Trebuchet MS"/>
                <a:cs typeface="Trebuchet MS"/>
              </a:rPr>
              <a:t>they</a:t>
            </a:r>
            <a:r>
              <a:rPr dirty="0" sz="17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fit</a:t>
            </a:r>
            <a:r>
              <a:rPr dirty="0" sz="17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646159"/>
                </a:solidFill>
                <a:latin typeface="Trebuchet MS"/>
                <a:cs typeface="Trebuchet MS"/>
              </a:rPr>
              <a:t>the</a:t>
            </a:r>
            <a:r>
              <a:rPr dirty="0" sz="17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646159"/>
                </a:solidFill>
                <a:latin typeface="Trebuchet MS"/>
                <a:cs typeface="Trebuchet MS"/>
              </a:rPr>
              <a:t>project.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019975" y="2324014"/>
            <a:ext cx="4890770" cy="2009775"/>
            <a:chOff x="1019975" y="2324014"/>
            <a:chExt cx="4890770" cy="2009775"/>
          </a:xfrm>
        </p:grpSpPr>
        <p:sp>
          <p:nvSpPr>
            <p:cNvPr id="6" name="object 6"/>
            <p:cNvSpPr/>
            <p:nvPr/>
          </p:nvSpPr>
          <p:spPr>
            <a:xfrm>
              <a:off x="1029500" y="2333539"/>
              <a:ext cx="4872990" cy="1990725"/>
            </a:xfrm>
            <a:custGeom>
              <a:avLst/>
              <a:gdLst/>
              <a:ahLst/>
              <a:cxnLst/>
              <a:rect l="l" t="t" r="r" b="b"/>
              <a:pathLst>
                <a:path w="4872990" h="1990725">
                  <a:moveTo>
                    <a:pt x="4748783" y="1990344"/>
                  </a:moveTo>
                  <a:lnTo>
                    <a:pt x="124205" y="1990344"/>
                  </a:lnTo>
                  <a:lnTo>
                    <a:pt x="75866" y="1980644"/>
                  </a:lnTo>
                  <a:lnTo>
                    <a:pt x="36385" y="1954184"/>
                  </a:lnTo>
                  <a:lnTo>
                    <a:pt x="9763" y="1914919"/>
                  </a:lnTo>
                  <a:lnTo>
                    <a:pt x="0" y="1866804"/>
                  </a:lnTo>
                  <a:lnTo>
                    <a:pt x="0" y="123539"/>
                  </a:lnTo>
                  <a:lnTo>
                    <a:pt x="9763" y="75464"/>
                  </a:lnTo>
                  <a:lnTo>
                    <a:pt x="36385" y="36194"/>
                  </a:lnTo>
                  <a:lnTo>
                    <a:pt x="75866" y="9712"/>
                  </a:lnTo>
                  <a:lnTo>
                    <a:pt x="124205" y="0"/>
                  </a:lnTo>
                  <a:lnTo>
                    <a:pt x="4748783" y="0"/>
                  </a:lnTo>
                  <a:lnTo>
                    <a:pt x="4797123" y="9712"/>
                  </a:lnTo>
                  <a:lnTo>
                    <a:pt x="4836604" y="36194"/>
                  </a:lnTo>
                  <a:lnTo>
                    <a:pt x="4863226" y="75464"/>
                  </a:lnTo>
                  <a:lnTo>
                    <a:pt x="4872989" y="123539"/>
                  </a:lnTo>
                  <a:lnTo>
                    <a:pt x="4872989" y="1866804"/>
                  </a:lnTo>
                  <a:lnTo>
                    <a:pt x="4863199" y="1914919"/>
                  </a:lnTo>
                  <a:lnTo>
                    <a:pt x="4836551" y="1954184"/>
                  </a:lnTo>
                  <a:lnTo>
                    <a:pt x="4797056" y="1980644"/>
                  </a:lnTo>
                  <a:lnTo>
                    <a:pt x="4748783" y="1990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19975" y="2324014"/>
              <a:ext cx="4890770" cy="2009775"/>
            </a:xfrm>
            <a:custGeom>
              <a:avLst/>
              <a:gdLst/>
              <a:ahLst/>
              <a:cxnLst/>
              <a:rect l="l" t="t" r="r" b="b"/>
              <a:pathLst>
                <a:path w="4890770" h="2009775">
                  <a:moveTo>
                    <a:pt x="133723" y="2009394"/>
                  </a:moveTo>
                  <a:lnTo>
                    <a:pt x="133437" y="2009394"/>
                  </a:lnTo>
                  <a:lnTo>
                    <a:pt x="91476" y="2002623"/>
                  </a:lnTo>
                  <a:lnTo>
                    <a:pt x="54767" y="1983760"/>
                  </a:lnTo>
                  <a:lnTo>
                    <a:pt x="25813" y="1954975"/>
                  </a:lnTo>
                  <a:lnTo>
                    <a:pt x="6821" y="1918441"/>
                  </a:lnTo>
                  <a:lnTo>
                    <a:pt x="0" y="1876329"/>
                  </a:lnTo>
                  <a:lnTo>
                    <a:pt x="0" y="133064"/>
                  </a:lnTo>
                  <a:lnTo>
                    <a:pt x="6821" y="90988"/>
                  </a:lnTo>
                  <a:lnTo>
                    <a:pt x="25813" y="54459"/>
                  </a:lnTo>
                  <a:lnTo>
                    <a:pt x="54767" y="25661"/>
                  </a:lnTo>
                  <a:lnTo>
                    <a:pt x="91476" y="6779"/>
                  </a:lnTo>
                  <a:lnTo>
                    <a:pt x="133731" y="0"/>
                  </a:lnTo>
                  <a:lnTo>
                    <a:pt x="4758308" y="0"/>
                  </a:lnTo>
                  <a:lnTo>
                    <a:pt x="4758308" y="9525"/>
                  </a:lnTo>
                  <a:lnTo>
                    <a:pt x="133731" y="9525"/>
                  </a:lnTo>
                  <a:lnTo>
                    <a:pt x="133731" y="19050"/>
                  </a:lnTo>
                  <a:lnTo>
                    <a:pt x="89090" y="28024"/>
                  </a:lnTo>
                  <a:lnTo>
                    <a:pt x="52637" y="52482"/>
                  </a:lnTo>
                  <a:lnTo>
                    <a:pt x="28061" y="88728"/>
                  </a:lnTo>
                  <a:lnTo>
                    <a:pt x="19050" y="133064"/>
                  </a:lnTo>
                  <a:lnTo>
                    <a:pt x="19050" y="1876329"/>
                  </a:lnTo>
                  <a:lnTo>
                    <a:pt x="28061" y="1920705"/>
                  </a:lnTo>
                  <a:lnTo>
                    <a:pt x="52637" y="1956947"/>
                  </a:lnTo>
                  <a:lnTo>
                    <a:pt x="89090" y="1981383"/>
                  </a:lnTo>
                  <a:lnTo>
                    <a:pt x="133731" y="1990344"/>
                  </a:lnTo>
                  <a:lnTo>
                    <a:pt x="4824418" y="1990344"/>
                  </a:lnTo>
                  <a:lnTo>
                    <a:pt x="4805900" y="1999869"/>
                  </a:lnTo>
                  <a:lnTo>
                    <a:pt x="133731" y="1999869"/>
                  </a:lnTo>
                  <a:lnTo>
                    <a:pt x="133723" y="2009394"/>
                  </a:lnTo>
                  <a:close/>
                </a:path>
                <a:path w="4890770" h="2009775">
                  <a:moveTo>
                    <a:pt x="4824418" y="1990344"/>
                  </a:moveTo>
                  <a:lnTo>
                    <a:pt x="4758308" y="1990344"/>
                  </a:lnTo>
                  <a:lnTo>
                    <a:pt x="4802990" y="1981383"/>
                  </a:lnTo>
                  <a:lnTo>
                    <a:pt x="4839438" y="1956947"/>
                  </a:lnTo>
                  <a:lnTo>
                    <a:pt x="4863992" y="1920705"/>
                  </a:lnTo>
                  <a:lnTo>
                    <a:pt x="4872990" y="1876329"/>
                  </a:lnTo>
                  <a:lnTo>
                    <a:pt x="4872990" y="133064"/>
                  </a:lnTo>
                  <a:lnTo>
                    <a:pt x="4863978" y="88728"/>
                  </a:lnTo>
                  <a:lnTo>
                    <a:pt x="4839402" y="52482"/>
                  </a:lnTo>
                  <a:lnTo>
                    <a:pt x="4802949" y="28024"/>
                  </a:lnTo>
                  <a:lnTo>
                    <a:pt x="4758308" y="19050"/>
                  </a:lnTo>
                  <a:lnTo>
                    <a:pt x="133731" y="19050"/>
                  </a:lnTo>
                  <a:lnTo>
                    <a:pt x="133731" y="9525"/>
                  </a:lnTo>
                  <a:lnTo>
                    <a:pt x="4758308" y="9525"/>
                  </a:lnTo>
                  <a:lnTo>
                    <a:pt x="4758308" y="0"/>
                  </a:lnTo>
                  <a:lnTo>
                    <a:pt x="4800563" y="6779"/>
                  </a:lnTo>
                  <a:lnTo>
                    <a:pt x="4837271" y="25661"/>
                  </a:lnTo>
                  <a:lnTo>
                    <a:pt x="4866226" y="54459"/>
                  </a:lnTo>
                  <a:lnTo>
                    <a:pt x="4885218" y="90988"/>
                  </a:lnTo>
                  <a:lnTo>
                    <a:pt x="4890164" y="121491"/>
                  </a:lnTo>
                  <a:lnTo>
                    <a:pt x="4890164" y="1887880"/>
                  </a:lnTo>
                  <a:lnTo>
                    <a:pt x="4885199" y="1918441"/>
                  </a:lnTo>
                  <a:lnTo>
                    <a:pt x="4866185" y="1954975"/>
                  </a:lnTo>
                  <a:lnTo>
                    <a:pt x="4839634" y="1981383"/>
                  </a:lnTo>
                  <a:lnTo>
                    <a:pt x="4837218" y="1983760"/>
                  </a:lnTo>
                  <a:lnTo>
                    <a:pt x="4824418" y="1990344"/>
                  </a:lnTo>
                  <a:close/>
                </a:path>
                <a:path w="4890770" h="2009775">
                  <a:moveTo>
                    <a:pt x="4758308" y="2009394"/>
                  </a:moveTo>
                  <a:lnTo>
                    <a:pt x="133731" y="2009394"/>
                  </a:lnTo>
                  <a:lnTo>
                    <a:pt x="133731" y="1999869"/>
                  </a:lnTo>
                  <a:lnTo>
                    <a:pt x="4758308" y="1999869"/>
                  </a:lnTo>
                  <a:lnTo>
                    <a:pt x="4758308" y="2009394"/>
                  </a:lnTo>
                  <a:close/>
                </a:path>
                <a:path w="4890770" h="2009775">
                  <a:moveTo>
                    <a:pt x="4758308" y="2009394"/>
                  </a:moveTo>
                  <a:lnTo>
                    <a:pt x="4758308" y="1999869"/>
                  </a:lnTo>
                  <a:lnTo>
                    <a:pt x="4805900" y="1999869"/>
                  </a:lnTo>
                  <a:lnTo>
                    <a:pt x="4800506" y="2002623"/>
                  </a:lnTo>
                  <a:lnTo>
                    <a:pt x="4758308" y="2009394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98410" y="2502458"/>
              <a:ext cx="128905" cy="1652905"/>
            </a:xfrm>
            <a:custGeom>
              <a:avLst/>
              <a:gdLst/>
              <a:ahLst/>
              <a:cxnLst/>
              <a:rect l="l" t="t" r="r" b="b"/>
              <a:pathLst>
                <a:path w="128905" h="1652904">
                  <a:moveTo>
                    <a:pt x="128879" y="4292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92"/>
                  </a:lnTo>
                  <a:lnTo>
                    <a:pt x="0" y="1648206"/>
                  </a:lnTo>
                  <a:lnTo>
                    <a:pt x="4114" y="1652320"/>
                  </a:lnTo>
                  <a:lnTo>
                    <a:pt x="124764" y="1652320"/>
                  </a:lnTo>
                  <a:lnTo>
                    <a:pt x="128879" y="1648206"/>
                  </a:lnTo>
                  <a:lnTo>
                    <a:pt x="128879" y="1642973"/>
                  </a:lnTo>
                  <a:lnTo>
                    <a:pt x="128866" y="1633448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83515" y="2567346"/>
            <a:ext cx="162687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65" b="1">
                <a:solidFill>
                  <a:srgbClr val="232323"/>
                </a:solidFill>
                <a:latin typeface="Tahoma"/>
                <a:cs typeface="Tahoma"/>
              </a:rPr>
              <a:t>Hugging</a:t>
            </a:r>
            <a:r>
              <a:rPr dirty="0" sz="2050" spc="-12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20" b="1">
                <a:solidFill>
                  <a:srgbClr val="232323"/>
                </a:solidFill>
                <a:latin typeface="Tahoma"/>
                <a:cs typeface="Tahoma"/>
              </a:rPr>
              <a:t>Face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3515" y="3094040"/>
            <a:ext cx="364617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Selected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for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the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recommendation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engine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7764" y="3322640"/>
            <a:ext cx="5518150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8435" marR="1548130"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because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646159"/>
                </a:solidFill>
                <a:latin typeface="Trebuchet MS"/>
                <a:cs typeface="Trebuchet MS"/>
              </a:rPr>
              <a:t>it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supports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pre-trained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models,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fine-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tuning,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low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initial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cost.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47925" y="2324014"/>
            <a:ext cx="4890770" cy="2009775"/>
            <a:chOff x="6647925" y="2324014"/>
            <a:chExt cx="4890770" cy="2009775"/>
          </a:xfrm>
        </p:grpSpPr>
        <p:sp>
          <p:nvSpPr>
            <p:cNvPr id="13" name="object 13"/>
            <p:cNvSpPr/>
            <p:nvPr/>
          </p:nvSpPr>
          <p:spPr>
            <a:xfrm>
              <a:off x="6657450" y="2333539"/>
              <a:ext cx="4872990" cy="1990725"/>
            </a:xfrm>
            <a:custGeom>
              <a:avLst/>
              <a:gdLst/>
              <a:ahLst/>
              <a:cxnLst/>
              <a:rect l="l" t="t" r="r" b="b"/>
              <a:pathLst>
                <a:path w="4872990" h="1990725">
                  <a:moveTo>
                    <a:pt x="4748783" y="1990344"/>
                  </a:moveTo>
                  <a:lnTo>
                    <a:pt x="124205" y="1990344"/>
                  </a:lnTo>
                  <a:lnTo>
                    <a:pt x="75866" y="1980644"/>
                  </a:lnTo>
                  <a:lnTo>
                    <a:pt x="36385" y="1954184"/>
                  </a:lnTo>
                  <a:lnTo>
                    <a:pt x="9763" y="1914919"/>
                  </a:lnTo>
                  <a:lnTo>
                    <a:pt x="0" y="1866804"/>
                  </a:lnTo>
                  <a:lnTo>
                    <a:pt x="0" y="123539"/>
                  </a:lnTo>
                  <a:lnTo>
                    <a:pt x="9763" y="75464"/>
                  </a:lnTo>
                  <a:lnTo>
                    <a:pt x="36385" y="36194"/>
                  </a:lnTo>
                  <a:lnTo>
                    <a:pt x="75866" y="9712"/>
                  </a:lnTo>
                  <a:lnTo>
                    <a:pt x="124205" y="0"/>
                  </a:lnTo>
                  <a:lnTo>
                    <a:pt x="4748783" y="0"/>
                  </a:lnTo>
                  <a:lnTo>
                    <a:pt x="4797123" y="9712"/>
                  </a:lnTo>
                  <a:lnTo>
                    <a:pt x="4836604" y="36194"/>
                  </a:lnTo>
                  <a:lnTo>
                    <a:pt x="4863226" y="75464"/>
                  </a:lnTo>
                  <a:lnTo>
                    <a:pt x="4872989" y="123539"/>
                  </a:lnTo>
                  <a:lnTo>
                    <a:pt x="4872989" y="1866804"/>
                  </a:lnTo>
                  <a:lnTo>
                    <a:pt x="4863199" y="1914919"/>
                  </a:lnTo>
                  <a:lnTo>
                    <a:pt x="4836551" y="1954184"/>
                  </a:lnTo>
                  <a:lnTo>
                    <a:pt x="4797056" y="1980644"/>
                  </a:lnTo>
                  <a:lnTo>
                    <a:pt x="4748783" y="1990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47925" y="2324014"/>
              <a:ext cx="4890770" cy="2009775"/>
            </a:xfrm>
            <a:custGeom>
              <a:avLst/>
              <a:gdLst/>
              <a:ahLst/>
              <a:cxnLst/>
              <a:rect l="l" t="t" r="r" b="b"/>
              <a:pathLst>
                <a:path w="4890770" h="2009775">
                  <a:moveTo>
                    <a:pt x="133723" y="2009394"/>
                  </a:moveTo>
                  <a:lnTo>
                    <a:pt x="133437" y="2009394"/>
                  </a:lnTo>
                  <a:lnTo>
                    <a:pt x="91476" y="2002623"/>
                  </a:lnTo>
                  <a:lnTo>
                    <a:pt x="54768" y="1983760"/>
                  </a:lnTo>
                  <a:lnTo>
                    <a:pt x="25813" y="1954975"/>
                  </a:lnTo>
                  <a:lnTo>
                    <a:pt x="6821" y="1918441"/>
                  </a:lnTo>
                  <a:lnTo>
                    <a:pt x="0" y="1876329"/>
                  </a:lnTo>
                  <a:lnTo>
                    <a:pt x="0" y="133064"/>
                  </a:lnTo>
                  <a:lnTo>
                    <a:pt x="6821" y="90988"/>
                  </a:lnTo>
                  <a:lnTo>
                    <a:pt x="25813" y="54459"/>
                  </a:lnTo>
                  <a:lnTo>
                    <a:pt x="54768" y="25661"/>
                  </a:lnTo>
                  <a:lnTo>
                    <a:pt x="91476" y="6779"/>
                  </a:lnTo>
                  <a:lnTo>
                    <a:pt x="133731" y="0"/>
                  </a:lnTo>
                  <a:lnTo>
                    <a:pt x="4758308" y="0"/>
                  </a:lnTo>
                  <a:lnTo>
                    <a:pt x="4758308" y="9525"/>
                  </a:lnTo>
                  <a:lnTo>
                    <a:pt x="133731" y="9525"/>
                  </a:lnTo>
                  <a:lnTo>
                    <a:pt x="133731" y="19050"/>
                  </a:lnTo>
                  <a:lnTo>
                    <a:pt x="89090" y="28024"/>
                  </a:lnTo>
                  <a:lnTo>
                    <a:pt x="52637" y="52482"/>
                  </a:lnTo>
                  <a:lnTo>
                    <a:pt x="28061" y="88728"/>
                  </a:lnTo>
                  <a:lnTo>
                    <a:pt x="19050" y="133064"/>
                  </a:lnTo>
                  <a:lnTo>
                    <a:pt x="19050" y="1876329"/>
                  </a:lnTo>
                  <a:lnTo>
                    <a:pt x="28061" y="1920705"/>
                  </a:lnTo>
                  <a:lnTo>
                    <a:pt x="52637" y="1956947"/>
                  </a:lnTo>
                  <a:lnTo>
                    <a:pt x="89090" y="1981383"/>
                  </a:lnTo>
                  <a:lnTo>
                    <a:pt x="133731" y="1990344"/>
                  </a:lnTo>
                  <a:lnTo>
                    <a:pt x="4824418" y="1990344"/>
                  </a:lnTo>
                  <a:lnTo>
                    <a:pt x="4805901" y="1999869"/>
                  </a:lnTo>
                  <a:lnTo>
                    <a:pt x="133731" y="1999869"/>
                  </a:lnTo>
                  <a:lnTo>
                    <a:pt x="133723" y="2009394"/>
                  </a:lnTo>
                  <a:close/>
                </a:path>
                <a:path w="4890770" h="2009775">
                  <a:moveTo>
                    <a:pt x="4824418" y="1990344"/>
                  </a:moveTo>
                  <a:lnTo>
                    <a:pt x="4758308" y="1990344"/>
                  </a:lnTo>
                  <a:lnTo>
                    <a:pt x="4802990" y="1981383"/>
                  </a:lnTo>
                  <a:lnTo>
                    <a:pt x="4839438" y="1956947"/>
                  </a:lnTo>
                  <a:lnTo>
                    <a:pt x="4863991" y="1920705"/>
                  </a:lnTo>
                  <a:lnTo>
                    <a:pt x="4872989" y="1876329"/>
                  </a:lnTo>
                  <a:lnTo>
                    <a:pt x="4872989" y="133064"/>
                  </a:lnTo>
                  <a:lnTo>
                    <a:pt x="4863978" y="88728"/>
                  </a:lnTo>
                  <a:lnTo>
                    <a:pt x="4839402" y="52482"/>
                  </a:lnTo>
                  <a:lnTo>
                    <a:pt x="4802949" y="28024"/>
                  </a:lnTo>
                  <a:lnTo>
                    <a:pt x="4758308" y="19050"/>
                  </a:lnTo>
                  <a:lnTo>
                    <a:pt x="133731" y="19050"/>
                  </a:lnTo>
                  <a:lnTo>
                    <a:pt x="133731" y="9525"/>
                  </a:lnTo>
                  <a:lnTo>
                    <a:pt x="4758308" y="9525"/>
                  </a:lnTo>
                  <a:lnTo>
                    <a:pt x="4758308" y="0"/>
                  </a:lnTo>
                  <a:lnTo>
                    <a:pt x="4800563" y="6779"/>
                  </a:lnTo>
                  <a:lnTo>
                    <a:pt x="4837271" y="25661"/>
                  </a:lnTo>
                  <a:lnTo>
                    <a:pt x="4866226" y="54459"/>
                  </a:lnTo>
                  <a:lnTo>
                    <a:pt x="4885218" y="90988"/>
                  </a:lnTo>
                  <a:lnTo>
                    <a:pt x="4890164" y="121494"/>
                  </a:lnTo>
                  <a:lnTo>
                    <a:pt x="4890164" y="1887877"/>
                  </a:lnTo>
                  <a:lnTo>
                    <a:pt x="4885199" y="1918441"/>
                  </a:lnTo>
                  <a:lnTo>
                    <a:pt x="4866185" y="1954975"/>
                  </a:lnTo>
                  <a:lnTo>
                    <a:pt x="4839634" y="1981383"/>
                  </a:lnTo>
                  <a:lnTo>
                    <a:pt x="4837218" y="1983760"/>
                  </a:lnTo>
                  <a:lnTo>
                    <a:pt x="4824418" y="1990344"/>
                  </a:lnTo>
                  <a:close/>
                </a:path>
                <a:path w="4890770" h="2009775">
                  <a:moveTo>
                    <a:pt x="4758308" y="2009394"/>
                  </a:moveTo>
                  <a:lnTo>
                    <a:pt x="133731" y="2009394"/>
                  </a:lnTo>
                  <a:lnTo>
                    <a:pt x="133731" y="1999869"/>
                  </a:lnTo>
                  <a:lnTo>
                    <a:pt x="4758308" y="1999869"/>
                  </a:lnTo>
                  <a:lnTo>
                    <a:pt x="4758308" y="2009394"/>
                  </a:lnTo>
                  <a:close/>
                </a:path>
                <a:path w="4890770" h="2009775">
                  <a:moveTo>
                    <a:pt x="4758308" y="2009394"/>
                  </a:moveTo>
                  <a:lnTo>
                    <a:pt x="4758308" y="1999869"/>
                  </a:lnTo>
                  <a:lnTo>
                    <a:pt x="4805901" y="1999869"/>
                  </a:lnTo>
                  <a:lnTo>
                    <a:pt x="4800506" y="2002623"/>
                  </a:lnTo>
                  <a:lnTo>
                    <a:pt x="4758308" y="2009394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826364" y="2502458"/>
              <a:ext cx="128905" cy="1652905"/>
            </a:xfrm>
            <a:custGeom>
              <a:avLst/>
              <a:gdLst/>
              <a:ahLst/>
              <a:cxnLst/>
              <a:rect l="l" t="t" r="r" b="b"/>
              <a:pathLst>
                <a:path w="128904" h="1652904">
                  <a:moveTo>
                    <a:pt x="128892" y="4292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92"/>
                  </a:lnTo>
                  <a:lnTo>
                    <a:pt x="0" y="1648206"/>
                  </a:lnTo>
                  <a:lnTo>
                    <a:pt x="4114" y="1652320"/>
                  </a:lnTo>
                  <a:lnTo>
                    <a:pt x="124764" y="1652320"/>
                  </a:lnTo>
                  <a:lnTo>
                    <a:pt x="128892" y="1648206"/>
                  </a:lnTo>
                  <a:lnTo>
                    <a:pt x="128892" y="1642973"/>
                  </a:lnTo>
                  <a:lnTo>
                    <a:pt x="128879" y="1633448"/>
                  </a:lnTo>
                  <a:lnTo>
                    <a:pt x="128892" y="19050"/>
                  </a:lnTo>
                  <a:lnTo>
                    <a:pt x="128879" y="9525"/>
                  </a:lnTo>
                  <a:lnTo>
                    <a:pt x="128892" y="4292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111465" y="2567346"/>
            <a:ext cx="14281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95" b="1">
                <a:solidFill>
                  <a:srgbClr val="232323"/>
                </a:solidFill>
                <a:latin typeface="Tahoma"/>
                <a:cs typeface="Tahoma"/>
              </a:rPr>
              <a:t>PostgreSǪL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11465" y="3094040"/>
            <a:ext cx="388366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Selected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for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structured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health,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meal,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workout,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45724" y="3322640"/>
            <a:ext cx="5518150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8435" marR="1770380"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5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user</a:t>
            </a:r>
            <a:r>
              <a:rPr dirty="0" sz="15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data</a:t>
            </a:r>
            <a:r>
              <a:rPr dirty="0" sz="15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with</a:t>
            </a:r>
            <a:r>
              <a:rPr dirty="0" sz="15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646159"/>
                </a:solidFill>
                <a:latin typeface="Trebuchet MS"/>
                <a:cs typeface="Trebuchet MS"/>
              </a:rPr>
              <a:t>reliability,</a:t>
            </a:r>
            <a:r>
              <a:rPr dirty="0" sz="15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indexing,</a:t>
            </a:r>
            <a:r>
              <a:rPr dirty="0" sz="1500" spc="-9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and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complex</a:t>
            </a:r>
            <a:r>
              <a:rPr dirty="0" sz="15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queries.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275887" y="2324014"/>
            <a:ext cx="4890770" cy="2009775"/>
            <a:chOff x="12275887" y="2324014"/>
            <a:chExt cx="4890770" cy="2009775"/>
          </a:xfrm>
        </p:grpSpPr>
        <p:sp>
          <p:nvSpPr>
            <p:cNvPr id="20" name="object 20"/>
            <p:cNvSpPr/>
            <p:nvPr/>
          </p:nvSpPr>
          <p:spPr>
            <a:xfrm>
              <a:off x="12285412" y="2333539"/>
              <a:ext cx="4872990" cy="1990725"/>
            </a:xfrm>
            <a:custGeom>
              <a:avLst/>
              <a:gdLst/>
              <a:ahLst/>
              <a:cxnLst/>
              <a:rect l="l" t="t" r="r" b="b"/>
              <a:pathLst>
                <a:path w="4872990" h="1990725">
                  <a:moveTo>
                    <a:pt x="4748783" y="1990344"/>
                  </a:moveTo>
                  <a:lnTo>
                    <a:pt x="124205" y="1990344"/>
                  </a:lnTo>
                  <a:lnTo>
                    <a:pt x="75866" y="1980644"/>
                  </a:lnTo>
                  <a:lnTo>
                    <a:pt x="36385" y="1954184"/>
                  </a:lnTo>
                  <a:lnTo>
                    <a:pt x="9763" y="1914919"/>
                  </a:lnTo>
                  <a:lnTo>
                    <a:pt x="0" y="1866804"/>
                  </a:lnTo>
                  <a:lnTo>
                    <a:pt x="0" y="123539"/>
                  </a:lnTo>
                  <a:lnTo>
                    <a:pt x="9763" y="75464"/>
                  </a:lnTo>
                  <a:lnTo>
                    <a:pt x="36385" y="36194"/>
                  </a:lnTo>
                  <a:lnTo>
                    <a:pt x="75866" y="9712"/>
                  </a:lnTo>
                  <a:lnTo>
                    <a:pt x="124205" y="0"/>
                  </a:lnTo>
                  <a:lnTo>
                    <a:pt x="4748783" y="0"/>
                  </a:lnTo>
                  <a:lnTo>
                    <a:pt x="4797123" y="9712"/>
                  </a:lnTo>
                  <a:lnTo>
                    <a:pt x="4836604" y="36194"/>
                  </a:lnTo>
                  <a:lnTo>
                    <a:pt x="4863226" y="75464"/>
                  </a:lnTo>
                  <a:lnTo>
                    <a:pt x="4872989" y="123539"/>
                  </a:lnTo>
                  <a:lnTo>
                    <a:pt x="4872989" y="1866804"/>
                  </a:lnTo>
                  <a:lnTo>
                    <a:pt x="4863199" y="1914919"/>
                  </a:lnTo>
                  <a:lnTo>
                    <a:pt x="4836551" y="1954184"/>
                  </a:lnTo>
                  <a:lnTo>
                    <a:pt x="4797056" y="1980644"/>
                  </a:lnTo>
                  <a:lnTo>
                    <a:pt x="4748783" y="1990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275887" y="2324014"/>
              <a:ext cx="4890770" cy="2009775"/>
            </a:xfrm>
            <a:custGeom>
              <a:avLst/>
              <a:gdLst/>
              <a:ahLst/>
              <a:cxnLst/>
              <a:rect l="l" t="t" r="r" b="b"/>
              <a:pathLst>
                <a:path w="4890769" h="2009775">
                  <a:moveTo>
                    <a:pt x="133723" y="2009394"/>
                  </a:moveTo>
                  <a:lnTo>
                    <a:pt x="133438" y="2009394"/>
                  </a:lnTo>
                  <a:lnTo>
                    <a:pt x="91476" y="2002623"/>
                  </a:lnTo>
                  <a:lnTo>
                    <a:pt x="54768" y="1983760"/>
                  </a:lnTo>
                  <a:lnTo>
                    <a:pt x="25813" y="1954975"/>
                  </a:lnTo>
                  <a:lnTo>
                    <a:pt x="6821" y="1918441"/>
                  </a:lnTo>
                  <a:lnTo>
                    <a:pt x="0" y="1876329"/>
                  </a:lnTo>
                  <a:lnTo>
                    <a:pt x="0" y="133064"/>
                  </a:lnTo>
                  <a:lnTo>
                    <a:pt x="6821" y="90988"/>
                  </a:lnTo>
                  <a:lnTo>
                    <a:pt x="25813" y="54459"/>
                  </a:lnTo>
                  <a:lnTo>
                    <a:pt x="54768" y="25661"/>
                  </a:lnTo>
                  <a:lnTo>
                    <a:pt x="91476" y="6779"/>
                  </a:lnTo>
                  <a:lnTo>
                    <a:pt x="133731" y="0"/>
                  </a:lnTo>
                  <a:lnTo>
                    <a:pt x="4758309" y="0"/>
                  </a:lnTo>
                  <a:lnTo>
                    <a:pt x="4758309" y="9525"/>
                  </a:lnTo>
                  <a:lnTo>
                    <a:pt x="133731" y="9525"/>
                  </a:lnTo>
                  <a:lnTo>
                    <a:pt x="133731" y="19050"/>
                  </a:lnTo>
                  <a:lnTo>
                    <a:pt x="89090" y="28024"/>
                  </a:lnTo>
                  <a:lnTo>
                    <a:pt x="52637" y="52482"/>
                  </a:lnTo>
                  <a:lnTo>
                    <a:pt x="28061" y="88728"/>
                  </a:lnTo>
                  <a:lnTo>
                    <a:pt x="19050" y="133064"/>
                  </a:lnTo>
                  <a:lnTo>
                    <a:pt x="19050" y="1876329"/>
                  </a:lnTo>
                  <a:lnTo>
                    <a:pt x="28061" y="1920705"/>
                  </a:lnTo>
                  <a:lnTo>
                    <a:pt x="52637" y="1956947"/>
                  </a:lnTo>
                  <a:lnTo>
                    <a:pt x="89090" y="1981383"/>
                  </a:lnTo>
                  <a:lnTo>
                    <a:pt x="133731" y="1990344"/>
                  </a:lnTo>
                  <a:lnTo>
                    <a:pt x="4824419" y="1990344"/>
                  </a:lnTo>
                  <a:lnTo>
                    <a:pt x="4805901" y="1999869"/>
                  </a:lnTo>
                  <a:lnTo>
                    <a:pt x="133731" y="1999869"/>
                  </a:lnTo>
                  <a:lnTo>
                    <a:pt x="133723" y="2009394"/>
                  </a:lnTo>
                  <a:close/>
                </a:path>
                <a:path w="4890769" h="2009775">
                  <a:moveTo>
                    <a:pt x="4824419" y="1990344"/>
                  </a:moveTo>
                  <a:lnTo>
                    <a:pt x="4758309" y="1990344"/>
                  </a:lnTo>
                  <a:lnTo>
                    <a:pt x="4802990" y="1981383"/>
                  </a:lnTo>
                  <a:lnTo>
                    <a:pt x="4839438" y="1956947"/>
                  </a:lnTo>
                  <a:lnTo>
                    <a:pt x="4863992" y="1920705"/>
                  </a:lnTo>
                  <a:lnTo>
                    <a:pt x="4872990" y="1876329"/>
                  </a:lnTo>
                  <a:lnTo>
                    <a:pt x="4872990" y="133064"/>
                  </a:lnTo>
                  <a:lnTo>
                    <a:pt x="4863978" y="88728"/>
                  </a:lnTo>
                  <a:lnTo>
                    <a:pt x="4839402" y="52482"/>
                  </a:lnTo>
                  <a:lnTo>
                    <a:pt x="4802950" y="28024"/>
                  </a:lnTo>
                  <a:lnTo>
                    <a:pt x="4758309" y="19050"/>
                  </a:lnTo>
                  <a:lnTo>
                    <a:pt x="133731" y="19050"/>
                  </a:lnTo>
                  <a:lnTo>
                    <a:pt x="133731" y="9525"/>
                  </a:lnTo>
                  <a:lnTo>
                    <a:pt x="4758309" y="9525"/>
                  </a:lnTo>
                  <a:lnTo>
                    <a:pt x="4758309" y="0"/>
                  </a:lnTo>
                  <a:lnTo>
                    <a:pt x="4800563" y="6779"/>
                  </a:lnTo>
                  <a:lnTo>
                    <a:pt x="4837272" y="25661"/>
                  </a:lnTo>
                  <a:lnTo>
                    <a:pt x="4866226" y="54459"/>
                  </a:lnTo>
                  <a:lnTo>
                    <a:pt x="4885218" y="90988"/>
                  </a:lnTo>
                  <a:lnTo>
                    <a:pt x="4890164" y="121493"/>
                  </a:lnTo>
                  <a:lnTo>
                    <a:pt x="4890164" y="1887878"/>
                  </a:lnTo>
                  <a:lnTo>
                    <a:pt x="4885199" y="1918441"/>
                  </a:lnTo>
                  <a:lnTo>
                    <a:pt x="4866185" y="1954975"/>
                  </a:lnTo>
                  <a:lnTo>
                    <a:pt x="4839634" y="1981383"/>
                  </a:lnTo>
                  <a:lnTo>
                    <a:pt x="4837218" y="1983760"/>
                  </a:lnTo>
                  <a:lnTo>
                    <a:pt x="4824419" y="1990344"/>
                  </a:lnTo>
                  <a:close/>
                </a:path>
                <a:path w="4890769" h="2009775">
                  <a:moveTo>
                    <a:pt x="4758309" y="2009394"/>
                  </a:moveTo>
                  <a:lnTo>
                    <a:pt x="133731" y="2009394"/>
                  </a:lnTo>
                  <a:lnTo>
                    <a:pt x="133731" y="1999869"/>
                  </a:lnTo>
                  <a:lnTo>
                    <a:pt x="4758309" y="1999869"/>
                  </a:lnTo>
                  <a:lnTo>
                    <a:pt x="4758309" y="2009394"/>
                  </a:lnTo>
                  <a:close/>
                </a:path>
                <a:path w="4890769" h="2009775">
                  <a:moveTo>
                    <a:pt x="4758309" y="2009394"/>
                  </a:moveTo>
                  <a:lnTo>
                    <a:pt x="4758309" y="1999869"/>
                  </a:lnTo>
                  <a:lnTo>
                    <a:pt x="4805901" y="1999869"/>
                  </a:lnTo>
                  <a:lnTo>
                    <a:pt x="4800506" y="2002623"/>
                  </a:lnTo>
                  <a:lnTo>
                    <a:pt x="4758309" y="2009394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454332" y="2502458"/>
              <a:ext cx="128905" cy="1652905"/>
            </a:xfrm>
            <a:custGeom>
              <a:avLst/>
              <a:gdLst/>
              <a:ahLst/>
              <a:cxnLst/>
              <a:rect l="l" t="t" r="r" b="b"/>
              <a:pathLst>
                <a:path w="128904" h="1652904">
                  <a:moveTo>
                    <a:pt x="128879" y="4292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92"/>
                  </a:lnTo>
                  <a:lnTo>
                    <a:pt x="0" y="1648206"/>
                  </a:lnTo>
                  <a:lnTo>
                    <a:pt x="4114" y="1652320"/>
                  </a:lnTo>
                  <a:lnTo>
                    <a:pt x="124764" y="1652320"/>
                  </a:lnTo>
                  <a:lnTo>
                    <a:pt x="128879" y="1648206"/>
                  </a:lnTo>
                  <a:lnTo>
                    <a:pt x="128879" y="1642973"/>
                  </a:lnTo>
                  <a:lnTo>
                    <a:pt x="128866" y="1633448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2739427" y="2567346"/>
            <a:ext cx="269113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00" b="1">
                <a:solidFill>
                  <a:srgbClr val="232323"/>
                </a:solidFill>
                <a:latin typeface="Tahoma"/>
                <a:cs typeface="Tahoma"/>
              </a:rPr>
              <a:t>PyCharm</a:t>
            </a:r>
            <a:r>
              <a:rPr dirty="0" sz="2050" spc="-13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60" b="1">
                <a:solidFill>
                  <a:srgbClr val="232323"/>
                </a:solidFill>
                <a:latin typeface="Tahoma"/>
                <a:cs typeface="Tahoma"/>
              </a:rPr>
              <a:t>Professional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739427" y="3094040"/>
            <a:ext cx="3805554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Selected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for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Python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AI/backend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development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39427" y="3322640"/>
            <a:ext cx="3710304" cy="487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with</a:t>
            </a:r>
            <a:r>
              <a:rPr dirty="0" sz="15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debugging,</a:t>
            </a:r>
            <a:r>
              <a:rPr dirty="0" sz="15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testing,</a:t>
            </a:r>
            <a:r>
              <a:rPr dirty="0" sz="1500" spc="-8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database</a:t>
            </a:r>
            <a:r>
              <a:rPr dirty="0" sz="15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tools,</a:t>
            </a:r>
            <a:r>
              <a:rPr dirty="0" sz="1500" spc="-8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and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framework</a:t>
            </a:r>
            <a:r>
              <a:rPr dirty="0" sz="15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integration.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987" y="5123144"/>
            <a:ext cx="5766025" cy="2493787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6447498" y="5123144"/>
            <a:ext cx="11840845" cy="2494280"/>
            <a:chOff x="6447498" y="5123144"/>
            <a:chExt cx="11840845" cy="249428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7498" y="5123144"/>
              <a:ext cx="5945338" cy="24681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53430" y="5143499"/>
              <a:ext cx="5934568" cy="2473432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7353391" y="9743606"/>
            <a:ext cx="188595" cy="21209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95" b="1">
                <a:solidFill>
                  <a:srgbClr val="646159"/>
                </a:solidFill>
                <a:latin typeface="Tahoma"/>
                <a:cs typeface="Tahoma"/>
              </a:rPr>
              <a:t>08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5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82026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31443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80858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230275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279691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29107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78523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427940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477356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526772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576189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625604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675021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7244372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773853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823269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971518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0" y="0"/>
            <a:ext cx="18288000" cy="215265"/>
          </a:xfrm>
          <a:custGeom>
            <a:avLst/>
            <a:gdLst/>
            <a:ahLst/>
            <a:cxnLst/>
            <a:rect l="l" t="t" r="r" b="b"/>
            <a:pathLst>
              <a:path w="18288000" h="215265">
                <a:moveTo>
                  <a:pt x="18288000" y="0"/>
                </a:moveTo>
                <a:lnTo>
                  <a:pt x="9512" y="0"/>
                </a:lnTo>
                <a:lnTo>
                  <a:pt x="0" y="12"/>
                </a:lnTo>
                <a:lnTo>
                  <a:pt x="0" y="635"/>
                </a:lnTo>
                <a:lnTo>
                  <a:pt x="0" y="205930"/>
                </a:lnTo>
                <a:lnTo>
                  <a:pt x="0" y="206375"/>
                </a:lnTo>
                <a:lnTo>
                  <a:pt x="0" y="215265"/>
                </a:lnTo>
                <a:lnTo>
                  <a:pt x="18288000" y="215265"/>
                </a:lnTo>
                <a:lnTo>
                  <a:pt x="18288000" y="206375"/>
                </a:lnTo>
                <a:lnTo>
                  <a:pt x="9512" y="206375"/>
                </a:lnTo>
                <a:lnTo>
                  <a:pt x="9512" y="205930"/>
                </a:lnTo>
                <a:lnTo>
                  <a:pt x="18288000" y="205930"/>
                </a:lnTo>
                <a:lnTo>
                  <a:pt x="18288000" y="196405"/>
                </a:lnTo>
                <a:lnTo>
                  <a:pt x="18288000" y="9525"/>
                </a:lnTo>
                <a:lnTo>
                  <a:pt x="18288000" y="12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0" y="10079621"/>
            <a:ext cx="18288000" cy="207645"/>
          </a:xfrm>
          <a:custGeom>
            <a:avLst/>
            <a:gdLst/>
            <a:ahLst/>
            <a:cxnLst/>
            <a:rect l="l" t="t" r="r" b="b"/>
            <a:pathLst>
              <a:path w="18288000" h="207645">
                <a:moveTo>
                  <a:pt x="18288000" y="0"/>
                </a:moveTo>
                <a:lnTo>
                  <a:pt x="0" y="0"/>
                </a:lnTo>
                <a:lnTo>
                  <a:pt x="0" y="9525"/>
                </a:lnTo>
                <a:lnTo>
                  <a:pt x="0" y="10160"/>
                </a:lnTo>
                <a:lnTo>
                  <a:pt x="0" y="207010"/>
                </a:lnTo>
                <a:lnTo>
                  <a:pt x="0" y="207391"/>
                </a:lnTo>
                <a:lnTo>
                  <a:pt x="18288000" y="207391"/>
                </a:lnTo>
                <a:lnTo>
                  <a:pt x="18288000" y="9525"/>
                </a:lnTo>
                <a:lnTo>
                  <a:pt x="18288000" y="0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Schedule</a:t>
            </a:r>
            <a:r>
              <a:rPr dirty="0" spc="-365"/>
              <a:t> </a:t>
            </a:r>
            <a:r>
              <a:rPr dirty="0" spc="-235"/>
              <a:t>and</a:t>
            </a:r>
            <a:r>
              <a:rPr dirty="0" spc="-360"/>
              <a:t> </a:t>
            </a:r>
            <a:r>
              <a:rPr dirty="0" spc="-190"/>
              <a:t>Effort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65809" y="1461284"/>
            <a:ext cx="451421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65">
                <a:solidFill>
                  <a:srgbClr val="646159"/>
                </a:solidFill>
                <a:latin typeface="Trebuchet MS"/>
                <a:cs typeface="Trebuchet MS"/>
              </a:rPr>
              <a:t>The</a:t>
            </a:r>
            <a:r>
              <a:rPr dirty="0" sz="17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646159"/>
                </a:solidFill>
                <a:latin typeface="Trebuchet MS"/>
                <a:cs typeface="Trebuchet MS"/>
              </a:rPr>
              <a:t>project</a:t>
            </a:r>
            <a:r>
              <a:rPr dirty="0" sz="17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is</a:t>
            </a:r>
            <a:r>
              <a:rPr dirty="0" sz="17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planned</a:t>
            </a:r>
            <a:r>
              <a:rPr dirty="0" sz="17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80">
                <a:solidFill>
                  <a:srgbClr val="646159"/>
                </a:solidFill>
                <a:latin typeface="Trebuchet MS"/>
                <a:cs typeface="Trebuchet MS"/>
              </a:rPr>
              <a:t>as</a:t>
            </a:r>
            <a:r>
              <a:rPr dirty="0" sz="17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a</a:t>
            </a:r>
            <a:r>
              <a:rPr dirty="0" sz="17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75">
                <a:solidFill>
                  <a:srgbClr val="646159"/>
                </a:solidFill>
                <a:latin typeface="Trebuchet MS"/>
                <a:cs typeface="Trebuchet MS"/>
              </a:rPr>
              <a:t>five-</a:t>
            </a:r>
            <a:r>
              <a:rPr dirty="0" sz="1700" spc="-30">
                <a:solidFill>
                  <a:srgbClr val="646159"/>
                </a:solidFill>
                <a:latin typeface="Trebuchet MS"/>
                <a:cs typeface="Trebuchet MS"/>
              </a:rPr>
              <a:t>sprint</a:t>
            </a:r>
            <a:r>
              <a:rPr dirty="0" sz="17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schedule.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0016" y="2081219"/>
            <a:ext cx="14706597" cy="7534274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7353391" y="9743606"/>
            <a:ext cx="188595" cy="21209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 spc="-170" b="1">
                <a:solidFill>
                  <a:srgbClr val="646159"/>
                </a:solidFill>
                <a:latin typeface="Tahoma"/>
                <a:cs typeface="Tahoma"/>
              </a:rPr>
              <a:t>0G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5"/>
              <a:t>Stakeholders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5809" y="1461284"/>
            <a:ext cx="430720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Who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is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646159"/>
                </a:solidFill>
                <a:latin typeface="Trebuchet MS"/>
                <a:cs typeface="Trebuchet MS"/>
              </a:rPr>
              <a:t>affected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646159"/>
                </a:solidFill>
                <a:latin typeface="Trebuchet MS"/>
                <a:cs typeface="Trebuchet MS"/>
              </a:rPr>
              <a:t>by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646159"/>
                </a:solidFill>
                <a:latin typeface="Trebuchet MS"/>
                <a:cs typeface="Trebuchet MS"/>
              </a:rPr>
              <a:t>project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646159"/>
                </a:solidFill>
                <a:latin typeface="Trebuchet MS"/>
                <a:cs typeface="Trebuchet MS"/>
              </a:rPr>
              <a:t>success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646159"/>
                </a:solidFill>
                <a:latin typeface="Trebuchet MS"/>
                <a:cs typeface="Trebuchet MS"/>
              </a:rPr>
              <a:t>or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failure?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882700" y="2392642"/>
            <a:ext cx="3656965" cy="2105660"/>
            <a:chOff x="882700" y="2392642"/>
            <a:chExt cx="3656965" cy="2105660"/>
          </a:xfrm>
        </p:grpSpPr>
        <p:sp>
          <p:nvSpPr>
            <p:cNvPr id="6" name="object 6"/>
            <p:cNvSpPr/>
            <p:nvPr/>
          </p:nvSpPr>
          <p:spPr>
            <a:xfrm>
              <a:off x="892225" y="2402167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10">
                  <a:moveTo>
                    <a:pt x="3513581" y="2086451"/>
                  </a:moveTo>
                  <a:lnTo>
                    <a:pt x="124015" y="2086451"/>
                  </a:lnTo>
                  <a:lnTo>
                    <a:pt x="75746" y="2076752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2"/>
                  </a:lnTo>
                  <a:lnTo>
                    <a:pt x="3513581" y="2086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82700" y="2392642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60">
                  <a:moveTo>
                    <a:pt x="133536" y="2105501"/>
                  </a:moveTo>
                  <a:lnTo>
                    <a:pt x="133363" y="2105501"/>
                  </a:lnTo>
                  <a:lnTo>
                    <a:pt x="91342" y="2098721"/>
                  </a:lnTo>
                  <a:lnTo>
                    <a:pt x="54685" y="2079839"/>
                  </a:lnTo>
                  <a:lnTo>
                    <a:pt x="25773" y="2051041"/>
                  </a:lnTo>
                  <a:lnTo>
                    <a:pt x="6810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0" y="90988"/>
                  </a:lnTo>
                  <a:lnTo>
                    <a:pt x="25773" y="54459"/>
                  </a:lnTo>
                  <a:lnTo>
                    <a:pt x="54685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6" y="0"/>
                  </a:lnTo>
                  <a:lnTo>
                    <a:pt x="3523106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3"/>
                  </a:lnTo>
                  <a:lnTo>
                    <a:pt x="52578" y="2053054"/>
                  </a:lnTo>
                  <a:lnTo>
                    <a:pt x="88969" y="2077490"/>
                  </a:lnTo>
                  <a:lnTo>
                    <a:pt x="133540" y="2086451"/>
                  </a:lnTo>
                  <a:lnTo>
                    <a:pt x="3589125" y="2086451"/>
                  </a:lnTo>
                  <a:lnTo>
                    <a:pt x="3570634" y="2095976"/>
                  </a:lnTo>
                  <a:lnTo>
                    <a:pt x="133540" y="2095976"/>
                  </a:lnTo>
                  <a:lnTo>
                    <a:pt x="133536" y="2105501"/>
                  </a:lnTo>
                  <a:close/>
                </a:path>
                <a:path w="3656965" h="2105660">
                  <a:moveTo>
                    <a:pt x="3589125" y="2086451"/>
                  </a:moveTo>
                  <a:lnTo>
                    <a:pt x="3523106" y="2086451"/>
                  </a:lnTo>
                  <a:lnTo>
                    <a:pt x="3567677" y="2077490"/>
                  </a:lnTo>
                  <a:lnTo>
                    <a:pt x="3604069" y="2053054"/>
                  </a:lnTo>
                  <a:lnTo>
                    <a:pt x="3628602" y="2016813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7" y="28010"/>
                  </a:lnTo>
                  <a:lnTo>
                    <a:pt x="3523106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6" y="9525"/>
                  </a:lnTo>
                  <a:lnTo>
                    <a:pt x="3523106" y="0"/>
                  </a:lnTo>
                  <a:lnTo>
                    <a:pt x="3565304" y="6779"/>
                  </a:lnTo>
                  <a:lnTo>
                    <a:pt x="3601961" y="25661"/>
                  </a:lnTo>
                  <a:lnTo>
                    <a:pt x="3630873" y="54459"/>
                  </a:lnTo>
                  <a:lnTo>
                    <a:pt x="3649836" y="90988"/>
                  </a:lnTo>
                  <a:lnTo>
                    <a:pt x="3656646" y="133064"/>
                  </a:lnTo>
                  <a:lnTo>
                    <a:pt x="3656646" y="1972436"/>
                  </a:lnTo>
                  <a:lnTo>
                    <a:pt x="3649836" y="2014512"/>
                  </a:lnTo>
                  <a:lnTo>
                    <a:pt x="3630873" y="2051041"/>
                  </a:lnTo>
                  <a:lnTo>
                    <a:pt x="3601961" y="2079839"/>
                  </a:lnTo>
                  <a:lnTo>
                    <a:pt x="3589125" y="2086451"/>
                  </a:lnTo>
                  <a:close/>
                </a:path>
                <a:path w="3656965" h="2105660">
                  <a:moveTo>
                    <a:pt x="3523106" y="2105501"/>
                  </a:moveTo>
                  <a:lnTo>
                    <a:pt x="133540" y="2105501"/>
                  </a:lnTo>
                  <a:lnTo>
                    <a:pt x="133540" y="2095976"/>
                  </a:lnTo>
                  <a:lnTo>
                    <a:pt x="3523106" y="2095976"/>
                  </a:lnTo>
                  <a:lnTo>
                    <a:pt x="3523106" y="2105501"/>
                  </a:lnTo>
                  <a:close/>
                </a:path>
                <a:path w="3656965" h="2105660">
                  <a:moveTo>
                    <a:pt x="3523106" y="2105501"/>
                  </a:moveTo>
                  <a:lnTo>
                    <a:pt x="3523106" y="2095976"/>
                  </a:lnTo>
                  <a:lnTo>
                    <a:pt x="3570634" y="2095976"/>
                  </a:lnTo>
                  <a:lnTo>
                    <a:pt x="3565304" y="2098721"/>
                  </a:lnTo>
                  <a:lnTo>
                    <a:pt x="3523106" y="210550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1148" y="2571101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5" h="1748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744306"/>
                  </a:lnTo>
                  <a:lnTo>
                    <a:pt x="4279" y="1748472"/>
                  </a:lnTo>
                  <a:lnTo>
                    <a:pt x="124587" y="1748472"/>
                  </a:lnTo>
                  <a:lnTo>
                    <a:pt x="128879" y="1744306"/>
                  </a:lnTo>
                  <a:lnTo>
                    <a:pt x="128879" y="1739074"/>
                  </a:lnTo>
                  <a:lnTo>
                    <a:pt x="128866" y="172954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46241" y="2657024"/>
            <a:ext cx="642620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30" b="1">
                <a:solidFill>
                  <a:srgbClr val="232323"/>
                </a:solidFill>
                <a:latin typeface="Tahoma"/>
                <a:cs typeface="Tahoma"/>
              </a:rPr>
              <a:t>Users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6241" y="3156953"/>
            <a:ext cx="277304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Receive</a:t>
            </a:r>
            <a:r>
              <a:rPr dirty="0" sz="1400" spc="-7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personalized</a:t>
            </a:r>
            <a:r>
              <a:rPr dirty="0" sz="1400" spc="-6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646159"/>
                </a:solidFill>
                <a:latin typeface="Trebuchet MS"/>
                <a:cs typeface="Trebuchet MS"/>
              </a:rPr>
              <a:t>coaching</a:t>
            </a:r>
            <a:r>
              <a:rPr dirty="0" sz="1400" spc="-6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6241" y="3366503"/>
            <a:ext cx="91249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30">
                <a:solidFill>
                  <a:srgbClr val="646159"/>
                </a:solidFill>
                <a:latin typeface="Trebuchet MS"/>
                <a:cs typeface="Trebuchet MS"/>
              </a:rPr>
              <a:t>motivation.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37985" y="2392642"/>
            <a:ext cx="3656965" cy="2105660"/>
            <a:chOff x="5137985" y="2392642"/>
            <a:chExt cx="3656965" cy="2105660"/>
          </a:xfrm>
        </p:grpSpPr>
        <p:sp>
          <p:nvSpPr>
            <p:cNvPr id="13" name="object 13"/>
            <p:cNvSpPr/>
            <p:nvPr/>
          </p:nvSpPr>
          <p:spPr>
            <a:xfrm>
              <a:off x="5147510" y="2402167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10">
                  <a:moveTo>
                    <a:pt x="3513581" y="2086451"/>
                  </a:moveTo>
                  <a:lnTo>
                    <a:pt x="124015" y="2086451"/>
                  </a:lnTo>
                  <a:lnTo>
                    <a:pt x="75746" y="2076752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2"/>
                  </a:lnTo>
                  <a:lnTo>
                    <a:pt x="3513581" y="2086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137985" y="2392642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60">
                  <a:moveTo>
                    <a:pt x="133536" y="2105501"/>
                  </a:moveTo>
                  <a:lnTo>
                    <a:pt x="133363" y="2105501"/>
                  </a:lnTo>
                  <a:lnTo>
                    <a:pt x="91342" y="2098721"/>
                  </a:lnTo>
                  <a:lnTo>
                    <a:pt x="54685" y="2079839"/>
                  </a:lnTo>
                  <a:lnTo>
                    <a:pt x="25774" y="2051041"/>
                  </a:lnTo>
                  <a:lnTo>
                    <a:pt x="6810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0" y="90988"/>
                  </a:lnTo>
                  <a:lnTo>
                    <a:pt x="25774" y="54459"/>
                  </a:lnTo>
                  <a:lnTo>
                    <a:pt x="54685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7" y="0"/>
                  </a:lnTo>
                  <a:lnTo>
                    <a:pt x="3523107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3"/>
                  </a:lnTo>
                  <a:lnTo>
                    <a:pt x="52578" y="2053054"/>
                  </a:lnTo>
                  <a:lnTo>
                    <a:pt x="88969" y="2077490"/>
                  </a:lnTo>
                  <a:lnTo>
                    <a:pt x="133540" y="2086451"/>
                  </a:lnTo>
                  <a:lnTo>
                    <a:pt x="3589125" y="2086451"/>
                  </a:lnTo>
                  <a:lnTo>
                    <a:pt x="3570633" y="2095976"/>
                  </a:lnTo>
                  <a:lnTo>
                    <a:pt x="133540" y="2095976"/>
                  </a:lnTo>
                  <a:lnTo>
                    <a:pt x="133536" y="2105501"/>
                  </a:lnTo>
                  <a:close/>
                </a:path>
                <a:path w="3656965" h="2105660">
                  <a:moveTo>
                    <a:pt x="3589125" y="2086451"/>
                  </a:moveTo>
                  <a:lnTo>
                    <a:pt x="3523107" y="2086451"/>
                  </a:lnTo>
                  <a:lnTo>
                    <a:pt x="3567677" y="2077490"/>
                  </a:lnTo>
                  <a:lnTo>
                    <a:pt x="3604069" y="2053054"/>
                  </a:lnTo>
                  <a:lnTo>
                    <a:pt x="3628602" y="2016813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7" y="28010"/>
                  </a:lnTo>
                  <a:lnTo>
                    <a:pt x="3523107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7" y="9525"/>
                  </a:lnTo>
                  <a:lnTo>
                    <a:pt x="3523107" y="0"/>
                  </a:lnTo>
                  <a:lnTo>
                    <a:pt x="3565304" y="6779"/>
                  </a:lnTo>
                  <a:lnTo>
                    <a:pt x="3601961" y="25661"/>
                  </a:lnTo>
                  <a:lnTo>
                    <a:pt x="3630872" y="54459"/>
                  </a:lnTo>
                  <a:lnTo>
                    <a:pt x="3649835" y="90988"/>
                  </a:lnTo>
                  <a:lnTo>
                    <a:pt x="3656646" y="133064"/>
                  </a:lnTo>
                  <a:lnTo>
                    <a:pt x="3656646" y="1972436"/>
                  </a:lnTo>
                  <a:lnTo>
                    <a:pt x="3649835" y="2014512"/>
                  </a:lnTo>
                  <a:lnTo>
                    <a:pt x="3630872" y="2051041"/>
                  </a:lnTo>
                  <a:lnTo>
                    <a:pt x="3601961" y="2079839"/>
                  </a:lnTo>
                  <a:lnTo>
                    <a:pt x="3589125" y="2086451"/>
                  </a:lnTo>
                  <a:close/>
                </a:path>
                <a:path w="3656965" h="2105660">
                  <a:moveTo>
                    <a:pt x="3523107" y="2105501"/>
                  </a:moveTo>
                  <a:lnTo>
                    <a:pt x="133540" y="2105501"/>
                  </a:lnTo>
                  <a:lnTo>
                    <a:pt x="133540" y="2095976"/>
                  </a:lnTo>
                  <a:lnTo>
                    <a:pt x="3523107" y="2095976"/>
                  </a:lnTo>
                  <a:lnTo>
                    <a:pt x="3523107" y="2105501"/>
                  </a:lnTo>
                  <a:close/>
                </a:path>
                <a:path w="3656965" h="2105660">
                  <a:moveTo>
                    <a:pt x="3523107" y="2105501"/>
                  </a:moveTo>
                  <a:lnTo>
                    <a:pt x="3523107" y="2095976"/>
                  </a:lnTo>
                  <a:lnTo>
                    <a:pt x="3570633" y="2095976"/>
                  </a:lnTo>
                  <a:lnTo>
                    <a:pt x="3565304" y="2098721"/>
                  </a:lnTo>
                  <a:lnTo>
                    <a:pt x="3523107" y="210550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16423" y="2571101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4" h="1748789">
                  <a:moveTo>
                    <a:pt x="128892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744306"/>
                  </a:lnTo>
                  <a:lnTo>
                    <a:pt x="4292" y="1748472"/>
                  </a:lnTo>
                  <a:lnTo>
                    <a:pt x="124587" y="1748472"/>
                  </a:lnTo>
                  <a:lnTo>
                    <a:pt x="128892" y="1744306"/>
                  </a:lnTo>
                  <a:lnTo>
                    <a:pt x="128892" y="1739074"/>
                  </a:lnTo>
                  <a:lnTo>
                    <a:pt x="128879" y="1729549"/>
                  </a:lnTo>
                  <a:lnTo>
                    <a:pt x="128892" y="19050"/>
                  </a:lnTo>
                  <a:lnTo>
                    <a:pt x="128879" y="9525"/>
                  </a:lnTo>
                  <a:lnTo>
                    <a:pt x="128892" y="4279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601525" y="2657024"/>
            <a:ext cx="1532890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90" b="1">
                <a:solidFill>
                  <a:srgbClr val="232323"/>
                </a:solidFill>
                <a:latin typeface="Tahoma"/>
                <a:cs typeface="Tahoma"/>
              </a:rPr>
              <a:t>Project</a:t>
            </a:r>
            <a:r>
              <a:rPr dirty="0" sz="1800" spc="-10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80" b="1">
                <a:solidFill>
                  <a:srgbClr val="232323"/>
                </a:solidFill>
                <a:latin typeface="Tahoma"/>
                <a:cs typeface="Tahoma"/>
              </a:rPr>
              <a:t>Owner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01525" y="3156953"/>
            <a:ext cx="254190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Benefits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646159"/>
                </a:solidFill>
                <a:latin typeface="Trebuchet MS"/>
                <a:cs typeface="Trebuchet MS"/>
              </a:rPr>
              <a:t>from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646159"/>
                </a:solidFill>
                <a:latin typeface="Trebuchet MS"/>
                <a:cs typeface="Trebuchet MS"/>
              </a:rPr>
              <a:t>growth,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646159"/>
                </a:solidFill>
                <a:latin typeface="Trebuchet MS"/>
                <a:cs typeface="Trebuchet MS"/>
              </a:rPr>
              <a:t>profit,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01525" y="3366503"/>
            <a:ext cx="960119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recognition.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393269" y="2392642"/>
            <a:ext cx="3656965" cy="2105660"/>
            <a:chOff x="9393269" y="2392642"/>
            <a:chExt cx="3656965" cy="2105660"/>
          </a:xfrm>
        </p:grpSpPr>
        <p:sp>
          <p:nvSpPr>
            <p:cNvPr id="20" name="object 20"/>
            <p:cNvSpPr/>
            <p:nvPr/>
          </p:nvSpPr>
          <p:spPr>
            <a:xfrm>
              <a:off x="9402794" y="2402167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10">
                  <a:moveTo>
                    <a:pt x="3513581" y="2086451"/>
                  </a:moveTo>
                  <a:lnTo>
                    <a:pt x="124015" y="2086451"/>
                  </a:lnTo>
                  <a:lnTo>
                    <a:pt x="75746" y="2076752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2"/>
                  </a:lnTo>
                  <a:lnTo>
                    <a:pt x="3513581" y="2086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393269" y="2392642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60">
                  <a:moveTo>
                    <a:pt x="133536" y="2105501"/>
                  </a:moveTo>
                  <a:lnTo>
                    <a:pt x="133363" y="2105501"/>
                  </a:lnTo>
                  <a:lnTo>
                    <a:pt x="91342" y="2098721"/>
                  </a:lnTo>
                  <a:lnTo>
                    <a:pt x="54686" y="2079839"/>
                  </a:lnTo>
                  <a:lnTo>
                    <a:pt x="25774" y="2051041"/>
                  </a:lnTo>
                  <a:lnTo>
                    <a:pt x="6811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1" y="90988"/>
                  </a:lnTo>
                  <a:lnTo>
                    <a:pt x="25774" y="54459"/>
                  </a:lnTo>
                  <a:lnTo>
                    <a:pt x="54686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7" y="0"/>
                  </a:lnTo>
                  <a:lnTo>
                    <a:pt x="3523107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3"/>
                  </a:lnTo>
                  <a:lnTo>
                    <a:pt x="52578" y="2053054"/>
                  </a:lnTo>
                  <a:lnTo>
                    <a:pt x="88969" y="2077490"/>
                  </a:lnTo>
                  <a:lnTo>
                    <a:pt x="133540" y="2086451"/>
                  </a:lnTo>
                  <a:lnTo>
                    <a:pt x="3589126" y="2086451"/>
                  </a:lnTo>
                  <a:lnTo>
                    <a:pt x="3570634" y="2095976"/>
                  </a:lnTo>
                  <a:lnTo>
                    <a:pt x="133540" y="2095976"/>
                  </a:lnTo>
                  <a:lnTo>
                    <a:pt x="133536" y="2105501"/>
                  </a:lnTo>
                  <a:close/>
                </a:path>
                <a:path w="3656965" h="2105660">
                  <a:moveTo>
                    <a:pt x="3589126" y="2086451"/>
                  </a:moveTo>
                  <a:lnTo>
                    <a:pt x="3523107" y="2086451"/>
                  </a:lnTo>
                  <a:lnTo>
                    <a:pt x="3567678" y="2077490"/>
                  </a:lnTo>
                  <a:lnTo>
                    <a:pt x="3604069" y="2053054"/>
                  </a:lnTo>
                  <a:lnTo>
                    <a:pt x="3628602" y="2016813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8" y="28010"/>
                  </a:lnTo>
                  <a:lnTo>
                    <a:pt x="3523107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7" y="9525"/>
                  </a:lnTo>
                  <a:lnTo>
                    <a:pt x="3523107" y="0"/>
                  </a:lnTo>
                  <a:lnTo>
                    <a:pt x="3565305" y="6779"/>
                  </a:lnTo>
                  <a:lnTo>
                    <a:pt x="3601961" y="25661"/>
                  </a:lnTo>
                  <a:lnTo>
                    <a:pt x="3630873" y="54459"/>
                  </a:lnTo>
                  <a:lnTo>
                    <a:pt x="3649836" y="90988"/>
                  </a:lnTo>
                  <a:lnTo>
                    <a:pt x="3656647" y="133064"/>
                  </a:lnTo>
                  <a:lnTo>
                    <a:pt x="3656647" y="1972436"/>
                  </a:lnTo>
                  <a:lnTo>
                    <a:pt x="3649836" y="2014512"/>
                  </a:lnTo>
                  <a:lnTo>
                    <a:pt x="3630873" y="2051041"/>
                  </a:lnTo>
                  <a:lnTo>
                    <a:pt x="3601961" y="2079839"/>
                  </a:lnTo>
                  <a:lnTo>
                    <a:pt x="3589126" y="2086451"/>
                  </a:lnTo>
                  <a:close/>
                </a:path>
                <a:path w="3656965" h="2105660">
                  <a:moveTo>
                    <a:pt x="3523107" y="2105501"/>
                  </a:moveTo>
                  <a:lnTo>
                    <a:pt x="133540" y="2105501"/>
                  </a:lnTo>
                  <a:lnTo>
                    <a:pt x="133540" y="2095976"/>
                  </a:lnTo>
                  <a:lnTo>
                    <a:pt x="3523107" y="2095976"/>
                  </a:lnTo>
                  <a:lnTo>
                    <a:pt x="3523107" y="2105501"/>
                  </a:lnTo>
                  <a:close/>
                </a:path>
                <a:path w="3656965" h="2105660">
                  <a:moveTo>
                    <a:pt x="3523107" y="2105501"/>
                  </a:moveTo>
                  <a:lnTo>
                    <a:pt x="3523107" y="2095976"/>
                  </a:lnTo>
                  <a:lnTo>
                    <a:pt x="3570634" y="2095976"/>
                  </a:lnTo>
                  <a:lnTo>
                    <a:pt x="3565305" y="2098721"/>
                  </a:lnTo>
                  <a:lnTo>
                    <a:pt x="3523107" y="210550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571711" y="2571101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4" h="1748789">
                  <a:moveTo>
                    <a:pt x="128879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744306"/>
                  </a:lnTo>
                  <a:lnTo>
                    <a:pt x="4292" y="1748472"/>
                  </a:lnTo>
                  <a:lnTo>
                    <a:pt x="124587" y="1748472"/>
                  </a:lnTo>
                  <a:lnTo>
                    <a:pt x="128879" y="1744306"/>
                  </a:lnTo>
                  <a:lnTo>
                    <a:pt x="128879" y="1739074"/>
                  </a:lnTo>
                  <a:lnTo>
                    <a:pt x="128879" y="1729549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856819" y="2657024"/>
            <a:ext cx="2613660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75" b="1">
                <a:solidFill>
                  <a:srgbClr val="232323"/>
                </a:solidFill>
                <a:latin typeface="Tahoma"/>
                <a:cs typeface="Tahoma"/>
              </a:rPr>
              <a:t>Health</a:t>
            </a:r>
            <a:r>
              <a:rPr dirty="0" sz="1800" spc="-13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232323"/>
                </a:solidFill>
                <a:latin typeface="Tahoma"/>
                <a:cs typeface="Tahoma"/>
              </a:rPr>
              <a:t>G</a:t>
            </a:r>
            <a:r>
              <a:rPr dirty="0" sz="1800" spc="-12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60" b="1">
                <a:solidFill>
                  <a:srgbClr val="232323"/>
                </a:solidFill>
                <a:latin typeface="Tahoma"/>
                <a:cs typeface="Tahoma"/>
              </a:rPr>
              <a:t>Fitness</a:t>
            </a:r>
            <a:r>
              <a:rPr dirty="0" sz="1800" spc="-13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60" b="1">
                <a:solidFill>
                  <a:srgbClr val="232323"/>
                </a:solidFill>
                <a:latin typeface="Tahoma"/>
                <a:cs typeface="Tahoma"/>
              </a:rPr>
              <a:t>Experts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56819" y="3156953"/>
            <a:ext cx="231521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646159"/>
                </a:solidFill>
                <a:latin typeface="Trebuchet MS"/>
                <a:cs typeface="Trebuchet MS"/>
              </a:rPr>
              <a:t>Support</a:t>
            </a:r>
            <a:r>
              <a:rPr dirty="0" sz="14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646159"/>
                </a:solidFill>
                <a:latin typeface="Trebuchet MS"/>
                <a:cs typeface="Trebuchet MS"/>
              </a:rPr>
              <a:t>safer,</a:t>
            </a:r>
            <a:r>
              <a:rPr dirty="0" sz="14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more</a:t>
            </a:r>
            <a:r>
              <a:rPr dirty="0" sz="14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accurate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56819" y="3366503"/>
            <a:ext cx="79692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guidance.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648551" y="2392642"/>
            <a:ext cx="3656965" cy="2105660"/>
            <a:chOff x="13648551" y="2392642"/>
            <a:chExt cx="3656965" cy="2105660"/>
          </a:xfrm>
        </p:grpSpPr>
        <p:sp>
          <p:nvSpPr>
            <p:cNvPr id="27" name="object 27"/>
            <p:cNvSpPr/>
            <p:nvPr/>
          </p:nvSpPr>
          <p:spPr>
            <a:xfrm>
              <a:off x="13658076" y="2402167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10">
                  <a:moveTo>
                    <a:pt x="3513581" y="2086451"/>
                  </a:moveTo>
                  <a:lnTo>
                    <a:pt x="124015" y="2086451"/>
                  </a:lnTo>
                  <a:lnTo>
                    <a:pt x="75746" y="2076752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2"/>
                  </a:lnTo>
                  <a:lnTo>
                    <a:pt x="3513581" y="20864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648551" y="2392642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60">
                  <a:moveTo>
                    <a:pt x="133536" y="2105501"/>
                  </a:moveTo>
                  <a:lnTo>
                    <a:pt x="133363" y="2105501"/>
                  </a:lnTo>
                  <a:lnTo>
                    <a:pt x="91342" y="2098721"/>
                  </a:lnTo>
                  <a:lnTo>
                    <a:pt x="54686" y="2079839"/>
                  </a:lnTo>
                  <a:lnTo>
                    <a:pt x="25774" y="2051041"/>
                  </a:lnTo>
                  <a:lnTo>
                    <a:pt x="6811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1" y="90988"/>
                  </a:lnTo>
                  <a:lnTo>
                    <a:pt x="25774" y="54459"/>
                  </a:lnTo>
                  <a:lnTo>
                    <a:pt x="54686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7" y="0"/>
                  </a:lnTo>
                  <a:lnTo>
                    <a:pt x="3523107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3"/>
                  </a:lnTo>
                  <a:lnTo>
                    <a:pt x="52578" y="2053054"/>
                  </a:lnTo>
                  <a:lnTo>
                    <a:pt x="88969" y="2077490"/>
                  </a:lnTo>
                  <a:lnTo>
                    <a:pt x="133540" y="2086451"/>
                  </a:lnTo>
                  <a:lnTo>
                    <a:pt x="3589126" y="2086451"/>
                  </a:lnTo>
                  <a:lnTo>
                    <a:pt x="3570634" y="2095976"/>
                  </a:lnTo>
                  <a:lnTo>
                    <a:pt x="133540" y="2095976"/>
                  </a:lnTo>
                  <a:lnTo>
                    <a:pt x="133536" y="2105501"/>
                  </a:lnTo>
                  <a:close/>
                </a:path>
                <a:path w="3656965" h="2105660">
                  <a:moveTo>
                    <a:pt x="3589126" y="2086451"/>
                  </a:moveTo>
                  <a:lnTo>
                    <a:pt x="3523107" y="2086451"/>
                  </a:lnTo>
                  <a:lnTo>
                    <a:pt x="3567678" y="2077490"/>
                  </a:lnTo>
                  <a:lnTo>
                    <a:pt x="3604069" y="2053054"/>
                  </a:lnTo>
                  <a:lnTo>
                    <a:pt x="3628602" y="2016813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8" y="28010"/>
                  </a:lnTo>
                  <a:lnTo>
                    <a:pt x="3523107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7" y="9525"/>
                  </a:lnTo>
                  <a:lnTo>
                    <a:pt x="3523107" y="0"/>
                  </a:lnTo>
                  <a:lnTo>
                    <a:pt x="3565305" y="6779"/>
                  </a:lnTo>
                  <a:lnTo>
                    <a:pt x="3601961" y="25661"/>
                  </a:lnTo>
                  <a:lnTo>
                    <a:pt x="3630873" y="54459"/>
                  </a:lnTo>
                  <a:lnTo>
                    <a:pt x="3649836" y="90988"/>
                  </a:lnTo>
                  <a:lnTo>
                    <a:pt x="3656647" y="133064"/>
                  </a:lnTo>
                  <a:lnTo>
                    <a:pt x="3656647" y="1972436"/>
                  </a:lnTo>
                  <a:lnTo>
                    <a:pt x="3649836" y="2014512"/>
                  </a:lnTo>
                  <a:lnTo>
                    <a:pt x="3630873" y="2051041"/>
                  </a:lnTo>
                  <a:lnTo>
                    <a:pt x="3601961" y="2079839"/>
                  </a:lnTo>
                  <a:lnTo>
                    <a:pt x="3589126" y="2086451"/>
                  </a:lnTo>
                  <a:close/>
                </a:path>
                <a:path w="3656965" h="2105660">
                  <a:moveTo>
                    <a:pt x="3523107" y="2105501"/>
                  </a:moveTo>
                  <a:lnTo>
                    <a:pt x="133540" y="2105501"/>
                  </a:lnTo>
                  <a:lnTo>
                    <a:pt x="133540" y="2095976"/>
                  </a:lnTo>
                  <a:lnTo>
                    <a:pt x="3523107" y="2095976"/>
                  </a:lnTo>
                  <a:lnTo>
                    <a:pt x="3523107" y="2105501"/>
                  </a:lnTo>
                  <a:close/>
                </a:path>
                <a:path w="3656965" h="2105660">
                  <a:moveTo>
                    <a:pt x="3523107" y="2105501"/>
                  </a:moveTo>
                  <a:lnTo>
                    <a:pt x="3523107" y="2095976"/>
                  </a:lnTo>
                  <a:lnTo>
                    <a:pt x="3570634" y="2095976"/>
                  </a:lnTo>
                  <a:lnTo>
                    <a:pt x="3565305" y="2098721"/>
                  </a:lnTo>
                  <a:lnTo>
                    <a:pt x="3523107" y="2105501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826998" y="2571101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5" h="1748789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744306"/>
                  </a:lnTo>
                  <a:lnTo>
                    <a:pt x="4279" y="1748472"/>
                  </a:lnTo>
                  <a:lnTo>
                    <a:pt x="124587" y="1748472"/>
                  </a:lnTo>
                  <a:lnTo>
                    <a:pt x="128879" y="1744306"/>
                  </a:lnTo>
                  <a:lnTo>
                    <a:pt x="128879" y="1739074"/>
                  </a:lnTo>
                  <a:lnTo>
                    <a:pt x="128866" y="172954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4112101" y="2657024"/>
            <a:ext cx="1869439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70" b="1">
                <a:solidFill>
                  <a:srgbClr val="232323"/>
                </a:solidFill>
                <a:latin typeface="Tahoma"/>
                <a:cs typeface="Tahoma"/>
              </a:rPr>
              <a:t>Service</a:t>
            </a:r>
            <a:r>
              <a:rPr dirty="0" sz="1800" spc="-114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65" b="1">
                <a:solidFill>
                  <a:srgbClr val="232323"/>
                </a:solidFill>
                <a:latin typeface="Tahoma"/>
                <a:cs typeface="Tahoma"/>
              </a:rPr>
              <a:t>Providers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112101" y="3156953"/>
            <a:ext cx="223710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Provide</a:t>
            </a:r>
            <a:r>
              <a:rPr dirty="0" sz="14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4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646159"/>
                </a:solidFill>
                <a:latin typeface="Trebuchet MS"/>
                <a:cs typeface="Trebuchet MS"/>
              </a:rPr>
              <a:t>APIs,</a:t>
            </a:r>
            <a:r>
              <a:rPr dirty="0" sz="14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hosting,</a:t>
            </a:r>
            <a:r>
              <a:rPr dirty="0" sz="14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12101" y="3366503"/>
            <a:ext cx="114998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30">
                <a:solidFill>
                  <a:srgbClr val="646159"/>
                </a:solidFill>
                <a:latin typeface="Trebuchet MS"/>
                <a:cs typeface="Trebuchet MS"/>
              </a:rPr>
              <a:t>infrastructure.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82700" y="5439974"/>
            <a:ext cx="3656965" cy="2105660"/>
            <a:chOff x="882700" y="5439974"/>
            <a:chExt cx="3656965" cy="2105660"/>
          </a:xfrm>
        </p:grpSpPr>
        <p:sp>
          <p:nvSpPr>
            <p:cNvPr id="34" name="object 34"/>
            <p:cNvSpPr/>
            <p:nvPr/>
          </p:nvSpPr>
          <p:spPr>
            <a:xfrm>
              <a:off x="892225" y="5449499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09">
                  <a:moveTo>
                    <a:pt x="3513581" y="2086450"/>
                  </a:moveTo>
                  <a:lnTo>
                    <a:pt x="124015" y="2086450"/>
                  </a:lnTo>
                  <a:lnTo>
                    <a:pt x="75746" y="2076751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1"/>
                  </a:lnTo>
                  <a:lnTo>
                    <a:pt x="3513581" y="208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82700" y="5439974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59">
                  <a:moveTo>
                    <a:pt x="133536" y="2105500"/>
                  </a:moveTo>
                  <a:lnTo>
                    <a:pt x="133362" y="2105500"/>
                  </a:lnTo>
                  <a:lnTo>
                    <a:pt x="91342" y="2098721"/>
                  </a:lnTo>
                  <a:lnTo>
                    <a:pt x="54685" y="2079839"/>
                  </a:lnTo>
                  <a:lnTo>
                    <a:pt x="25773" y="2051041"/>
                  </a:lnTo>
                  <a:lnTo>
                    <a:pt x="6810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0" y="90988"/>
                  </a:lnTo>
                  <a:lnTo>
                    <a:pt x="25773" y="54459"/>
                  </a:lnTo>
                  <a:lnTo>
                    <a:pt x="54685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6" y="0"/>
                  </a:lnTo>
                  <a:lnTo>
                    <a:pt x="3523106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1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2"/>
                  </a:lnTo>
                  <a:lnTo>
                    <a:pt x="52578" y="2053053"/>
                  </a:lnTo>
                  <a:lnTo>
                    <a:pt x="88969" y="2077489"/>
                  </a:lnTo>
                  <a:lnTo>
                    <a:pt x="133540" y="2086450"/>
                  </a:lnTo>
                  <a:lnTo>
                    <a:pt x="3589126" y="2086450"/>
                  </a:lnTo>
                  <a:lnTo>
                    <a:pt x="3570634" y="2095975"/>
                  </a:lnTo>
                  <a:lnTo>
                    <a:pt x="133540" y="2095975"/>
                  </a:lnTo>
                  <a:lnTo>
                    <a:pt x="133536" y="2105500"/>
                  </a:lnTo>
                  <a:close/>
                </a:path>
                <a:path w="3656965" h="2105659">
                  <a:moveTo>
                    <a:pt x="3589126" y="2086450"/>
                  </a:moveTo>
                  <a:lnTo>
                    <a:pt x="3523106" y="2086450"/>
                  </a:lnTo>
                  <a:lnTo>
                    <a:pt x="3567677" y="2077489"/>
                  </a:lnTo>
                  <a:lnTo>
                    <a:pt x="3604069" y="2053053"/>
                  </a:lnTo>
                  <a:lnTo>
                    <a:pt x="3628602" y="2016812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7" y="28011"/>
                  </a:lnTo>
                  <a:lnTo>
                    <a:pt x="3523106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6" y="9525"/>
                  </a:lnTo>
                  <a:lnTo>
                    <a:pt x="3523106" y="0"/>
                  </a:lnTo>
                  <a:lnTo>
                    <a:pt x="3565304" y="6779"/>
                  </a:lnTo>
                  <a:lnTo>
                    <a:pt x="3601961" y="25661"/>
                  </a:lnTo>
                  <a:lnTo>
                    <a:pt x="3630873" y="54459"/>
                  </a:lnTo>
                  <a:lnTo>
                    <a:pt x="3649836" y="90988"/>
                  </a:lnTo>
                  <a:lnTo>
                    <a:pt x="3656646" y="133064"/>
                  </a:lnTo>
                  <a:lnTo>
                    <a:pt x="3656646" y="1972436"/>
                  </a:lnTo>
                  <a:lnTo>
                    <a:pt x="3649836" y="2014512"/>
                  </a:lnTo>
                  <a:lnTo>
                    <a:pt x="3630873" y="2051041"/>
                  </a:lnTo>
                  <a:lnTo>
                    <a:pt x="3601961" y="2079839"/>
                  </a:lnTo>
                  <a:lnTo>
                    <a:pt x="3589126" y="2086450"/>
                  </a:lnTo>
                  <a:close/>
                </a:path>
                <a:path w="3656965" h="2105659">
                  <a:moveTo>
                    <a:pt x="3523106" y="2105500"/>
                  </a:moveTo>
                  <a:lnTo>
                    <a:pt x="133540" y="2105500"/>
                  </a:lnTo>
                  <a:lnTo>
                    <a:pt x="133540" y="2095975"/>
                  </a:lnTo>
                  <a:lnTo>
                    <a:pt x="3523106" y="2095975"/>
                  </a:lnTo>
                  <a:lnTo>
                    <a:pt x="3523106" y="2105500"/>
                  </a:lnTo>
                  <a:close/>
                </a:path>
                <a:path w="3656965" h="2105659">
                  <a:moveTo>
                    <a:pt x="3523106" y="2105500"/>
                  </a:moveTo>
                  <a:lnTo>
                    <a:pt x="3523106" y="2095975"/>
                  </a:lnTo>
                  <a:lnTo>
                    <a:pt x="3570634" y="2095975"/>
                  </a:lnTo>
                  <a:lnTo>
                    <a:pt x="3565304" y="2098721"/>
                  </a:lnTo>
                  <a:lnTo>
                    <a:pt x="3523106" y="2105500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061148" y="5618428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5" h="1748790">
                  <a:moveTo>
                    <a:pt x="128879" y="4292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92"/>
                  </a:lnTo>
                  <a:lnTo>
                    <a:pt x="0" y="1744319"/>
                  </a:lnTo>
                  <a:lnTo>
                    <a:pt x="4279" y="1748485"/>
                  </a:lnTo>
                  <a:lnTo>
                    <a:pt x="124587" y="1748485"/>
                  </a:lnTo>
                  <a:lnTo>
                    <a:pt x="128879" y="1744319"/>
                  </a:lnTo>
                  <a:lnTo>
                    <a:pt x="128879" y="1739074"/>
                  </a:lnTo>
                  <a:lnTo>
                    <a:pt x="128866" y="172954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180499" y="5704357"/>
            <a:ext cx="4145915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30"/>
              </a:spcBef>
            </a:pPr>
            <a:r>
              <a:rPr dirty="0" sz="1800" spc="-85" b="1">
                <a:solidFill>
                  <a:srgbClr val="232323"/>
                </a:solidFill>
                <a:latin typeface="Tahoma"/>
                <a:cs typeface="Tahoma"/>
              </a:rPr>
              <a:t>Wearable</a:t>
            </a:r>
            <a:r>
              <a:rPr dirty="0" sz="1800" spc="-9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32323"/>
                </a:solidFill>
                <a:latin typeface="Tahoma"/>
                <a:cs typeface="Tahoma"/>
              </a:rPr>
              <a:t>Companies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80499" y="6204286"/>
            <a:ext cx="414591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646159"/>
                </a:solidFill>
                <a:latin typeface="Trebuchet MS"/>
                <a:cs typeface="Trebuchet MS"/>
              </a:rPr>
              <a:t>Connect</a:t>
            </a:r>
            <a:r>
              <a:rPr dirty="0" sz="14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health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data</a:t>
            </a:r>
            <a:r>
              <a:rPr dirty="0" sz="14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646159"/>
                </a:solidFill>
                <a:latin typeface="Trebuchet MS"/>
                <a:cs typeface="Trebuchet MS"/>
              </a:rPr>
              <a:t>with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40">
                <a:solidFill>
                  <a:srgbClr val="646159"/>
                </a:solidFill>
                <a:latin typeface="Trebuchet MS"/>
                <a:cs typeface="Trebuchet MS"/>
              </a:rPr>
              <a:t>the</a:t>
            </a:r>
            <a:r>
              <a:rPr dirty="0" sz="14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app.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137985" y="5439974"/>
            <a:ext cx="3656965" cy="2105660"/>
            <a:chOff x="5137985" y="5439974"/>
            <a:chExt cx="3656965" cy="2105660"/>
          </a:xfrm>
        </p:grpSpPr>
        <p:sp>
          <p:nvSpPr>
            <p:cNvPr id="40" name="object 40"/>
            <p:cNvSpPr/>
            <p:nvPr/>
          </p:nvSpPr>
          <p:spPr>
            <a:xfrm>
              <a:off x="5147510" y="5449499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09">
                  <a:moveTo>
                    <a:pt x="3513581" y="2086450"/>
                  </a:moveTo>
                  <a:lnTo>
                    <a:pt x="124015" y="2086450"/>
                  </a:lnTo>
                  <a:lnTo>
                    <a:pt x="75746" y="2076751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1"/>
                  </a:lnTo>
                  <a:lnTo>
                    <a:pt x="3513581" y="208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137985" y="5439974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59">
                  <a:moveTo>
                    <a:pt x="133536" y="2105500"/>
                  </a:moveTo>
                  <a:lnTo>
                    <a:pt x="133362" y="2105500"/>
                  </a:lnTo>
                  <a:lnTo>
                    <a:pt x="91342" y="2098721"/>
                  </a:lnTo>
                  <a:lnTo>
                    <a:pt x="54685" y="2079839"/>
                  </a:lnTo>
                  <a:lnTo>
                    <a:pt x="25774" y="2051041"/>
                  </a:lnTo>
                  <a:lnTo>
                    <a:pt x="6810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0" y="90988"/>
                  </a:lnTo>
                  <a:lnTo>
                    <a:pt x="25774" y="54459"/>
                  </a:lnTo>
                  <a:lnTo>
                    <a:pt x="54685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7" y="0"/>
                  </a:lnTo>
                  <a:lnTo>
                    <a:pt x="3523107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1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2"/>
                  </a:lnTo>
                  <a:lnTo>
                    <a:pt x="52578" y="2053053"/>
                  </a:lnTo>
                  <a:lnTo>
                    <a:pt x="88969" y="2077489"/>
                  </a:lnTo>
                  <a:lnTo>
                    <a:pt x="133540" y="2086450"/>
                  </a:lnTo>
                  <a:lnTo>
                    <a:pt x="3589126" y="2086450"/>
                  </a:lnTo>
                  <a:lnTo>
                    <a:pt x="3570634" y="2095975"/>
                  </a:lnTo>
                  <a:lnTo>
                    <a:pt x="133540" y="2095975"/>
                  </a:lnTo>
                  <a:lnTo>
                    <a:pt x="133536" y="2105500"/>
                  </a:lnTo>
                  <a:close/>
                </a:path>
                <a:path w="3656965" h="2105659">
                  <a:moveTo>
                    <a:pt x="3589126" y="2086450"/>
                  </a:moveTo>
                  <a:lnTo>
                    <a:pt x="3523107" y="2086450"/>
                  </a:lnTo>
                  <a:lnTo>
                    <a:pt x="3567677" y="2077489"/>
                  </a:lnTo>
                  <a:lnTo>
                    <a:pt x="3604069" y="2053053"/>
                  </a:lnTo>
                  <a:lnTo>
                    <a:pt x="3628602" y="2016812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7" y="28011"/>
                  </a:lnTo>
                  <a:lnTo>
                    <a:pt x="3523107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7" y="9525"/>
                  </a:lnTo>
                  <a:lnTo>
                    <a:pt x="3523107" y="0"/>
                  </a:lnTo>
                  <a:lnTo>
                    <a:pt x="3565304" y="6779"/>
                  </a:lnTo>
                  <a:lnTo>
                    <a:pt x="3601961" y="25661"/>
                  </a:lnTo>
                  <a:lnTo>
                    <a:pt x="3630872" y="54459"/>
                  </a:lnTo>
                  <a:lnTo>
                    <a:pt x="3649835" y="90988"/>
                  </a:lnTo>
                  <a:lnTo>
                    <a:pt x="3656646" y="133064"/>
                  </a:lnTo>
                  <a:lnTo>
                    <a:pt x="3656646" y="1972436"/>
                  </a:lnTo>
                  <a:lnTo>
                    <a:pt x="3649835" y="2014512"/>
                  </a:lnTo>
                  <a:lnTo>
                    <a:pt x="3630872" y="2051041"/>
                  </a:lnTo>
                  <a:lnTo>
                    <a:pt x="3601961" y="2079839"/>
                  </a:lnTo>
                  <a:lnTo>
                    <a:pt x="3589126" y="2086450"/>
                  </a:lnTo>
                  <a:close/>
                </a:path>
                <a:path w="3656965" h="2105659">
                  <a:moveTo>
                    <a:pt x="3523107" y="2105500"/>
                  </a:moveTo>
                  <a:lnTo>
                    <a:pt x="133540" y="2105500"/>
                  </a:lnTo>
                  <a:lnTo>
                    <a:pt x="133540" y="2095975"/>
                  </a:lnTo>
                  <a:lnTo>
                    <a:pt x="3523107" y="2095975"/>
                  </a:lnTo>
                  <a:lnTo>
                    <a:pt x="3523107" y="2105500"/>
                  </a:lnTo>
                  <a:close/>
                </a:path>
                <a:path w="3656965" h="2105659">
                  <a:moveTo>
                    <a:pt x="3523107" y="2105500"/>
                  </a:moveTo>
                  <a:lnTo>
                    <a:pt x="3523107" y="2095975"/>
                  </a:lnTo>
                  <a:lnTo>
                    <a:pt x="3570634" y="2095975"/>
                  </a:lnTo>
                  <a:lnTo>
                    <a:pt x="3565304" y="2098721"/>
                  </a:lnTo>
                  <a:lnTo>
                    <a:pt x="3523107" y="2105500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316423" y="5618428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4" h="1748790">
                  <a:moveTo>
                    <a:pt x="128892" y="4292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92"/>
                  </a:lnTo>
                  <a:lnTo>
                    <a:pt x="0" y="1744319"/>
                  </a:lnTo>
                  <a:lnTo>
                    <a:pt x="4292" y="1748485"/>
                  </a:lnTo>
                  <a:lnTo>
                    <a:pt x="124587" y="1748485"/>
                  </a:lnTo>
                  <a:lnTo>
                    <a:pt x="128892" y="1744319"/>
                  </a:lnTo>
                  <a:lnTo>
                    <a:pt x="128892" y="1739074"/>
                  </a:lnTo>
                  <a:lnTo>
                    <a:pt x="128879" y="1729549"/>
                  </a:lnTo>
                  <a:lnTo>
                    <a:pt x="128892" y="19050"/>
                  </a:lnTo>
                  <a:lnTo>
                    <a:pt x="128879" y="9525"/>
                  </a:lnTo>
                  <a:lnTo>
                    <a:pt x="128892" y="4292"/>
                  </a:lnTo>
                  <a:close/>
                </a:path>
              </a:pathLst>
            </a:custGeom>
            <a:solidFill>
              <a:srgbClr val="C762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5435783" y="5704357"/>
            <a:ext cx="4145915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30"/>
              </a:spcBef>
            </a:pPr>
            <a:r>
              <a:rPr dirty="0" sz="1800" spc="-75" b="1">
                <a:solidFill>
                  <a:srgbClr val="232323"/>
                </a:solidFill>
                <a:latin typeface="Tahoma"/>
                <a:cs typeface="Tahoma"/>
              </a:rPr>
              <a:t>Research</a:t>
            </a:r>
            <a:r>
              <a:rPr dirty="0" sz="1800" spc="-8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32323"/>
                </a:solidFill>
                <a:latin typeface="Tahoma"/>
                <a:cs typeface="Tahoma"/>
              </a:rPr>
              <a:t>Centers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35783" y="6204286"/>
            <a:ext cx="4145915" cy="4527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78435" marR="1703705">
              <a:lnSpc>
                <a:spcPts val="1650"/>
              </a:lnSpc>
              <a:spcBef>
                <a:spcPts val="204"/>
              </a:spcBef>
            </a:pP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Provide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scientific</a:t>
            </a:r>
            <a:r>
              <a:rPr dirty="0" sz="1400" spc="-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646159"/>
                </a:solidFill>
                <a:latin typeface="Trebuchet MS"/>
                <a:cs typeface="Trebuchet MS"/>
              </a:rPr>
              <a:t>sources</a:t>
            </a:r>
            <a:r>
              <a:rPr dirty="0" sz="1400" spc="-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for 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recommendations.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9393269" y="5439974"/>
            <a:ext cx="3656965" cy="2105660"/>
            <a:chOff x="9393269" y="5439974"/>
            <a:chExt cx="3656965" cy="2105660"/>
          </a:xfrm>
        </p:grpSpPr>
        <p:sp>
          <p:nvSpPr>
            <p:cNvPr id="46" name="object 46"/>
            <p:cNvSpPr/>
            <p:nvPr/>
          </p:nvSpPr>
          <p:spPr>
            <a:xfrm>
              <a:off x="9402794" y="5449499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09">
                  <a:moveTo>
                    <a:pt x="3513581" y="2086450"/>
                  </a:moveTo>
                  <a:lnTo>
                    <a:pt x="124015" y="2086450"/>
                  </a:lnTo>
                  <a:lnTo>
                    <a:pt x="75746" y="2076751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1"/>
                  </a:lnTo>
                  <a:lnTo>
                    <a:pt x="3513581" y="208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393269" y="5439974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59">
                  <a:moveTo>
                    <a:pt x="133536" y="2105500"/>
                  </a:moveTo>
                  <a:lnTo>
                    <a:pt x="133362" y="2105500"/>
                  </a:lnTo>
                  <a:lnTo>
                    <a:pt x="91342" y="2098721"/>
                  </a:lnTo>
                  <a:lnTo>
                    <a:pt x="54686" y="2079839"/>
                  </a:lnTo>
                  <a:lnTo>
                    <a:pt x="25774" y="2051041"/>
                  </a:lnTo>
                  <a:lnTo>
                    <a:pt x="6811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1" y="90988"/>
                  </a:lnTo>
                  <a:lnTo>
                    <a:pt x="25774" y="54459"/>
                  </a:lnTo>
                  <a:lnTo>
                    <a:pt x="54686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7" y="0"/>
                  </a:lnTo>
                  <a:lnTo>
                    <a:pt x="3523107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1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2"/>
                  </a:lnTo>
                  <a:lnTo>
                    <a:pt x="52578" y="2053053"/>
                  </a:lnTo>
                  <a:lnTo>
                    <a:pt x="88969" y="2077489"/>
                  </a:lnTo>
                  <a:lnTo>
                    <a:pt x="133540" y="2086450"/>
                  </a:lnTo>
                  <a:lnTo>
                    <a:pt x="3589127" y="2086450"/>
                  </a:lnTo>
                  <a:lnTo>
                    <a:pt x="3570635" y="2095975"/>
                  </a:lnTo>
                  <a:lnTo>
                    <a:pt x="133540" y="2095975"/>
                  </a:lnTo>
                  <a:lnTo>
                    <a:pt x="133536" y="2105500"/>
                  </a:lnTo>
                  <a:close/>
                </a:path>
                <a:path w="3656965" h="2105659">
                  <a:moveTo>
                    <a:pt x="3589127" y="2086450"/>
                  </a:moveTo>
                  <a:lnTo>
                    <a:pt x="3523107" y="2086450"/>
                  </a:lnTo>
                  <a:lnTo>
                    <a:pt x="3567678" y="2077489"/>
                  </a:lnTo>
                  <a:lnTo>
                    <a:pt x="3604069" y="2053053"/>
                  </a:lnTo>
                  <a:lnTo>
                    <a:pt x="3628602" y="2016812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8" y="28011"/>
                  </a:lnTo>
                  <a:lnTo>
                    <a:pt x="3523107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7" y="9525"/>
                  </a:lnTo>
                  <a:lnTo>
                    <a:pt x="3523107" y="0"/>
                  </a:lnTo>
                  <a:lnTo>
                    <a:pt x="3565305" y="6779"/>
                  </a:lnTo>
                  <a:lnTo>
                    <a:pt x="3601961" y="25661"/>
                  </a:lnTo>
                  <a:lnTo>
                    <a:pt x="3630873" y="54459"/>
                  </a:lnTo>
                  <a:lnTo>
                    <a:pt x="3649836" y="90988"/>
                  </a:lnTo>
                  <a:lnTo>
                    <a:pt x="3656647" y="133064"/>
                  </a:lnTo>
                  <a:lnTo>
                    <a:pt x="3656647" y="1972436"/>
                  </a:lnTo>
                  <a:lnTo>
                    <a:pt x="3649836" y="2014512"/>
                  </a:lnTo>
                  <a:lnTo>
                    <a:pt x="3630873" y="2051041"/>
                  </a:lnTo>
                  <a:lnTo>
                    <a:pt x="3601961" y="2079839"/>
                  </a:lnTo>
                  <a:lnTo>
                    <a:pt x="3589127" y="2086450"/>
                  </a:lnTo>
                  <a:close/>
                </a:path>
                <a:path w="3656965" h="2105659">
                  <a:moveTo>
                    <a:pt x="3523107" y="2105500"/>
                  </a:moveTo>
                  <a:lnTo>
                    <a:pt x="133540" y="2105500"/>
                  </a:lnTo>
                  <a:lnTo>
                    <a:pt x="133540" y="2095975"/>
                  </a:lnTo>
                  <a:lnTo>
                    <a:pt x="3523107" y="2095975"/>
                  </a:lnTo>
                  <a:lnTo>
                    <a:pt x="3523107" y="2105500"/>
                  </a:lnTo>
                  <a:close/>
                </a:path>
                <a:path w="3656965" h="2105659">
                  <a:moveTo>
                    <a:pt x="3523107" y="2105500"/>
                  </a:moveTo>
                  <a:lnTo>
                    <a:pt x="3523107" y="2095975"/>
                  </a:lnTo>
                  <a:lnTo>
                    <a:pt x="3570635" y="2095975"/>
                  </a:lnTo>
                  <a:lnTo>
                    <a:pt x="3565305" y="2098721"/>
                  </a:lnTo>
                  <a:lnTo>
                    <a:pt x="3523107" y="2105500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571711" y="5618428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4" h="1748790">
                  <a:moveTo>
                    <a:pt x="128879" y="4292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92"/>
                  </a:lnTo>
                  <a:lnTo>
                    <a:pt x="0" y="1744319"/>
                  </a:lnTo>
                  <a:lnTo>
                    <a:pt x="4292" y="1748485"/>
                  </a:lnTo>
                  <a:lnTo>
                    <a:pt x="124587" y="1748485"/>
                  </a:lnTo>
                  <a:lnTo>
                    <a:pt x="128879" y="1744319"/>
                  </a:lnTo>
                  <a:lnTo>
                    <a:pt x="128879" y="1739074"/>
                  </a:lnTo>
                  <a:lnTo>
                    <a:pt x="128879" y="1729549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F0D3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9691068" y="5723407"/>
            <a:ext cx="4145915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30"/>
              </a:spcBef>
            </a:pPr>
            <a:r>
              <a:rPr dirty="0" sz="1800" spc="-70" b="1">
                <a:solidFill>
                  <a:srgbClr val="232323"/>
                </a:solidFill>
                <a:latin typeface="Tahoma"/>
                <a:cs typeface="Tahoma"/>
              </a:rPr>
              <a:t>Gyms</a:t>
            </a:r>
            <a:r>
              <a:rPr dirty="0" sz="1800" spc="-12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232323"/>
                </a:solidFill>
                <a:latin typeface="Tahoma"/>
                <a:cs typeface="Tahoma"/>
              </a:rPr>
              <a:t>G </a:t>
            </a:r>
            <a:r>
              <a:rPr dirty="0" sz="1800" spc="-95" b="1">
                <a:solidFill>
                  <a:srgbClr val="232323"/>
                </a:solidFill>
                <a:latin typeface="Tahoma"/>
                <a:cs typeface="Tahoma"/>
              </a:rPr>
              <a:t>Nutrition</a:t>
            </a:r>
            <a:r>
              <a:rPr dirty="0" sz="1800" spc="-114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232323"/>
                </a:solidFill>
                <a:latin typeface="Tahoma"/>
                <a:cs typeface="Tahoma"/>
              </a:rPr>
              <a:t>Companies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691068" y="6204286"/>
            <a:ext cx="4145915" cy="4527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78435" marR="1483995">
              <a:lnSpc>
                <a:spcPts val="1650"/>
              </a:lnSpc>
              <a:spcBef>
                <a:spcPts val="204"/>
              </a:spcBef>
            </a:pPr>
            <a:r>
              <a:rPr dirty="0" sz="1400" spc="-35">
                <a:solidFill>
                  <a:srgbClr val="646159"/>
                </a:solidFill>
                <a:latin typeface="Trebuchet MS"/>
                <a:cs typeface="Trebuchet MS"/>
              </a:rPr>
              <a:t>Potential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partners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646159"/>
                </a:solidFill>
                <a:latin typeface="Trebuchet MS"/>
                <a:cs typeface="Trebuchet MS"/>
              </a:rPr>
              <a:t>for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646159"/>
                </a:solidFill>
                <a:latin typeface="Trebuchet MS"/>
                <a:cs typeface="Trebuchet MS"/>
              </a:rPr>
              <a:t>offers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and 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services.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3648551" y="5439974"/>
            <a:ext cx="3656965" cy="2105660"/>
            <a:chOff x="13648551" y="5439974"/>
            <a:chExt cx="3656965" cy="2105660"/>
          </a:xfrm>
        </p:grpSpPr>
        <p:sp>
          <p:nvSpPr>
            <p:cNvPr id="52" name="object 52"/>
            <p:cNvSpPr/>
            <p:nvPr/>
          </p:nvSpPr>
          <p:spPr>
            <a:xfrm>
              <a:off x="13658076" y="5449499"/>
              <a:ext cx="3637915" cy="2086610"/>
            </a:xfrm>
            <a:custGeom>
              <a:avLst/>
              <a:gdLst/>
              <a:ahLst/>
              <a:cxnLst/>
              <a:rect l="l" t="t" r="r" b="b"/>
              <a:pathLst>
                <a:path w="3637915" h="2086609">
                  <a:moveTo>
                    <a:pt x="3513581" y="2086450"/>
                  </a:moveTo>
                  <a:lnTo>
                    <a:pt x="124015" y="2086450"/>
                  </a:lnTo>
                  <a:lnTo>
                    <a:pt x="75746" y="2076751"/>
                  </a:lnTo>
                  <a:lnTo>
                    <a:pt x="36325" y="2050291"/>
                  </a:lnTo>
                  <a:lnTo>
                    <a:pt x="9746" y="2011026"/>
                  </a:lnTo>
                  <a:lnTo>
                    <a:pt x="0" y="1962911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513581" y="0"/>
                  </a:lnTo>
                  <a:lnTo>
                    <a:pt x="3561851" y="9712"/>
                  </a:lnTo>
                  <a:lnTo>
                    <a:pt x="3601271" y="36194"/>
                  </a:lnTo>
                  <a:lnTo>
                    <a:pt x="3627850" y="75464"/>
                  </a:lnTo>
                  <a:lnTo>
                    <a:pt x="3637597" y="123539"/>
                  </a:lnTo>
                  <a:lnTo>
                    <a:pt x="3637597" y="1962911"/>
                  </a:lnTo>
                  <a:lnTo>
                    <a:pt x="3627823" y="2011026"/>
                  </a:lnTo>
                  <a:lnTo>
                    <a:pt x="3601218" y="2050291"/>
                  </a:lnTo>
                  <a:lnTo>
                    <a:pt x="3561784" y="2076751"/>
                  </a:lnTo>
                  <a:lnTo>
                    <a:pt x="3513581" y="2086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3648551" y="5439974"/>
              <a:ext cx="3656965" cy="2105660"/>
            </a:xfrm>
            <a:custGeom>
              <a:avLst/>
              <a:gdLst/>
              <a:ahLst/>
              <a:cxnLst/>
              <a:rect l="l" t="t" r="r" b="b"/>
              <a:pathLst>
                <a:path w="3656965" h="2105659">
                  <a:moveTo>
                    <a:pt x="133536" y="2105500"/>
                  </a:moveTo>
                  <a:lnTo>
                    <a:pt x="133362" y="2105500"/>
                  </a:lnTo>
                  <a:lnTo>
                    <a:pt x="91342" y="2098721"/>
                  </a:lnTo>
                  <a:lnTo>
                    <a:pt x="54686" y="2079839"/>
                  </a:lnTo>
                  <a:lnTo>
                    <a:pt x="25774" y="2051041"/>
                  </a:lnTo>
                  <a:lnTo>
                    <a:pt x="6811" y="2014512"/>
                  </a:lnTo>
                  <a:lnTo>
                    <a:pt x="0" y="1972436"/>
                  </a:lnTo>
                  <a:lnTo>
                    <a:pt x="0" y="133064"/>
                  </a:lnTo>
                  <a:lnTo>
                    <a:pt x="6811" y="90988"/>
                  </a:lnTo>
                  <a:lnTo>
                    <a:pt x="25774" y="54459"/>
                  </a:lnTo>
                  <a:lnTo>
                    <a:pt x="54686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523107" y="0"/>
                  </a:lnTo>
                  <a:lnTo>
                    <a:pt x="3523107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1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1972436"/>
                  </a:lnTo>
                  <a:lnTo>
                    <a:pt x="28045" y="2016812"/>
                  </a:lnTo>
                  <a:lnTo>
                    <a:pt x="52578" y="2053053"/>
                  </a:lnTo>
                  <a:lnTo>
                    <a:pt x="88969" y="2077489"/>
                  </a:lnTo>
                  <a:lnTo>
                    <a:pt x="133540" y="2086450"/>
                  </a:lnTo>
                  <a:lnTo>
                    <a:pt x="3589127" y="2086450"/>
                  </a:lnTo>
                  <a:lnTo>
                    <a:pt x="3570635" y="2095975"/>
                  </a:lnTo>
                  <a:lnTo>
                    <a:pt x="133540" y="2095975"/>
                  </a:lnTo>
                  <a:lnTo>
                    <a:pt x="133536" y="2105500"/>
                  </a:lnTo>
                  <a:close/>
                </a:path>
                <a:path w="3656965" h="2105659">
                  <a:moveTo>
                    <a:pt x="3589127" y="2086450"/>
                  </a:moveTo>
                  <a:lnTo>
                    <a:pt x="3523107" y="2086450"/>
                  </a:lnTo>
                  <a:lnTo>
                    <a:pt x="3567678" y="2077489"/>
                  </a:lnTo>
                  <a:lnTo>
                    <a:pt x="3604069" y="2053053"/>
                  </a:lnTo>
                  <a:lnTo>
                    <a:pt x="3628602" y="2016812"/>
                  </a:lnTo>
                  <a:lnTo>
                    <a:pt x="3637597" y="1972436"/>
                  </a:lnTo>
                  <a:lnTo>
                    <a:pt x="3637597" y="133064"/>
                  </a:lnTo>
                  <a:lnTo>
                    <a:pt x="3628602" y="88688"/>
                  </a:lnTo>
                  <a:lnTo>
                    <a:pt x="3604069" y="52447"/>
                  </a:lnTo>
                  <a:lnTo>
                    <a:pt x="3567678" y="28011"/>
                  </a:lnTo>
                  <a:lnTo>
                    <a:pt x="3523107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523107" y="9525"/>
                  </a:lnTo>
                  <a:lnTo>
                    <a:pt x="3523107" y="0"/>
                  </a:lnTo>
                  <a:lnTo>
                    <a:pt x="3565305" y="6779"/>
                  </a:lnTo>
                  <a:lnTo>
                    <a:pt x="3601961" y="25661"/>
                  </a:lnTo>
                  <a:lnTo>
                    <a:pt x="3630873" y="54459"/>
                  </a:lnTo>
                  <a:lnTo>
                    <a:pt x="3649836" y="90988"/>
                  </a:lnTo>
                  <a:lnTo>
                    <a:pt x="3656647" y="133064"/>
                  </a:lnTo>
                  <a:lnTo>
                    <a:pt x="3656647" y="1972436"/>
                  </a:lnTo>
                  <a:lnTo>
                    <a:pt x="3649836" y="2014512"/>
                  </a:lnTo>
                  <a:lnTo>
                    <a:pt x="3630873" y="2051041"/>
                  </a:lnTo>
                  <a:lnTo>
                    <a:pt x="3601961" y="2079839"/>
                  </a:lnTo>
                  <a:lnTo>
                    <a:pt x="3589127" y="2086450"/>
                  </a:lnTo>
                  <a:close/>
                </a:path>
                <a:path w="3656965" h="2105659">
                  <a:moveTo>
                    <a:pt x="3523107" y="2105500"/>
                  </a:moveTo>
                  <a:lnTo>
                    <a:pt x="133540" y="2105500"/>
                  </a:lnTo>
                  <a:lnTo>
                    <a:pt x="133540" y="2095975"/>
                  </a:lnTo>
                  <a:lnTo>
                    <a:pt x="3523107" y="2095975"/>
                  </a:lnTo>
                  <a:lnTo>
                    <a:pt x="3523107" y="2105500"/>
                  </a:lnTo>
                  <a:close/>
                </a:path>
                <a:path w="3656965" h="2105659">
                  <a:moveTo>
                    <a:pt x="3523107" y="2105500"/>
                  </a:moveTo>
                  <a:lnTo>
                    <a:pt x="3523107" y="2095975"/>
                  </a:lnTo>
                  <a:lnTo>
                    <a:pt x="3570635" y="2095975"/>
                  </a:lnTo>
                  <a:lnTo>
                    <a:pt x="3565305" y="2098721"/>
                  </a:lnTo>
                  <a:lnTo>
                    <a:pt x="3523107" y="2105500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3826998" y="5618428"/>
              <a:ext cx="128905" cy="1748789"/>
            </a:xfrm>
            <a:custGeom>
              <a:avLst/>
              <a:gdLst/>
              <a:ahLst/>
              <a:cxnLst/>
              <a:rect l="l" t="t" r="r" b="b"/>
              <a:pathLst>
                <a:path w="128905" h="1748790">
                  <a:moveTo>
                    <a:pt x="128879" y="4292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92"/>
                  </a:lnTo>
                  <a:lnTo>
                    <a:pt x="0" y="1744319"/>
                  </a:lnTo>
                  <a:lnTo>
                    <a:pt x="4279" y="1748485"/>
                  </a:lnTo>
                  <a:lnTo>
                    <a:pt x="124587" y="1748485"/>
                  </a:lnTo>
                  <a:lnTo>
                    <a:pt x="128879" y="1744319"/>
                  </a:lnTo>
                  <a:lnTo>
                    <a:pt x="128879" y="1739074"/>
                  </a:lnTo>
                  <a:lnTo>
                    <a:pt x="128866" y="172954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14112101" y="5704357"/>
            <a:ext cx="2386965" cy="7429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10" b="1">
                <a:solidFill>
                  <a:srgbClr val="232323"/>
                </a:solidFill>
                <a:latin typeface="Tahoma"/>
                <a:cs typeface="Tahoma"/>
              </a:rPr>
              <a:t>Competitors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dirty="0" sz="1400">
                <a:solidFill>
                  <a:srgbClr val="646159"/>
                </a:solidFill>
                <a:latin typeface="Trebuchet MS"/>
                <a:cs typeface="Trebuchet MS"/>
              </a:rPr>
              <a:t>May</a:t>
            </a:r>
            <a:r>
              <a:rPr dirty="0" sz="14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646159"/>
                </a:solidFill>
                <a:latin typeface="Trebuchet MS"/>
                <a:cs typeface="Trebuchet MS"/>
              </a:rPr>
              <a:t>react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646159"/>
                </a:solidFill>
                <a:latin typeface="Trebuchet MS"/>
                <a:cs typeface="Trebuchet MS"/>
              </a:rPr>
              <a:t>by</a:t>
            </a:r>
            <a:r>
              <a:rPr dirty="0" sz="1400" spc="-9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646159"/>
                </a:solidFill>
                <a:latin typeface="Trebuchet MS"/>
                <a:cs typeface="Trebuchet MS"/>
              </a:rPr>
              <a:t>improving</a:t>
            </a:r>
            <a:r>
              <a:rPr dirty="0" sz="1400" spc="-8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similar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6" name="object 56"/>
          <p:cNvSpPr txBox="1"/>
          <p:nvPr/>
        </p:nvSpPr>
        <p:spPr>
          <a:xfrm>
            <a:off x="14112101" y="6413836"/>
            <a:ext cx="78359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solidFill>
                  <a:srgbClr val="646159"/>
                </a:solidFill>
                <a:latin typeface="Trebuchet MS"/>
                <a:cs typeface="Trebuchet MS"/>
              </a:rPr>
              <a:t>products.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358" y="579126"/>
            <a:ext cx="3312795" cy="6889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9"/>
              <a:t>Project</a:t>
            </a:r>
            <a:r>
              <a:rPr dirty="0" spc="-340"/>
              <a:t> </a:t>
            </a:r>
            <a:r>
              <a:rPr dirty="0" spc="-145"/>
              <a:t>Risks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5809" y="1461284"/>
            <a:ext cx="329565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Main</a:t>
            </a:r>
            <a:r>
              <a:rPr dirty="0" sz="17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risks</a:t>
            </a:r>
            <a:r>
              <a:rPr dirty="0" sz="17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646159"/>
                </a:solidFill>
                <a:latin typeface="Trebuchet MS"/>
                <a:cs typeface="Trebuchet MS"/>
              </a:rPr>
              <a:t>that</a:t>
            </a:r>
            <a:r>
              <a:rPr dirty="0" sz="17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must</a:t>
            </a:r>
            <a:r>
              <a:rPr dirty="0" sz="17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be</a:t>
            </a:r>
            <a:r>
              <a:rPr dirty="0" sz="17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controlled.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019975" y="2392642"/>
            <a:ext cx="4961255" cy="1694180"/>
            <a:chOff x="1019975" y="2392642"/>
            <a:chExt cx="4961255" cy="1694180"/>
          </a:xfrm>
        </p:grpSpPr>
        <p:sp>
          <p:nvSpPr>
            <p:cNvPr id="6" name="object 6"/>
            <p:cNvSpPr/>
            <p:nvPr/>
          </p:nvSpPr>
          <p:spPr>
            <a:xfrm>
              <a:off x="1029500" y="2402167"/>
              <a:ext cx="4942205" cy="1675130"/>
            </a:xfrm>
            <a:custGeom>
              <a:avLst/>
              <a:gdLst/>
              <a:ahLst/>
              <a:cxnLst/>
              <a:rect l="l" t="t" r="r" b="b"/>
              <a:pathLst>
                <a:path w="4942205" h="1675129">
                  <a:moveTo>
                    <a:pt x="4817173" y="1674685"/>
                  </a:moveTo>
                  <a:lnTo>
                    <a:pt x="124491" y="1674685"/>
                  </a:lnTo>
                  <a:lnTo>
                    <a:pt x="76027" y="1664973"/>
                  </a:lnTo>
                  <a:lnTo>
                    <a:pt x="36456" y="1638490"/>
                  </a:lnTo>
                  <a:lnTo>
                    <a:pt x="9780" y="1599220"/>
                  </a:lnTo>
                  <a:lnTo>
                    <a:pt x="0" y="1551146"/>
                  </a:lnTo>
                  <a:lnTo>
                    <a:pt x="0" y="123539"/>
                  </a:lnTo>
                  <a:lnTo>
                    <a:pt x="9780" y="75464"/>
                  </a:lnTo>
                  <a:lnTo>
                    <a:pt x="36456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817173" y="0"/>
                  </a:lnTo>
                  <a:lnTo>
                    <a:pt x="4865637" y="9712"/>
                  </a:lnTo>
                  <a:lnTo>
                    <a:pt x="4905208" y="36194"/>
                  </a:lnTo>
                  <a:lnTo>
                    <a:pt x="4931884" y="75464"/>
                  </a:lnTo>
                  <a:lnTo>
                    <a:pt x="4941665" y="123539"/>
                  </a:lnTo>
                  <a:lnTo>
                    <a:pt x="4941665" y="1551146"/>
                  </a:lnTo>
                  <a:lnTo>
                    <a:pt x="4931884" y="1599220"/>
                  </a:lnTo>
                  <a:lnTo>
                    <a:pt x="4905208" y="1638490"/>
                  </a:lnTo>
                  <a:lnTo>
                    <a:pt x="4865637" y="1664973"/>
                  </a:lnTo>
                  <a:lnTo>
                    <a:pt x="4817173" y="16746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19975" y="2392642"/>
              <a:ext cx="4961255" cy="1694180"/>
            </a:xfrm>
            <a:custGeom>
              <a:avLst/>
              <a:gdLst/>
              <a:ahLst/>
              <a:cxnLst/>
              <a:rect l="l" t="t" r="r" b="b"/>
              <a:pathLst>
                <a:path w="4961255" h="1694179">
                  <a:moveTo>
                    <a:pt x="134016" y="1693725"/>
                  </a:moveTo>
                  <a:lnTo>
                    <a:pt x="91696" y="1686956"/>
                  </a:lnTo>
                  <a:lnTo>
                    <a:pt x="54912" y="1668074"/>
                  </a:lnTo>
                  <a:lnTo>
                    <a:pt x="25886" y="1639276"/>
                  </a:lnTo>
                  <a:lnTo>
                    <a:pt x="6842" y="1602746"/>
                  </a:lnTo>
                  <a:lnTo>
                    <a:pt x="0" y="1560671"/>
                  </a:lnTo>
                  <a:lnTo>
                    <a:pt x="0" y="133064"/>
                  </a:lnTo>
                  <a:lnTo>
                    <a:pt x="6842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826698" y="0"/>
                  </a:lnTo>
                  <a:lnTo>
                    <a:pt x="4826698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8" y="52482"/>
                  </a:lnTo>
                  <a:lnTo>
                    <a:pt x="28079" y="88728"/>
                  </a:lnTo>
                  <a:lnTo>
                    <a:pt x="19050" y="133064"/>
                  </a:lnTo>
                  <a:lnTo>
                    <a:pt x="19050" y="1560671"/>
                  </a:lnTo>
                  <a:lnTo>
                    <a:pt x="28079" y="1605007"/>
                  </a:lnTo>
                  <a:lnTo>
                    <a:pt x="52708" y="1641252"/>
                  </a:lnTo>
                  <a:lnTo>
                    <a:pt x="89250" y="1665711"/>
                  </a:lnTo>
                  <a:lnTo>
                    <a:pt x="134016" y="1674685"/>
                  </a:lnTo>
                  <a:lnTo>
                    <a:pt x="4892923" y="1674685"/>
                  </a:lnTo>
                  <a:lnTo>
                    <a:pt x="4874367" y="1684210"/>
                  </a:lnTo>
                  <a:lnTo>
                    <a:pt x="134016" y="1684210"/>
                  </a:lnTo>
                  <a:lnTo>
                    <a:pt x="134016" y="1693725"/>
                  </a:lnTo>
                  <a:close/>
                </a:path>
                <a:path w="4961255" h="1694179">
                  <a:moveTo>
                    <a:pt x="4892923" y="1674685"/>
                  </a:moveTo>
                  <a:lnTo>
                    <a:pt x="4826698" y="1674685"/>
                  </a:lnTo>
                  <a:lnTo>
                    <a:pt x="4871464" y="1665711"/>
                  </a:lnTo>
                  <a:lnTo>
                    <a:pt x="4908006" y="1641252"/>
                  </a:lnTo>
                  <a:lnTo>
                    <a:pt x="4932635" y="1605007"/>
                  </a:lnTo>
                  <a:lnTo>
                    <a:pt x="4941664" y="1560671"/>
                  </a:lnTo>
                  <a:lnTo>
                    <a:pt x="4941664" y="133064"/>
                  </a:lnTo>
                  <a:lnTo>
                    <a:pt x="4932635" y="88728"/>
                  </a:lnTo>
                  <a:lnTo>
                    <a:pt x="4908006" y="52482"/>
                  </a:lnTo>
                  <a:lnTo>
                    <a:pt x="4871464" y="28024"/>
                  </a:lnTo>
                  <a:lnTo>
                    <a:pt x="4826698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826698" y="9525"/>
                  </a:lnTo>
                  <a:lnTo>
                    <a:pt x="4826698" y="0"/>
                  </a:lnTo>
                  <a:lnTo>
                    <a:pt x="4869019" y="6779"/>
                  </a:lnTo>
                  <a:lnTo>
                    <a:pt x="4905803" y="25661"/>
                  </a:lnTo>
                  <a:lnTo>
                    <a:pt x="4934828" y="54459"/>
                  </a:lnTo>
                  <a:lnTo>
                    <a:pt x="4953872" y="90988"/>
                  </a:lnTo>
                  <a:lnTo>
                    <a:pt x="4960714" y="133064"/>
                  </a:lnTo>
                  <a:lnTo>
                    <a:pt x="4960714" y="1560671"/>
                  </a:lnTo>
                  <a:lnTo>
                    <a:pt x="4953872" y="1602746"/>
                  </a:lnTo>
                  <a:lnTo>
                    <a:pt x="4934828" y="1639276"/>
                  </a:lnTo>
                  <a:lnTo>
                    <a:pt x="4905803" y="1668074"/>
                  </a:lnTo>
                  <a:lnTo>
                    <a:pt x="4892923" y="1674685"/>
                  </a:lnTo>
                  <a:close/>
                </a:path>
                <a:path w="4961255" h="1694179">
                  <a:moveTo>
                    <a:pt x="4826698" y="1693725"/>
                  </a:moveTo>
                  <a:lnTo>
                    <a:pt x="134016" y="1693725"/>
                  </a:lnTo>
                  <a:lnTo>
                    <a:pt x="134016" y="1684210"/>
                  </a:lnTo>
                  <a:lnTo>
                    <a:pt x="4826698" y="1684210"/>
                  </a:lnTo>
                  <a:lnTo>
                    <a:pt x="4826698" y="1693725"/>
                  </a:lnTo>
                  <a:close/>
                </a:path>
                <a:path w="4961255" h="1694179">
                  <a:moveTo>
                    <a:pt x="4826759" y="1693725"/>
                  </a:moveTo>
                  <a:lnTo>
                    <a:pt x="4826698" y="1684210"/>
                  </a:lnTo>
                  <a:lnTo>
                    <a:pt x="4874367" y="1684210"/>
                  </a:lnTo>
                  <a:lnTo>
                    <a:pt x="4869019" y="1686956"/>
                  </a:lnTo>
                  <a:lnTo>
                    <a:pt x="4826759" y="1693725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98410" y="2571101"/>
              <a:ext cx="128905" cy="1336675"/>
            </a:xfrm>
            <a:custGeom>
              <a:avLst/>
              <a:gdLst/>
              <a:ahLst/>
              <a:cxnLst/>
              <a:rect l="l" t="t" r="r" b="b"/>
              <a:pathLst>
                <a:path w="128905" h="1336675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332547"/>
                  </a:lnTo>
                  <a:lnTo>
                    <a:pt x="4102" y="1336649"/>
                  </a:lnTo>
                  <a:lnTo>
                    <a:pt x="124764" y="1336649"/>
                  </a:lnTo>
                  <a:lnTo>
                    <a:pt x="128879" y="1332547"/>
                  </a:lnTo>
                  <a:lnTo>
                    <a:pt x="128879" y="1327302"/>
                  </a:lnTo>
                  <a:lnTo>
                    <a:pt x="128866" y="1317777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C762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83515" y="2635974"/>
            <a:ext cx="257683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85" b="1">
                <a:solidFill>
                  <a:srgbClr val="232323"/>
                </a:solidFill>
                <a:latin typeface="Tahoma"/>
                <a:cs typeface="Tahoma"/>
              </a:rPr>
              <a:t>No</a:t>
            </a:r>
            <a:r>
              <a:rPr dirty="0" sz="20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80" b="1">
                <a:solidFill>
                  <a:srgbClr val="232323"/>
                </a:solidFill>
                <a:latin typeface="Tahoma"/>
                <a:cs typeface="Tahoma"/>
              </a:rPr>
              <a:t>real</a:t>
            </a:r>
            <a:r>
              <a:rPr dirty="0" sz="20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10" b="1">
                <a:solidFill>
                  <a:srgbClr val="232323"/>
                </a:solidFill>
                <a:latin typeface="Tahoma"/>
                <a:cs typeface="Tahoma"/>
              </a:rPr>
              <a:t>behavior</a:t>
            </a:r>
            <a:r>
              <a:rPr dirty="0" sz="2050" spc="-15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60" b="1">
                <a:solidFill>
                  <a:srgbClr val="232323"/>
                </a:solidFill>
                <a:latin typeface="Tahoma"/>
                <a:cs typeface="Tahoma"/>
              </a:rPr>
              <a:t>data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7764" y="3166478"/>
            <a:ext cx="55181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8435" marR="1437640">
              <a:lnSpc>
                <a:spcPct val="100000"/>
              </a:lnSpc>
              <a:spcBef>
                <a:spcPts val="100"/>
              </a:spcBef>
            </a:pPr>
            <a:r>
              <a:rPr dirty="0" sz="1500" spc="-35">
                <a:solidFill>
                  <a:srgbClr val="646159"/>
                </a:solidFill>
                <a:latin typeface="Trebuchet MS"/>
                <a:cs typeface="Trebuchet MS"/>
              </a:rPr>
              <a:t>Habit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prediction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is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646159"/>
                </a:solidFill>
                <a:latin typeface="Trebuchet MS"/>
                <a:cs typeface="Trebuchet MS"/>
              </a:rPr>
              <a:t>difficult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before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enough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users </a:t>
            </a:r>
            <a:r>
              <a:rPr dirty="0" sz="1500" spc="-50">
                <a:solidFill>
                  <a:srgbClr val="646159"/>
                </a:solidFill>
                <a:latin typeface="Trebuchet MS"/>
                <a:cs typeface="Trebuchet MS"/>
              </a:rPr>
              <a:t>generate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646159"/>
                </a:solidFill>
                <a:latin typeface="Trebuchet MS"/>
                <a:cs typeface="Trebuchet MS"/>
              </a:rPr>
              <a:t>real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feedback.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7925" y="2392642"/>
            <a:ext cx="4961255" cy="1694180"/>
            <a:chOff x="6647925" y="2392642"/>
            <a:chExt cx="4961255" cy="1694180"/>
          </a:xfrm>
        </p:grpSpPr>
        <p:sp>
          <p:nvSpPr>
            <p:cNvPr id="12" name="object 12"/>
            <p:cNvSpPr/>
            <p:nvPr/>
          </p:nvSpPr>
          <p:spPr>
            <a:xfrm>
              <a:off x="6657450" y="2402167"/>
              <a:ext cx="4942205" cy="1675130"/>
            </a:xfrm>
            <a:custGeom>
              <a:avLst/>
              <a:gdLst/>
              <a:ahLst/>
              <a:cxnLst/>
              <a:rect l="l" t="t" r="r" b="b"/>
              <a:pathLst>
                <a:path w="4942205" h="1675129">
                  <a:moveTo>
                    <a:pt x="4817173" y="1674685"/>
                  </a:moveTo>
                  <a:lnTo>
                    <a:pt x="124491" y="1674685"/>
                  </a:lnTo>
                  <a:lnTo>
                    <a:pt x="76027" y="1664973"/>
                  </a:lnTo>
                  <a:lnTo>
                    <a:pt x="36457" y="1638490"/>
                  </a:lnTo>
                  <a:lnTo>
                    <a:pt x="9781" y="1599220"/>
                  </a:lnTo>
                  <a:lnTo>
                    <a:pt x="0" y="1551146"/>
                  </a:lnTo>
                  <a:lnTo>
                    <a:pt x="0" y="123539"/>
                  </a:lnTo>
                  <a:lnTo>
                    <a:pt x="9781" y="75464"/>
                  </a:lnTo>
                  <a:lnTo>
                    <a:pt x="36457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817173" y="0"/>
                  </a:lnTo>
                  <a:lnTo>
                    <a:pt x="4865637" y="9712"/>
                  </a:lnTo>
                  <a:lnTo>
                    <a:pt x="4905208" y="36194"/>
                  </a:lnTo>
                  <a:lnTo>
                    <a:pt x="4931884" y="75464"/>
                  </a:lnTo>
                  <a:lnTo>
                    <a:pt x="4941665" y="123539"/>
                  </a:lnTo>
                  <a:lnTo>
                    <a:pt x="4941665" y="1551146"/>
                  </a:lnTo>
                  <a:lnTo>
                    <a:pt x="4931884" y="1599220"/>
                  </a:lnTo>
                  <a:lnTo>
                    <a:pt x="4905208" y="1638490"/>
                  </a:lnTo>
                  <a:lnTo>
                    <a:pt x="4865637" y="1664973"/>
                  </a:lnTo>
                  <a:lnTo>
                    <a:pt x="4817173" y="16746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47925" y="2392642"/>
              <a:ext cx="4961255" cy="1694180"/>
            </a:xfrm>
            <a:custGeom>
              <a:avLst/>
              <a:gdLst/>
              <a:ahLst/>
              <a:cxnLst/>
              <a:rect l="l" t="t" r="r" b="b"/>
              <a:pathLst>
                <a:path w="4961255" h="1694179">
                  <a:moveTo>
                    <a:pt x="134016" y="1693725"/>
                  </a:moveTo>
                  <a:lnTo>
                    <a:pt x="91696" y="1686956"/>
                  </a:lnTo>
                  <a:lnTo>
                    <a:pt x="54912" y="1668074"/>
                  </a:lnTo>
                  <a:lnTo>
                    <a:pt x="25886" y="1639276"/>
                  </a:lnTo>
                  <a:lnTo>
                    <a:pt x="6842" y="1602746"/>
                  </a:lnTo>
                  <a:lnTo>
                    <a:pt x="0" y="1560671"/>
                  </a:lnTo>
                  <a:lnTo>
                    <a:pt x="0" y="133064"/>
                  </a:lnTo>
                  <a:lnTo>
                    <a:pt x="6842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826698" y="0"/>
                  </a:lnTo>
                  <a:lnTo>
                    <a:pt x="4826698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9" y="52482"/>
                  </a:lnTo>
                  <a:lnTo>
                    <a:pt x="28079" y="88728"/>
                  </a:lnTo>
                  <a:lnTo>
                    <a:pt x="19050" y="133064"/>
                  </a:lnTo>
                  <a:lnTo>
                    <a:pt x="19050" y="1560671"/>
                  </a:lnTo>
                  <a:lnTo>
                    <a:pt x="28079" y="1605007"/>
                  </a:lnTo>
                  <a:lnTo>
                    <a:pt x="52709" y="1641252"/>
                  </a:lnTo>
                  <a:lnTo>
                    <a:pt x="89250" y="1665711"/>
                  </a:lnTo>
                  <a:lnTo>
                    <a:pt x="134016" y="1674685"/>
                  </a:lnTo>
                  <a:lnTo>
                    <a:pt x="4892923" y="1674685"/>
                  </a:lnTo>
                  <a:lnTo>
                    <a:pt x="4874367" y="1684210"/>
                  </a:lnTo>
                  <a:lnTo>
                    <a:pt x="134016" y="1684210"/>
                  </a:lnTo>
                  <a:lnTo>
                    <a:pt x="134016" y="1693725"/>
                  </a:lnTo>
                  <a:close/>
                </a:path>
                <a:path w="4961255" h="1694179">
                  <a:moveTo>
                    <a:pt x="4892923" y="1674685"/>
                  </a:moveTo>
                  <a:lnTo>
                    <a:pt x="4826698" y="1674685"/>
                  </a:lnTo>
                  <a:lnTo>
                    <a:pt x="4871464" y="1665711"/>
                  </a:lnTo>
                  <a:lnTo>
                    <a:pt x="4908006" y="1641252"/>
                  </a:lnTo>
                  <a:lnTo>
                    <a:pt x="4932635" y="1605007"/>
                  </a:lnTo>
                  <a:lnTo>
                    <a:pt x="4941665" y="1560671"/>
                  </a:lnTo>
                  <a:lnTo>
                    <a:pt x="4941665" y="133064"/>
                  </a:lnTo>
                  <a:lnTo>
                    <a:pt x="4932635" y="88728"/>
                  </a:lnTo>
                  <a:lnTo>
                    <a:pt x="4908006" y="52482"/>
                  </a:lnTo>
                  <a:lnTo>
                    <a:pt x="4871464" y="28024"/>
                  </a:lnTo>
                  <a:lnTo>
                    <a:pt x="4826698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826698" y="9525"/>
                  </a:lnTo>
                  <a:lnTo>
                    <a:pt x="4826698" y="0"/>
                  </a:lnTo>
                  <a:lnTo>
                    <a:pt x="4869019" y="6779"/>
                  </a:lnTo>
                  <a:lnTo>
                    <a:pt x="4905803" y="25661"/>
                  </a:lnTo>
                  <a:lnTo>
                    <a:pt x="4934828" y="54459"/>
                  </a:lnTo>
                  <a:lnTo>
                    <a:pt x="4953873" y="90988"/>
                  </a:lnTo>
                  <a:lnTo>
                    <a:pt x="4960715" y="133064"/>
                  </a:lnTo>
                  <a:lnTo>
                    <a:pt x="4960715" y="1560671"/>
                  </a:lnTo>
                  <a:lnTo>
                    <a:pt x="4953873" y="1602746"/>
                  </a:lnTo>
                  <a:lnTo>
                    <a:pt x="4934828" y="1639276"/>
                  </a:lnTo>
                  <a:lnTo>
                    <a:pt x="4905803" y="1668074"/>
                  </a:lnTo>
                  <a:lnTo>
                    <a:pt x="4892923" y="1674685"/>
                  </a:lnTo>
                  <a:close/>
                </a:path>
                <a:path w="4961255" h="1694179">
                  <a:moveTo>
                    <a:pt x="4826698" y="1693725"/>
                  </a:moveTo>
                  <a:lnTo>
                    <a:pt x="134016" y="1693725"/>
                  </a:lnTo>
                  <a:lnTo>
                    <a:pt x="134016" y="1684210"/>
                  </a:lnTo>
                  <a:lnTo>
                    <a:pt x="4826698" y="1684210"/>
                  </a:lnTo>
                  <a:lnTo>
                    <a:pt x="4826698" y="1693725"/>
                  </a:lnTo>
                  <a:close/>
                </a:path>
                <a:path w="4961255" h="1694179">
                  <a:moveTo>
                    <a:pt x="4826759" y="1693725"/>
                  </a:moveTo>
                  <a:lnTo>
                    <a:pt x="4826698" y="1684210"/>
                  </a:lnTo>
                  <a:lnTo>
                    <a:pt x="4874367" y="1684210"/>
                  </a:lnTo>
                  <a:lnTo>
                    <a:pt x="4869019" y="1686956"/>
                  </a:lnTo>
                  <a:lnTo>
                    <a:pt x="4826759" y="1693725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826364" y="2571101"/>
              <a:ext cx="128905" cy="1336675"/>
            </a:xfrm>
            <a:custGeom>
              <a:avLst/>
              <a:gdLst/>
              <a:ahLst/>
              <a:cxnLst/>
              <a:rect l="l" t="t" r="r" b="b"/>
              <a:pathLst>
                <a:path w="128904" h="1336675">
                  <a:moveTo>
                    <a:pt x="128892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332547"/>
                  </a:lnTo>
                  <a:lnTo>
                    <a:pt x="4114" y="1336649"/>
                  </a:lnTo>
                  <a:lnTo>
                    <a:pt x="124777" y="1336649"/>
                  </a:lnTo>
                  <a:lnTo>
                    <a:pt x="128892" y="1332547"/>
                  </a:lnTo>
                  <a:lnTo>
                    <a:pt x="128892" y="1327302"/>
                  </a:lnTo>
                  <a:lnTo>
                    <a:pt x="128879" y="1317777"/>
                  </a:lnTo>
                  <a:lnTo>
                    <a:pt x="128892" y="19050"/>
                  </a:lnTo>
                  <a:lnTo>
                    <a:pt x="128879" y="9525"/>
                  </a:lnTo>
                  <a:lnTo>
                    <a:pt x="128892" y="4279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111465" y="2635974"/>
            <a:ext cx="1961514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60" b="1">
                <a:solidFill>
                  <a:srgbClr val="232323"/>
                </a:solidFill>
                <a:latin typeface="Tahoma"/>
                <a:cs typeface="Tahoma"/>
              </a:rPr>
              <a:t>Low</a:t>
            </a:r>
            <a:r>
              <a:rPr dirty="0" sz="2050" spc="-17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260" b="1">
                <a:solidFill>
                  <a:srgbClr val="232323"/>
                </a:solidFill>
                <a:latin typeface="Tahoma"/>
                <a:cs typeface="Tahoma"/>
              </a:rPr>
              <a:t>AI</a:t>
            </a:r>
            <a:r>
              <a:rPr dirty="0" sz="2050" spc="-17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40" b="1">
                <a:solidFill>
                  <a:srgbClr val="232323"/>
                </a:solidFill>
                <a:latin typeface="Tahoma"/>
                <a:cs typeface="Tahoma"/>
              </a:rPr>
              <a:t>accuracy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45724" y="3166478"/>
            <a:ext cx="55181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8435" marR="1958339">
              <a:lnSpc>
                <a:spcPct val="100000"/>
              </a:lnSpc>
              <a:spcBef>
                <a:spcPts val="100"/>
              </a:spcBef>
            </a:pP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Generated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meal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or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workout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plans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may</a:t>
            </a:r>
            <a:r>
              <a:rPr dirty="0" sz="1500" spc="-10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be </a:t>
            </a:r>
            <a:r>
              <a:rPr dirty="0" sz="1500" spc="-60">
                <a:solidFill>
                  <a:srgbClr val="646159"/>
                </a:solidFill>
                <a:latin typeface="Trebuchet MS"/>
                <a:cs typeface="Trebuchet MS"/>
              </a:rPr>
              <a:t>ineffective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or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unsafe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without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validation.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275886" y="2392642"/>
            <a:ext cx="4961255" cy="1694180"/>
            <a:chOff x="12275886" y="2392642"/>
            <a:chExt cx="4961255" cy="1694180"/>
          </a:xfrm>
        </p:grpSpPr>
        <p:sp>
          <p:nvSpPr>
            <p:cNvPr id="18" name="object 18"/>
            <p:cNvSpPr/>
            <p:nvPr/>
          </p:nvSpPr>
          <p:spPr>
            <a:xfrm>
              <a:off x="12285411" y="2402167"/>
              <a:ext cx="4942205" cy="1675130"/>
            </a:xfrm>
            <a:custGeom>
              <a:avLst/>
              <a:gdLst/>
              <a:ahLst/>
              <a:cxnLst/>
              <a:rect l="l" t="t" r="r" b="b"/>
              <a:pathLst>
                <a:path w="4942205" h="1675129">
                  <a:moveTo>
                    <a:pt x="4817173" y="1674685"/>
                  </a:moveTo>
                  <a:lnTo>
                    <a:pt x="124491" y="1674685"/>
                  </a:lnTo>
                  <a:lnTo>
                    <a:pt x="76027" y="1664973"/>
                  </a:lnTo>
                  <a:lnTo>
                    <a:pt x="36456" y="1638490"/>
                  </a:lnTo>
                  <a:lnTo>
                    <a:pt x="9780" y="1599220"/>
                  </a:lnTo>
                  <a:lnTo>
                    <a:pt x="0" y="1551146"/>
                  </a:lnTo>
                  <a:lnTo>
                    <a:pt x="0" y="123539"/>
                  </a:lnTo>
                  <a:lnTo>
                    <a:pt x="9780" y="75464"/>
                  </a:lnTo>
                  <a:lnTo>
                    <a:pt x="36456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817173" y="0"/>
                  </a:lnTo>
                  <a:lnTo>
                    <a:pt x="4865637" y="9712"/>
                  </a:lnTo>
                  <a:lnTo>
                    <a:pt x="4905207" y="36194"/>
                  </a:lnTo>
                  <a:lnTo>
                    <a:pt x="4931883" y="75464"/>
                  </a:lnTo>
                  <a:lnTo>
                    <a:pt x="4941664" y="123539"/>
                  </a:lnTo>
                  <a:lnTo>
                    <a:pt x="4941664" y="1551146"/>
                  </a:lnTo>
                  <a:lnTo>
                    <a:pt x="4931883" y="1599220"/>
                  </a:lnTo>
                  <a:lnTo>
                    <a:pt x="4905207" y="1638490"/>
                  </a:lnTo>
                  <a:lnTo>
                    <a:pt x="4865637" y="1664973"/>
                  </a:lnTo>
                  <a:lnTo>
                    <a:pt x="4817173" y="16746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275886" y="2392642"/>
              <a:ext cx="4961255" cy="1694180"/>
            </a:xfrm>
            <a:custGeom>
              <a:avLst/>
              <a:gdLst/>
              <a:ahLst/>
              <a:cxnLst/>
              <a:rect l="l" t="t" r="r" b="b"/>
              <a:pathLst>
                <a:path w="4961255" h="1694179">
                  <a:moveTo>
                    <a:pt x="134016" y="1693725"/>
                  </a:moveTo>
                  <a:lnTo>
                    <a:pt x="91696" y="1686956"/>
                  </a:lnTo>
                  <a:lnTo>
                    <a:pt x="54912" y="1668074"/>
                  </a:lnTo>
                  <a:lnTo>
                    <a:pt x="25886" y="1639276"/>
                  </a:lnTo>
                  <a:lnTo>
                    <a:pt x="6842" y="1602746"/>
                  </a:lnTo>
                  <a:lnTo>
                    <a:pt x="0" y="1560671"/>
                  </a:lnTo>
                  <a:lnTo>
                    <a:pt x="0" y="133064"/>
                  </a:lnTo>
                  <a:lnTo>
                    <a:pt x="6842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826698" y="0"/>
                  </a:lnTo>
                  <a:lnTo>
                    <a:pt x="4826698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9" y="52482"/>
                  </a:lnTo>
                  <a:lnTo>
                    <a:pt x="28079" y="88728"/>
                  </a:lnTo>
                  <a:lnTo>
                    <a:pt x="19050" y="133064"/>
                  </a:lnTo>
                  <a:lnTo>
                    <a:pt x="19050" y="1560671"/>
                  </a:lnTo>
                  <a:lnTo>
                    <a:pt x="28079" y="1605007"/>
                  </a:lnTo>
                  <a:lnTo>
                    <a:pt x="52709" y="1641252"/>
                  </a:lnTo>
                  <a:lnTo>
                    <a:pt x="89250" y="1665711"/>
                  </a:lnTo>
                  <a:lnTo>
                    <a:pt x="134016" y="1674685"/>
                  </a:lnTo>
                  <a:lnTo>
                    <a:pt x="4892924" y="1674685"/>
                  </a:lnTo>
                  <a:lnTo>
                    <a:pt x="4874367" y="1684210"/>
                  </a:lnTo>
                  <a:lnTo>
                    <a:pt x="134016" y="1684210"/>
                  </a:lnTo>
                  <a:lnTo>
                    <a:pt x="134016" y="1693725"/>
                  </a:lnTo>
                  <a:close/>
                </a:path>
                <a:path w="4961255" h="1694179">
                  <a:moveTo>
                    <a:pt x="4892924" y="1674685"/>
                  </a:moveTo>
                  <a:lnTo>
                    <a:pt x="4826698" y="1674685"/>
                  </a:lnTo>
                  <a:lnTo>
                    <a:pt x="4871464" y="1665711"/>
                  </a:lnTo>
                  <a:lnTo>
                    <a:pt x="4908006" y="1641252"/>
                  </a:lnTo>
                  <a:lnTo>
                    <a:pt x="4932635" y="1605007"/>
                  </a:lnTo>
                  <a:lnTo>
                    <a:pt x="4941665" y="1560671"/>
                  </a:lnTo>
                  <a:lnTo>
                    <a:pt x="4941665" y="133064"/>
                  </a:lnTo>
                  <a:lnTo>
                    <a:pt x="4932635" y="88728"/>
                  </a:lnTo>
                  <a:lnTo>
                    <a:pt x="4908006" y="52482"/>
                  </a:lnTo>
                  <a:lnTo>
                    <a:pt x="4871464" y="28024"/>
                  </a:lnTo>
                  <a:lnTo>
                    <a:pt x="4826698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826698" y="9525"/>
                  </a:lnTo>
                  <a:lnTo>
                    <a:pt x="4826698" y="0"/>
                  </a:lnTo>
                  <a:lnTo>
                    <a:pt x="4869019" y="6779"/>
                  </a:lnTo>
                  <a:lnTo>
                    <a:pt x="4905803" y="25661"/>
                  </a:lnTo>
                  <a:lnTo>
                    <a:pt x="4934828" y="54459"/>
                  </a:lnTo>
                  <a:lnTo>
                    <a:pt x="4953873" y="90988"/>
                  </a:lnTo>
                  <a:lnTo>
                    <a:pt x="4960715" y="133064"/>
                  </a:lnTo>
                  <a:lnTo>
                    <a:pt x="4960715" y="1560671"/>
                  </a:lnTo>
                  <a:lnTo>
                    <a:pt x="4953873" y="1602746"/>
                  </a:lnTo>
                  <a:lnTo>
                    <a:pt x="4934828" y="1639276"/>
                  </a:lnTo>
                  <a:lnTo>
                    <a:pt x="4905803" y="1668074"/>
                  </a:lnTo>
                  <a:lnTo>
                    <a:pt x="4892924" y="1674685"/>
                  </a:lnTo>
                  <a:close/>
                </a:path>
                <a:path w="4961255" h="1694179">
                  <a:moveTo>
                    <a:pt x="4826698" y="1693725"/>
                  </a:moveTo>
                  <a:lnTo>
                    <a:pt x="134016" y="1693725"/>
                  </a:lnTo>
                  <a:lnTo>
                    <a:pt x="134016" y="1684210"/>
                  </a:lnTo>
                  <a:lnTo>
                    <a:pt x="4826698" y="1684210"/>
                  </a:lnTo>
                  <a:lnTo>
                    <a:pt x="4826698" y="1693725"/>
                  </a:lnTo>
                  <a:close/>
                </a:path>
                <a:path w="4961255" h="1694179">
                  <a:moveTo>
                    <a:pt x="4826759" y="1693725"/>
                  </a:moveTo>
                  <a:lnTo>
                    <a:pt x="4826698" y="1684210"/>
                  </a:lnTo>
                  <a:lnTo>
                    <a:pt x="4874367" y="1684210"/>
                  </a:lnTo>
                  <a:lnTo>
                    <a:pt x="4869019" y="1686956"/>
                  </a:lnTo>
                  <a:lnTo>
                    <a:pt x="4826759" y="1693725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454331" y="2571101"/>
              <a:ext cx="128905" cy="1336675"/>
            </a:xfrm>
            <a:custGeom>
              <a:avLst/>
              <a:gdLst/>
              <a:ahLst/>
              <a:cxnLst/>
              <a:rect l="l" t="t" r="r" b="b"/>
              <a:pathLst>
                <a:path w="128904" h="1336675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332547"/>
                  </a:lnTo>
                  <a:lnTo>
                    <a:pt x="4102" y="1336649"/>
                  </a:lnTo>
                  <a:lnTo>
                    <a:pt x="124764" y="1336649"/>
                  </a:lnTo>
                  <a:lnTo>
                    <a:pt x="128879" y="1332547"/>
                  </a:lnTo>
                  <a:lnTo>
                    <a:pt x="128879" y="1327302"/>
                  </a:lnTo>
                  <a:lnTo>
                    <a:pt x="128866" y="1317777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2739427" y="2635974"/>
            <a:ext cx="216852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150" b="1">
                <a:solidFill>
                  <a:srgbClr val="232323"/>
                </a:solidFill>
                <a:latin typeface="Tahoma"/>
                <a:cs typeface="Tahoma"/>
              </a:rPr>
              <a:t>Integration</a:t>
            </a:r>
            <a:r>
              <a:rPr dirty="0" sz="2050" spc="-8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32323"/>
                </a:solidFill>
                <a:latin typeface="Tahoma"/>
                <a:cs typeface="Tahoma"/>
              </a:rPr>
              <a:t>issues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39427" y="3166478"/>
            <a:ext cx="417258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>
                <a:solidFill>
                  <a:srgbClr val="646159"/>
                </a:solidFill>
                <a:latin typeface="Trebuchet MS"/>
                <a:cs typeface="Trebuchet MS"/>
              </a:rPr>
              <a:t>AI,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backend,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database,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646159"/>
                </a:solidFill>
                <a:latin typeface="Trebuchet MS"/>
                <a:cs typeface="Trebuchet MS"/>
              </a:rPr>
              <a:t>wearable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646159"/>
                </a:solidFill>
                <a:latin typeface="Trebuchet MS"/>
                <a:cs typeface="Trebuchet MS"/>
              </a:rPr>
              <a:t>data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may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not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39427" y="3395078"/>
            <a:ext cx="20142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work</a:t>
            </a:r>
            <a:r>
              <a:rPr dirty="0" sz="15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smoothly</a:t>
            </a:r>
            <a:r>
              <a:rPr dirty="0" sz="15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together.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19975" y="4588916"/>
            <a:ext cx="4961255" cy="1694180"/>
            <a:chOff x="1019975" y="4588916"/>
            <a:chExt cx="4961255" cy="1694180"/>
          </a:xfrm>
        </p:grpSpPr>
        <p:sp>
          <p:nvSpPr>
            <p:cNvPr id="25" name="object 25"/>
            <p:cNvSpPr/>
            <p:nvPr/>
          </p:nvSpPr>
          <p:spPr>
            <a:xfrm>
              <a:off x="1029500" y="4598441"/>
              <a:ext cx="4942205" cy="1675130"/>
            </a:xfrm>
            <a:custGeom>
              <a:avLst/>
              <a:gdLst/>
              <a:ahLst/>
              <a:cxnLst/>
              <a:rect l="l" t="t" r="r" b="b"/>
              <a:pathLst>
                <a:path w="4942205" h="1675129">
                  <a:moveTo>
                    <a:pt x="4817173" y="1674685"/>
                  </a:moveTo>
                  <a:lnTo>
                    <a:pt x="124491" y="1674685"/>
                  </a:lnTo>
                  <a:lnTo>
                    <a:pt x="76027" y="1664972"/>
                  </a:lnTo>
                  <a:lnTo>
                    <a:pt x="36456" y="1638490"/>
                  </a:lnTo>
                  <a:lnTo>
                    <a:pt x="9780" y="1599220"/>
                  </a:lnTo>
                  <a:lnTo>
                    <a:pt x="0" y="1551146"/>
                  </a:lnTo>
                  <a:lnTo>
                    <a:pt x="0" y="123539"/>
                  </a:lnTo>
                  <a:lnTo>
                    <a:pt x="9780" y="75464"/>
                  </a:lnTo>
                  <a:lnTo>
                    <a:pt x="36456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817173" y="0"/>
                  </a:lnTo>
                  <a:lnTo>
                    <a:pt x="4865637" y="9712"/>
                  </a:lnTo>
                  <a:lnTo>
                    <a:pt x="4905208" y="36194"/>
                  </a:lnTo>
                  <a:lnTo>
                    <a:pt x="4931884" y="75464"/>
                  </a:lnTo>
                  <a:lnTo>
                    <a:pt x="4941665" y="123539"/>
                  </a:lnTo>
                  <a:lnTo>
                    <a:pt x="4941665" y="1551146"/>
                  </a:lnTo>
                  <a:lnTo>
                    <a:pt x="4931884" y="1599220"/>
                  </a:lnTo>
                  <a:lnTo>
                    <a:pt x="4905208" y="1638490"/>
                  </a:lnTo>
                  <a:lnTo>
                    <a:pt x="4865637" y="1664972"/>
                  </a:lnTo>
                  <a:lnTo>
                    <a:pt x="4817173" y="16746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19975" y="4588916"/>
              <a:ext cx="4961255" cy="1694180"/>
            </a:xfrm>
            <a:custGeom>
              <a:avLst/>
              <a:gdLst/>
              <a:ahLst/>
              <a:cxnLst/>
              <a:rect l="l" t="t" r="r" b="b"/>
              <a:pathLst>
                <a:path w="4961255" h="1694179">
                  <a:moveTo>
                    <a:pt x="134016" y="1693725"/>
                  </a:moveTo>
                  <a:lnTo>
                    <a:pt x="91696" y="1686955"/>
                  </a:lnTo>
                  <a:lnTo>
                    <a:pt x="54912" y="1668074"/>
                  </a:lnTo>
                  <a:lnTo>
                    <a:pt x="25886" y="1639276"/>
                  </a:lnTo>
                  <a:lnTo>
                    <a:pt x="6842" y="1602746"/>
                  </a:lnTo>
                  <a:lnTo>
                    <a:pt x="0" y="1560671"/>
                  </a:lnTo>
                  <a:lnTo>
                    <a:pt x="0" y="133064"/>
                  </a:lnTo>
                  <a:lnTo>
                    <a:pt x="6842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826698" y="0"/>
                  </a:lnTo>
                  <a:lnTo>
                    <a:pt x="4826698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8" y="52482"/>
                  </a:lnTo>
                  <a:lnTo>
                    <a:pt x="28079" y="88728"/>
                  </a:lnTo>
                  <a:lnTo>
                    <a:pt x="19050" y="133064"/>
                  </a:lnTo>
                  <a:lnTo>
                    <a:pt x="19050" y="1560671"/>
                  </a:lnTo>
                  <a:lnTo>
                    <a:pt x="28079" y="1605007"/>
                  </a:lnTo>
                  <a:lnTo>
                    <a:pt x="52708" y="1641252"/>
                  </a:lnTo>
                  <a:lnTo>
                    <a:pt x="89250" y="1665711"/>
                  </a:lnTo>
                  <a:lnTo>
                    <a:pt x="134016" y="1674685"/>
                  </a:lnTo>
                  <a:lnTo>
                    <a:pt x="4892923" y="1674685"/>
                  </a:lnTo>
                  <a:lnTo>
                    <a:pt x="4874367" y="1684210"/>
                  </a:lnTo>
                  <a:lnTo>
                    <a:pt x="134016" y="1684210"/>
                  </a:lnTo>
                  <a:lnTo>
                    <a:pt x="134016" y="1693725"/>
                  </a:lnTo>
                  <a:close/>
                </a:path>
                <a:path w="4961255" h="1694179">
                  <a:moveTo>
                    <a:pt x="4892923" y="1674685"/>
                  </a:moveTo>
                  <a:lnTo>
                    <a:pt x="4826698" y="1674685"/>
                  </a:lnTo>
                  <a:lnTo>
                    <a:pt x="4871464" y="1665711"/>
                  </a:lnTo>
                  <a:lnTo>
                    <a:pt x="4908006" y="1641252"/>
                  </a:lnTo>
                  <a:lnTo>
                    <a:pt x="4932635" y="1605007"/>
                  </a:lnTo>
                  <a:lnTo>
                    <a:pt x="4941664" y="1560671"/>
                  </a:lnTo>
                  <a:lnTo>
                    <a:pt x="4941664" y="133064"/>
                  </a:lnTo>
                  <a:lnTo>
                    <a:pt x="4932635" y="88728"/>
                  </a:lnTo>
                  <a:lnTo>
                    <a:pt x="4908006" y="52482"/>
                  </a:lnTo>
                  <a:lnTo>
                    <a:pt x="4871464" y="28024"/>
                  </a:lnTo>
                  <a:lnTo>
                    <a:pt x="4826698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826698" y="9525"/>
                  </a:lnTo>
                  <a:lnTo>
                    <a:pt x="4826698" y="0"/>
                  </a:lnTo>
                  <a:lnTo>
                    <a:pt x="4869019" y="6779"/>
                  </a:lnTo>
                  <a:lnTo>
                    <a:pt x="4905803" y="25661"/>
                  </a:lnTo>
                  <a:lnTo>
                    <a:pt x="4934828" y="54459"/>
                  </a:lnTo>
                  <a:lnTo>
                    <a:pt x="4953872" y="90988"/>
                  </a:lnTo>
                  <a:lnTo>
                    <a:pt x="4960714" y="133064"/>
                  </a:lnTo>
                  <a:lnTo>
                    <a:pt x="4960714" y="1560671"/>
                  </a:lnTo>
                  <a:lnTo>
                    <a:pt x="4953872" y="1602746"/>
                  </a:lnTo>
                  <a:lnTo>
                    <a:pt x="4934828" y="1639276"/>
                  </a:lnTo>
                  <a:lnTo>
                    <a:pt x="4905803" y="1668074"/>
                  </a:lnTo>
                  <a:lnTo>
                    <a:pt x="4892923" y="1674685"/>
                  </a:lnTo>
                  <a:close/>
                </a:path>
                <a:path w="4961255" h="1694179">
                  <a:moveTo>
                    <a:pt x="4826698" y="1693725"/>
                  </a:moveTo>
                  <a:lnTo>
                    <a:pt x="134016" y="1693725"/>
                  </a:lnTo>
                  <a:lnTo>
                    <a:pt x="134016" y="1684210"/>
                  </a:lnTo>
                  <a:lnTo>
                    <a:pt x="4826698" y="1684210"/>
                  </a:lnTo>
                  <a:lnTo>
                    <a:pt x="4826698" y="1693725"/>
                  </a:lnTo>
                  <a:close/>
                </a:path>
                <a:path w="4961255" h="1694179">
                  <a:moveTo>
                    <a:pt x="4826757" y="1693725"/>
                  </a:moveTo>
                  <a:lnTo>
                    <a:pt x="4826698" y="1684210"/>
                  </a:lnTo>
                  <a:lnTo>
                    <a:pt x="4874367" y="1684210"/>
                  </a:lnTo>
                  <a:lnTo>
                    <a:pt x="4869019" y="1686955"/>
                  </a:lnTo>
                  <a:lnTo>
                    <a:pt x="4826757" y="1693725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198410" y="4767376"/>
              <a:ext cx="128905" cy="1336675"/>
            </a:xfrm>
            <a:custGeom>
              <a:avLst/>
              <a:gdLst/>
              <a:ahLst/>
              <a:cxnLst/>
              <a:rect l="l" t="t" r="r" b="b"/>
              <a:pathLst>
                <a:path w="128905" h="1336675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332547"/>
                  </a:lnTo>
                  <a:lnTo>
                    <a:pt x="4102" y="1336649"/>
                  </a:lnTo>
                  <a:lnTo>
                    <a:pt x="124764" y="1336649"/>
                  </a:lnTo>
                  <a:lnTo>
                    <a:pt x="128879" y="1332547"/>
                  </a:lnTo>
                  <a:lnTo>
                    <a:pt x="128879" y="1327302"/>
                  </a:lnTo>
                  <a:lnTo>
                    <a:pt x="128866" y="1317777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317764" y="4832248"/>
            <a:ext cx="551815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050" spc="-55" b="1">
                <a:solidFill>
                  <a:srgbClr val="232323"/>
                </a:solidFill>
                <a:latin typeface="Tahoma"/>
                <a:cs typeface="Tahoma"/>
              </a:rPr>
              <a:t>Compliance</a:t>
            </a:r>
            <a:r>
              <a:rPr dirty="0" sz="2050" spc="-13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20" b="1">
                <a:solidFill>
                  <a:srgbClr val="232323"/>
                </a:solidFill>
                <a:latin typeface="Tahoma"/>
                <a:cs typeface="Tahoma"/>
              </a:rPr>
              <a:t>risk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17764" y="5362752"/>
            <a:ext cx="55181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8435" marR="1898650">
              <a:lnSpc>
                <a:spcPct val="100000"/>
              </a:lnSpc>
              <a:spcBef>
                <a:spcPts val="100"/>
              </a:spcBef>
            </a:pPr>
            <a:r>
              <a:rPr dirty="0" sz="1500" spc="-35">
                <a:solidFill>
                  <a:srgbClr val="646159"/>
                </a:solidFill>
                <a:latin typeface="Trebuchet MS"/>
                <a:cs typeface="Trebuchet MS"/>
              </a:rPr>
              <a:t>Improper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health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5">
                <a:solidFill>
                  <a:srgbClr val="646159"/>
                </a:solidFill>
                <a:latin typeface="Trebuchet MS"/>
                <a:cs typeface="Trebuchet MS"/>
              </a:rPr>
              <a:t>data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handling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may</a:t>
            </a:r>
            <a:r>
              <a:rPr dirty="0" sz="15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create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KVKK/GDPR</a:t>
            </a:r>
            <a:r>
              <a:rPr dirty="0" sz="1500" spc="-6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problems.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647925" y="4588916"/>
            <a:ext cx="4961255" cy="1694180"/>
            <a:chOff x="6647925" y="4588916"/>
            <a:chExt cx="4961255" cy="1694180"/>
          </a:xfrm>
        </p:grpSpPr>
        <p:sp>
          <p:nvSpPr>
            <p:cNvPr id="31" name="object 31"/>
            <p:cNvSpPr/>
            <p:nvPr/>
          </p:nvSpPr>
          <p:spPr>
            <a:xfrm>
              <a:off x="6657450" y="4598441"/>
              <a:ext cx="4942205" cy="1675130"/>
            </a:xfrm>
            <a:custGeom>
              <a:avLst/>
              <a:gdLst/>
              <a:ahLst/>
              <a:cxnLst/>
              <a:rect l="l" t="t" r="r" b="b"/>
              <a:pathLst>
                <a:path w="4942205" h="1675129">
                  <a:moveTo>
                    <a:pt x="4817173" y="1674685"/>
                  </a:moveTo>
                  <a:lnTo>
                    <a:pt x="124491" y="1674685"/>
                  </a:lnTo>
                  <a:lnTo>
                    <a:pt x="76027" y="1664972"/>
                  </a:lnTo>
                  <a:lnTo>
                    <a:pt x="36457" y="1638490"/>
                  </a:lnTo>
                  <a:lnTo>
                    <a:pt x="9781" y="1599220"/>
                  </a:lnTo>
                  <a:lnTo>
                    <a:pt x="0" y="1551146"/>
                  </a:lnTo>
                  <a:lnTo>
                    <a:pt x="0" y="123539"/>
                  </a:lnTo>
                  <a:lnTo>
                    <a:pt x="9781" y="75464"/>
                  </a:lnTo>
                  <a:lnTo>
                    <a:pt x="36457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817173" y="0"/>
                  </a:lnTo>
                  <a:lnTo>
                    <a:pt x="4865637" y="9712"/>
                  </a:lnTo>
                  <a:lnTo>
                    <a:pt x="4905208" y="36194"/>
                  </a:lnTo>
                  <a:lnTo>
                    <a:pt x="4931884" y="75464"/>
                  </a:lnTo>
                  <a:lnTo>
                    <a:pt x="4941665" y="123539"/>
                  </a:lnTo>
                  <a:lnTo>
                    <a:pt x="4941665" y="1551146"/>
                  </a:lnTo>
                  <a:lnTo>
                    <a:pt x="4931884" y="1599220"/>
                  </a:lnTo>
                  <a:lnTo>
                    <a:pt x="4905208" y="1638490"/>
                  </a:lnTo>
                  <a:lnTo>
                    <a:pt x="4865637" y="1664972"/>
                  </a:lnTo>
                  <a:lnTo>
                    <a:pt x="4817173" y="16746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647925" y="4588916"/>
              <a:ext cx="4961255" cy="1694180"/>
            </a:xfrm>
            <a:custGeom>
              <a:avLst/>
              <a:gdLst/>
              <a:ahLst/>
              <a:cxnLst/>
              <a:rect l="l" t="t" r="r" b="b"/>
              <a:pathLst>
                <a:path w="4961255" h="1694179">
                  <a:moveTo>
                    <a:pt x="134016" y="1693725"/>
                  </a:moveTo>
                  <a:lnTo>
                    <a:pt x="91696" y="1686955"/>
                  </a:lnTo>
                  <a:lnTo>
                    <a:pt x="54912" y="1668074"/>
                  </a:lnTo>
                  <a:lnTo>
                    <a:pt x="25886" y="1639276"/>
                  </a:lnTo>
                  <a:lnTo>
                    <a:pt x="6842" y="1602746"/>
                  </a:lnTo>
                  <a:lnTo>
                    <a:pt x="0" y="1560671"/>
                  </a:lnTo>
                  <a:lnTo>
                    <a:pt x="0" y="133064"/>
                  </a:lnTo>
                  <a:lnTo>
                    <a:pt x="6842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826698" y="0"/>
                  </a:lnTo>
                  <a:lnTo>
                    <a:pt x="4826698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9" y="52482"/>
                  </a:lnTo>
                  <a:lnTo>
                    <a:pt x="28079" y="88728"/>
                  </a:lnTo>
                  <a:lnTo>
                    <a:pt x="19050" y="133064"/>
                  </a:lnTo>
                  <a:lnTo>
                    <a:pt x="19050" y="1560671"/>
                  </a:lnTo>
                  <a:lnTo>
                    <a:pt x="28079" y="1605007"/>
                  </a:lnTo>
                  <a:lnTo>
                    <a:pt x="52709" y="1641252"/>
                  </a:lnTo>
                  <a:lnTo>
                    <a:pt x="89250" y="1665711"/>
                  </a:lnTo>
                  <a:lnTo>
                    <a:pt x="134016" y="1674685"/>
                  </a:lnTo>
                  <a:lnTo>
                    <a:pt x="4892923" y="1674685"/>
                  </a:lnTo>
                  <a:lnTo>
                    <a:pt x="4874367" y="1684210"/>
                  </a:lnTo>
                  <a:lnTo>
                    <a:pt x="134016" y="1684210"/>
                  </a:lnTo>
                  <a:lnTo>
                    <a:pt x="134016" y="1693725"/>
                  </a:lnTo>
                  <a:close/>
                </a:path>
                <a:path w="4961255" h="1694179">
                  <a:moveTo>
                    <a:pt x="4892923" y="1674685"/>
                  </a:moveTo>
                  <a:lnTo>
                    <a:pt x="4826698" y="1674685"/>
                  </a:lnTo>
                  <a:lnTo>
                    <a:pt x="4871464" y="1665711"/>
                  </a:lnTo>
                  <a:lnTo>
                    <a:pt x="4908006" y="1641252"/>
                  </a:lnTo>
                  <a:lnTo>
                    <a:pt x="4932635" y="1605007"/>
                  </a:lnTo>
                  <a:lnTo>
                    <a:pt x="4941665" y="1560671"/>
                  </a:lnTo>
                  <a:lnTo>
                    <a:pt x="4941665" y="133064"/>
                  </a:lnTo>
                  <a:lnTo>
                    <a:pt x="4932635" y="88728"/>
                  </a:lnTo>
                  <a:lnTo>
                    <a:pt x="4908006" y="52482"/>
                  </a:lnTo>
                  <a:lnTo>
                    <a:pt x="4871464" y="28024"/>
                  </a:lnTo>
                  <a:lnTo>
                    <a:pt x="4826698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826698" y="9525"/>
                  </a:lnTo>
                  <a:lnTo>
                    <a:pt x="4826698" y="0"/>
                  </a:lnTo>
                  <a:lnTo>
                    <a:pt x="4869019" y="6779"/>
                  </a:lnTo>
                  <a:lnTo>
                    <a:pt x="4905803" y="25661"/>
                  </a:lnTo>
                  <a:lnTo>
                    <a:pt x="4934828" y="54459"/>
                  </a:lnTo>
                  <a:lnTo>
                    <a:pt x="4953873" y="90988"/>
                  </a:lnTo>
                  <a:lnTo>
                    <a:pt x="4960715" y="133064"/>
                  </a:lnTo>
                  <a:lnTo>
                    <a:pt x="4960715" y="1560671"/>
                  </a:lnTo>
                  <a:lnTo>
                    <a:pt x="4953873" y="1602746"/>
                  </a:lnTo>
                  <a:lnTo>
                    <a:pt x="4934828" y="1639276"/>
                  </a:lnTo>
                  <a:lnTo>
                    <a:pt x="4905803" y="1668074"/>
                  </a:lnTo>
                  <a:lnTo>
                    <a:pt x="4892923" y="1674685"/>
                  </a:lnTo>
                  <a:close/>
                </a:path>
                <a:path w="4961255" h="1694179">
                  <a:moveTo>
                    <a:pt x="4826698" y="1693725"/>
                  </a:moveTo>
                  <a:lnTo>
                    <a:pt x="134016" y="1693725"/>
                  </a:lnTo>
                  <a:lnTo>
                    <a:pt x="134016" y="1684210"/>
                  </a:lnTo>
                  <a:lnTo>
                    <a:pt x="4826698" y="1684210"/>
                  </a:lnTo>
                  <a:lnTo>
                    <a:pt x="4826698" y="1693725"/>
                  </a:lnTo>
                  <a:close/>
                </a:path>
                <a:path w="4961255" h="1694179">
                  <a:moveTo>
                    <a:pt x="4826757" y="1693725"/>
                  </a:moveTo>
                  <a:lnTo>
                    <a:pt x="4826698" y="1684210"/>
                  </a:lnTo>
                  <a:lnTo>
                    <a:pt x="4874367" y="1684210"/>
                  </a:lnTo>
                  <a:lnTo>
                    <a:pt x="4869019" y="1686955"/>
                  </a:lnTo>
                  <a:lnTo>
                    <a:pt x="4826757" y="1693725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826364" y="4767376"/>
              <a:ext cx="128905" cy="1336675"/>
            </a:xfrm>
            <a:custGeom>
              <a:avLst/>
              <a:gdLst/>
              <a:ahLst/>
              <a:cxnLst/>
              <a:rect l="l" t="t" r="r" b="b"/>
              <a:pathLst>
                <a:path w="128904" h="1336675">
                  <a:moveTo>
                    <a:pt x="128892" y="4279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79"/>
                  </a:lnTo>
                  <a:lnTo>
                    <a:pt x="0" y="1332547"/>
                  </a:lnTo>
                  <a:lnTo>
                    <a:pt x="4114" y="1336649"/>
                  </a:lnTo>
                  <a:lnTo>
                    <a:pt x="124777" y="1336649"/>
                  </a:lnTo>
                  <a:lnTo>
                    <a:pt x="128892" y="1332547"/>
                  </a:lnTo>
                  <a:lnTo>
                    <a:pt x="128892" y="1327302"/>
                  </a:lnTo>
                  <a:lnTo>
                    <a:pt x="128879" y="1317777"/>
                  </a:lnTo>
                  <a:lnTo>
                    <a:pt x="128892" y="19050"/>
                  </a:lnTo>
                  <a:lnTo>
                    <a:pt x="128879" y="9525"/>
                  </a:lnTo>
                  <a:lnTo>
                    <a:pt x="128892" y="4279"/>
                  </a:lnTo>
                  <a:close/>
                </a:path>
              </a:pathLst>
            </a:custGeom>
            <a:solidFill>
              <a:srgbClr val="3F674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945724" y="4832248"/>
            <a:ext cx="5518150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050" spc="-70" b="1">
                <a:solidFill>
                  <a:srgbClr val="232323"/>
                </a:solidFill>
                <a:latin typeface="Tahoma"/>
                <a:cs typeface="Tahoma"/>
              </a:rPr>
              <a:t>Schedule</a:t>
            </a:r>
            <a:r>
              <a:rPr dirty="0" sz="2050" spc="-11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32323"/>
                </a:solidFill>
                <a:latin typeface="Tahoma"/>
                <a:cs typeface="Tahoma"/>
              </a:rPr>
              <a:t>delays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45724" y="5362752"/>
            <a:ext cx="55181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8435" marR="1837689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backend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tasks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may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646159"/>
                </a:solidFill>
                <a:latin typeface="Trebuchet MS"/>
                <a:cs typeface="Trebuchet MS"/>
              </a:rPr>
              <a:t>take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646159"/>
                </a:solidFill>
                <a:latin typeface="Trebuchet MS"/>
                <a:cs typeface="Trebuchet MS"/>
              </a:rPr>
              <a:t>longer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than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expected.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2275886" y="4588916"/>
            <a:ext cx="4961255" cy="1694180"/>
            <a:chOff x="12275886" y="4588916"/>
            <a:chExt cx="4961255" cy="1694180"/>
          </a:xfrm>
        </p:grpSpPr>
        <p:sp>
          <p:nvSpPr>
            <p:cNvPr id="37" name="object 37"/>
            <p:cNvSpPr/>
            <p:nvPr/>
          </p:nvSpPr>
          <p:spPr>
            <a:xfrm>
              <a:off x="12285411" y="4598441"/>
              <a:ext cx="4942205" cy="1675130"/>
            </a:xfrm>
            <a:custGeom>
              <a:avLst/>
              <a:gdLst/>
              <a:ahLst/>
              <a:cxnLst/>
              <a:rect l="l" t="t" r="r" b="b"/>
              <a:pathLst>
                <a:path w="4942205" h="1675129">
                  <a:moveTo>
                    <a:pt x="4817173" y="1674685"/>
                  </a:moveTo>
                  <a:lnTo>
                    <a:pt x="124491" y="1674685"/>
                  </a:lnTo>
                  <a:lnTo>
                    <a:pt x="76027" y="1664972"/>
                  </a:lnTo>
                  <a:lnTo>
                    <a:pt x="36456" y="1638490"/>
                  </a:lnTo>
                  <a:lnTo>
                    <a:pt x="9780" y="1599220"/>
                  </a:lnTo>
                  <a:lnTo>
                    <a:pt x="0" y="1551146"/>
                  </a:lnTo>
                  <a:lnTo>
                    <a:pt x="0" y="123539"/>
                  </a:lnTo>
                  <a:lnTo>
                    <a:pt x="9780" y="75464"/>
                  </a:lnTo>
                  <a:lnTo>
                    <a:pt x="36456" y="36194"/>
                  </a:lnTo>
                  <a:lnTo>
                    <a:pt x="76027" y="9712"/>
                  </a:lnTo>
                  <a:lnTo>
                    <a:pt x="124491" y="0"/>
                  </a:lnTo>
                  <a:lnTo>
                    <a:pt x="4817173" y="0"/>
                  </a:lnTo>
                  <a:lnTo>
                    <a:pt x="4865637" y="9712"/>
                  </a:lnTo>
                  <a:lnTo>
                    <a:pt x="4905207" y="36194"/>
                  </a:lnTo>
                  <a:lnTo>
                    <a:pt x="4931883" y="75464"/>
                  </a:lnTo>
                  <a:lnTo>
                    <a:pt x="4941664" y="123539"/>
                  </a:lnTo>
                  <a:lnTo>
                    <a:pt x="4941664" y="1551146"/>
                  </a:lnTo>
                  <a:lnTo>
                    <a:pt x="4931883" y="1599220"/>
                  </a:lnTo>
                  <a:lnTo>
                    <a:pt x="4905207" y="1638490"/>
                  </a:lnTo>
                  <a:lnTo>
                    <a:pt x="4865637" y="1664972"/>
                  </a:lnTo>
                  <a:lnTo>
                    <a:pt x="4817173" y="16746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2275886" y="4588916"/>
              <a:ext cx="4961255" cy="1694180"/>
            </a:xfrm>
            <a:custGeom>
              <a:avLst/>
              <a:gdLst/>
              <a:ahLst/>
              <a:cxnLst/>
              <a:rect l="l" t="t" r="r" b="b"/>
              <a:pathLst>
                <a:path w="4961255" h="1694179">
                  <a:moveTo>
                    <a:pt x="134016" y="1693725"/>
                  </a:moveTo>
                  <a:lnTo>
                    <a:pt x="91696" y="1686955"/>
                  </a:lnTo>
                  <a:lnTo>
                    <a:pt x="54912" y="1668074"/>
                  </a:lnTo>
                  <a:lnTo>
                    <a:pt x="25886" y="1639276"/>
                  </a:lnTo>
                  <a:lnTo>
                    <a:pt x="6842" y="1602746"/>
                  </a:lnTo>
                  <a:lnTo>
                    <a:pt x="0" y="1560671"/>
                  </a:lnTo>
                  <a:lnTo>
                    <a:pt x="0" y="133064"/>
                  </a:lnTo>
                  <a:lnTo>
                    <a:pt x="6842" y="90988"/>
                  </a:lnTo>
                  <a:lnTo>
                    <a:pt x="25886" y="54459"/>
                  </a:lnTo>
                  <a:lnTo>
                    <a:pt x="54912" y="25661"/>
                  </a:lnTo>
                  <a:lnTo>
                    <a:pt x="91696" y="6779"/>
                  </a:lnTo>
                  <a:lnTo>
                    <a:pt x="134016" y="0"/>
                  </a:lnTo>
                  <a:lnTo>
                    <a:pt x="4826698" y="0"/>
                  </a:lnTo>
                  <a:lnTo>
                    <a:pt x="4826698" y="9525"/>
                  </a:lnTo>
                  <a:lnTo>
                    <a:pt x="134016" y="9525"/>
                  </a:lnTo>
                  <a:lnTo>
                    <a:pt x="134016" y="19050"/>
                  </a:lnTo>
                  <a:lnTo>
                    <a:pt x="89250" y="28024"/>
                  </a:lnTo>
                  <a:lnTo>
                    <a:pt x="52709" y="52482"/>
                  </a:lnTo>
                  <a:lnTo>
                    <a:pt x="28079" y="88728"/>
                  </a:lnTo>
                  <a:lnTo>
                    <a:pt x="19050" y="133064"/>
                  </a:lnTo>
                  <a:lnTo>
                    <a:pt x="19050" y="1560671"/>
                  </a:lnTo>
                  <a:lnTo>
                    <a:pt x="28079" y="1605007"/>
                  </a:lnTo>
                  <a:lnTo>
                    <a:pt x="52709" y="1641252"/>
                  </a:lnTo>
                  <a:lnTo>
                    <a:pt x="89250" y="1665711"/>
                  </a:lnTo>
                  <a:lnTo>
                    <a:pt x="134016" y="1674685"/>
                  </a:lnTo>
                  <a:lnTo>
                    <a:pt x="4892924" y="1674685"/>
                  </a:lnTo>
                  <a:lnTo>
                    <a:pt x="4874368" y="1684210"/>
                  </a:lnTo>
                  <a:lnTo>
                    <a:pt x="134016" y="1684210"/>
                  </a:lnTo>
                  <a:lnTo>
                    <a:pt x="134016" y="1693725"/>
                  </a:lnTo>
                  <a:close/>
                </a:path>
                <a:path w="4961255" h="1694179">
                  <a:moveTo>
                    <a:pt x="4892924" y="1674685"/>
                  </a:moveTo>
                  <a:lnTo>
                    <a:pt x="4826698" y="1674685"/>
                  </a:lnTo>
                  <a:lnTo>
                    <a:pt x="4871464" y="1665711"/>
                  </a:lnTo>
                  <a:lnTo>
                    <a:pt x="4908006" y="1641252"/>
                  </a:lnTo>
                  <a:lnTo>
                    <a:pt x="4932635" y="1605007"/>
                  </a:lnTo>
                  <a:lnTo>
                    <a:pt x="4941665" y="1560671"/>
                  </a:lnTo>
                  <a:lnTo>
                    <a:pt x="4941665" y="133064"/>
                  </a:lnTo>
                  <a:lnTo>
                    <a:pt x="4932635" y="88728"/>
                  </a:lnTo>
                  <a:lnTo>
                    <a:pt x="4908006" y="52482"/>
                  </a:lnTo>
                  <a:lnTo>
                    <a:pt x="4871464" y="28024"/>
                  </a:lnTo>
                  <a:lnTo>
                    <a:pt x="4826698" y="19050"/>
                  </a:lnTo>
                  <a:lnTo>
                    <a:pt x="134016" y="19050"/>
                  </a:lnTo>
                  <a:lnTo>
                    <a:pt x="134016" y="9525"/>
                  </a:lnTo>
                  <a:lnTo>
                    <a:pt x="4826698" y="9525"/>
                  </a:lnTo>
                  <a:lnTo>
                    <a:pt x="4826698" y="0"/>
                  </a:lnTo>
                  <a:lnTo>
                    <a:pt x="4869019" y="6779"/>
                  </a:lnTo>
                  <a:lnTo>
                    <a:pt x="4905803" y="25661"/>
                  </a:lnTo>
                  <a:lnTo>
                    <a:pt x="4934828" y="54459"/>
                  </a:lnTo>
                  <a:lnTo>
                    <a:pt x="4953873" y="90988"/>
                  </a:lnTo>
                  <a:lnTo>
                    <a:pt x="4960715" y="133064"/>
                  </a:lnTo>
                  <a:lnTo>
                    <a:pt x="4960715" y="1560671"/>
                  </a:lnTo>
                  <a:lnTo>
                    <a:pt x="4953873" y="1602746"/>
                  </a:lnTo>
                  <a:lnTo>
                    <a:pt x="4934828" y="1639276"/>
                  </a:lnTo>
                  <a:lnTo>
                    <a:pt x="4905803" y="1668074"/>
                  </a:lnTo>
                  <a:lnTo>
                    <a:pt x="4892924" y="1674685"/>
                  </a:lnTo>
                  <a:close/>
                </a:path>
                <a:path w="4961255" h="1694179">
                  <a:moveTo>
                    <a:pt x="4826698" y="1693725"/>
                  </a:moveTo>
                  <a:lnTo>
                    <a:pt x="134016" y="1693725"/>
                  </a:lnTo>
                  <a:lnTo>
                    <a:pt x="134016" y="1684210"/>
                  </a:lnTo>
                  <a:lnTo>
                    <a:pt x="4826698" y="1684210"/>
                  </a:lnTo>
                  <a:lnTo>
                    <a:pt x="4826698" y="1693725"/>
                  </a:lnTo>
                  <a:close/>
                </a:path>
                <a:path w="4961255" h="1694179">
                  <a:moveTo>
                    <a:pt x="4826758" y="1693725"/>
                  </a:moveTo>
                  <a:lnTo>
                    <a:pt x="4826698" y="1684210"/>
                  </a:lnTo>
                  <a:lnTo>
                    <a:pt x="4874368" y="1684210"/>
                  </a:lnTo>
                  <a:lnTo>
                    <a:pt x="4869019" y="1686955"/>
                  </a:lnTo>
                  <a:lnTo>
                    <a:pt x="4826758" y="1693725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2454331" y="4767376"/>
              <a:ext cx="128905" cy="1336675"/>
            </a:xfrm>
            <a:custGeom>
              <a:avLst/>
              <a:gdLst/>
              <a:ahLst/>
              <a:cxnLst/>
              <a:rect l="l" t="t" r="r" b="b"/>
              <a:pathLst>
                <a:path w="128904" h="1336675">
                  <a:moveTo>
                    <a:pt x="128879" y="4279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79"/>
                  </a:lnTo>
                  <a:lnTo>
                    <a:pt x="0" y="1332547"/>
                  </a:lnTo>
                  <a:lnTo>
                    <a:pt x="4102" y="1336649"/>
                  </a:lnTo>
                  <a:lnTo>
                    <a:pt x="124764" y="1336649"/>
                  </a:lnTo>
                  <a:lnTo>
                    <a:pt x="128879" y="1332547"/>
                  </a:lnTo>
                  <a:lnTo>
                    <a:pt x="128879" y="1327302"/>
                  </a:lnTo>
                  <a:lnTo>
                    <a:pt x="128866" y="1317777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79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2739427" y="4832248"/>
            <a:ext cx="113855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215" b="1">
                <a:solidFill>
                  <a:srgbClr val="232323"/>
                </a:solidFill>
                <a:latin typeface="Tahoma"/>
                <a:cs typeface="Tahoma"/>
              </a:rPr>
              <a:t>API</a:t>
            </a:r>
            <a:r>
              <a:rPr dirty="0" sz="2050" spc="-17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20" b="1">
                <a:solidFill>
                  <a:srgbClr val="232323"/>
                </a:solidFill>
                <a:latin typeface="Tahoma"/>
                <a:cs typeface="Tahoma"/>
              </a:rPr>
              <a:t>costs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739427" y="5362752"/>
            <a:ext cx="423989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646159"/>
                </a:solidFill>
                <a:latin typeface="Trebuchet MS"/>
                <a:cs typeface="Trebuchet MS"/>
              </a:rPr>
              <a:t>AI</a:t>
            </a:r>
            <a:r>
              <a:rPr dirty="0" sz="15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45">
                <a:solidFill>
                  <a:srgbClr val="646159"/>
                </a:solidFill>
                <a:latin typeface="Trebuchet MS"/>
                <a:cs typeface="Trebuchet MS"/>
              </a:rPr>
              <a:t>token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service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>
                <a:solidFill>
                  <a:srgbClr val="646159"/>
                </a:solidFill>
                <a:latin typeface="Trebuchet MS"/>
                <a:cs typeface="Trebuchet MS"/>
              </a:rPr>
              <a:t>usage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646159"/>
                </a:solidFill>
                <a:latin typeface="Trebuchet MS"/>
                <a:cs typeface="Trebuchet MS"/>
              </a:rPr>
              <a:t>may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646159"/>
                </a:solidFill>
                <a:latin typeface="Trebuchet MS"/>
                <a:cs typeface="Trebuchet MS"/>
              </a:rPr>
              <a:t>exceed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60">
                <a:solidFill>
                  <a:srgbClr val="646159"/>
                </a:solidFill>
                <a:latin typeface="Trebuchet MS"/>
                <a:cs typeface="Trebuchet MS"/>
              </a:rPr>
              <a:t>the</a:t>
            </a:r>
            <a:r>
              <a:rPr dirty="0" sz="15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646159"/>
                </a:solidFill>
                <a:latin typeface="Trebuchet MS"/>
                <a:cs typeface="Trebuchet MS"/>
              </a:rPr>
              <a:t>planned budget.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216249" y="7608798"/>
            <a:ext cx="11412855" cy="815340"/>
            <a:chOff x="3216249" y="7608798"/>
            <a:chExt cx="11412855" cy="815340"/>
          </a:xfrm>
        </p:grpSpPr>
        <p:sp>
          <p:nvSpPr>
            <p:cNvPr id="43" name="object 43"/>
            <p:cNvSpPr/>
            <p:nvPr/>
          </p:nvSpPr>
          <p:spPr>
            <a:xfrm>
              <a:off x="3225774" y="7618323"/>
              <a:ext cx="11393805" cy="796290"/>
            </a:xfrm>
            <a:custGeom>
              <a:avLst/>
              <a:gdLst/>
              <a:ahLst/>
              <a:cxnLst/>
              <a:rect l="l" t="t" r="r" b="b"/>
              <a:pathLst>
                <a:path w="11393805" h="796290">
                  <a:moveTo>
                    <a:pt x="11280934" y="796194"/>
                  </a:moveTo>
                  <a:lnTo>
                    <a:pt x="112299" y="796194"/>
                  </a:lnTo>
                  <a:lnTo>
                    <a:pt x="68661" y="787567"/>
                  </a:lnTo>
                  <a:lnTo>
                    <a:pt x="32951" y="764035"/>
                  </a:lnTo>
                  <a:lnTo>
                    <a:pt x="8854" y="729128"/>
                  </a:lnTo>
                  <a:lnTo>
                    <a:pt x="0" y="686371"/>
                  </a:lnTo>
                  <a:lnTo>
                    <a:pt x="0" y="109823"/>
                  </a:lnTo>
                  <a:lnTo>
                    <a:pt x="8826" y="67066"/>
                  </a:lnTo>
                  <a:lnTo>
                    <a:pt x="32896" y="32158"/>
                  </a:lnTo>
                  <a:lnTo>
                    <a:pt x="68593" y="8627"/>
                  </a:lnTo>
                  <a:lnTo>
                    <a:pt x="112299" y="0"/>
                  </a:lnTo>
                  <a:lnTo>
                    <a:pt x="11280934" y="0"/>
                  </a:lnTo>
                  <a:lnTo>
                    <a:pt x="11324640" y="8627"/>
                  </a:lnTo>
                  <a:lnTo>
                    <a:pt x="11360337" y="32158"/>
                  </a:lnTo>
                  <a:lnTo>
                    <a:pt x="11384407" y="67066"/>
                  </a:lnTo>
                  <a:lnTo>
                    <a:pt x="11393234" y="109823"/>
                  </a:lnTo>
                  <a:lnTo>
                    <a:pt x="11393234" y="686371"/>
                  </a:lnTo>
                  <a:lnTo>
                    <a:pt x="11384407" y="729128"/>
                  </a:lnTo>
                  <a:lnTo>
                    <a:pt x="11360337" y="764035"/>
                  </a:lnTo>
                  <a:lnTo>
                    <a:pt x="11324640" y="787567"/>
                  </a:lnTo>
                  <a:lnTo>
                    <a:pt x="11280934" y="796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216249" y="7608798"/>
              <a:ext cx="11412855" cy="815340"/>
            </a:xfrm>
            <a:custGeom>
              <a:avLst/>
              <a:gdLst/>
              <a:ahLst/>
              <a:cxnLst/>
              <a:rect l="l" t="t" r="r" b="b"/>
              <a:pathLst>
                <a:path w="11412855" h="815340">
                  <a:moveTo>
                    <a:pt x="121824" y="815217"/>
                  </a:moveTo>
                  <a:lnTo>
                    <a:pt x="74500" y="805892"/>
                  </a:lnTo>
                  <a:lnTo>
                    <a:pt x="35766" y="780359"/>
                  </a:lnTo>
                  <a:lnTo>
                    <a:pt x="9605" y="742432"/>
                  </a:lnTo>
                  <a:lnTo>
                    <a:pt x="0" y="695896"/>
                  </a:lnTo>
                  <a:lnTo>
                    <a:pt x="0" y="119348"/>
                  </a:lnTo>
                  <a:lnTo>
                    <a:pt x="9605" y="72812"/>
                  </a:lnTo>
                  <a:lnTo>
                    <a:pt x="35766" y="34885"/>
                  </a:lnTo>
                  <a:lnTo>
                    <a:pt x="74500" y="9352"/>
                  </a:lnTo>
                  <a:lnTo>
                    <a:pt x="121824" y="0"/>
                  </a:lnTo>
                  <a:lnTo>
                    <a:pt x="11290459" y="0"/>
                  </a:lnTo>
                  <a:lnTo>
                    <a:pt x="11290459" y="9525"/>
                  </a:lnTo>
                  <a:lnTo>
                    <a:pt x="121824" y="9525"/>
                  </a:lnTo>
                  <a:lnTo>
                    <a:pt x="121824" y="19050"/>
                  </a:lnTo>
                  <a:lnTo>
                    <a:pt x="81736" y="26966"/>
                  </a:lnTo>
                  <a:lnTo>
                    <a:pt x="49077" y="48518"/>
                  </a:lnTo>
                  <a:lnTo>
                    <a:pt x="27098" y="80410"/>
                  </a:lnTo>
                  <a:lnTo>
                    <a:pt x="19050" y="119348"/>
                  </a:lnTo>
                  <a:lnTo>
                    <a:pt x="19050" y="695896"/>
                  </a:lnTo>
                  <a:lnTo>
                    <a:pt x="27124" y="734874"/>
                  </a:lnTo>
                  <a:lnTo>
                    <a:pt x="49119" y="766762"/>
                  </a:lnTo>
                  <a:lnTo>
                    <a:pt x="81764" y="788292"/>
                  </a:lnTo>
                  <a:lnTo>
                    <a:pt x="121729" y="796194"/>
                  </a:lnTo>
                  <a:lnTo>
                    <a:pt x="11352495" y="796194"/>
                  </a:lnTo>
                  <a:lnTo>
                    <a:pt x="11338045" y="805719"/>
                  </a:lnTo>
                  <a:lnTo>
                    <a:pt x="121824" y="805719"/>
                  </a:lnTo>
                  <a:lnTo>
                    <a:pt x="121824" y="815217"/>
                  </a:lnTo>
                  <a:close/>
                </a:path>
                <a:path w="11412855" h="815340">
                  <a:moveTo>
                    <a:pt x="11352495" y="796194"/>
                  </a:moveTo>
                  <a:lnTo>
                    <a:pt x="11290459" y="796194"/>
                  </a:lnTo>
                  <a:lnTo>
                    <a:pt x="11330532" y="788292"/>
                  </a:lnTo>
                  <a:lnTo>
                    <a:pt x="11363158" y="766762"/>
                  </a:lnTo>
                  <a:lnTo>
                    <a:pt x="11385105" y="734874"/>
                  </a:lnTo>
                  <a:lnTo>
                    <a:pt x="11393138" y="695896"/>
                  </a:lnTo>
                  <a:lnTo>
                    <a:pt x="11393138" y="119348"/>
                  </a:lnTo>
                  <a:lnTo>
                    <a:pt x="11385091" y="80410"/>
                  </a:lnTo>
                  <a:lnTo>
                    <a:pt x="11363123" y="48518"/>
                  </a:lnTo>
                  <a:lnTo>
                    <a:pt x="11330492" y="26966"/>
                  </a:lnTo>
                  <a:lnTo>
                    <a:pt x="11290459" y="19050"/>
                  </a:lnTo>
                  <a:lnTo>
                    <a:pt x="121824" y="19050"/>
                  </a:lnTo>
                  <a:lnTo>
                    <a:pt x="121824" y="9525"/>
                  </a:lnTo>
                  <a:lnTo>
                    <a:pt x="11290459" y="9525"/>
                  </a:lnTo>
                  <a:lnTo>
                    <a:pt x="11290459" y="0"/>
                  </a:lnTo>
                  <a:lnTo>
                    <a:pt x="11337783" y="9352"/>
                  </a:lnTo>
                  <a:lnTo>
                    <a:pt x="11376517" y="34885"/>
                  </a:lnTo>
                  <a:lnTo>
                    <a:pt x="11402678" y="72812"/>
                  </a:lnTo>
                  <a:lnTo>
                    <a:pt x="11412284" y="119348"/>
                  </a:lnTo>
                  <a:lnTo>
                    <a:pt x="11412284" y="695896"/>
                  </a:lnTo>
                  <a:lnTo>
                    <a:pt x="11402678" y="742432"/>
                  </a:lnTo>
                  <a:lnTo>
                    <a:pt x="11376517" y="780359"/>
                  </a:lnTo>
                  <a:lnTo>
                    <a:pt x="11352495" y="796194"/>
                  </a:lnTo>
                  <a:close/>
                </a:path>
                <a:path w="11412855" h="815340">
                  <a:moveTo>
                    <a:pt x="11290459" y="815217"/>
                  </a:moveTo>
                  <a:lnTo>
                    <a:pt x="121830" y="815217"/>
                  </a:lnTo>
                  <a:lnTo>
                    <a:pt x="121824" y="805719"/>
                  </a:lnTo>
                  <a:lnTo>
                    <a:pt x="11290459" y="805719"/>
                  </a:lnTo>
                  <a:lnTo>
                    <a:pt x="11290459" y="815217"/>
                  </a:lnTo>
                  <a:close/>
                </a:path>
                <a:path w="11412855" h="815340">
                  <a:moveTo>
                    <a:pt x="11290599" y="815217"/>
                  </a:moveTo>
                  <a:lnTo>
                    <a:pt x="11290459" y="815217"/>
                  </a:lnTo>
                  <a:lnTo>
                    <a:pt x="11290459" y="805719"/>
                  </a:lnTo>
                  <a:lnTo>
                    <a:pt x="11338045" y="805719"/>
                  </a:lnTo>
                  <a:lnTo>
                    <a:pt x="11337783" y="805892"/>
                  </a:lnTo>
                  <a:lnTo>
                    <a:pt x="11290599" y="815217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3515064" y="7859064"/>
            <a:ext cx="6871334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Highest-</a:t>
            </a:r>
            <a:r>
              <a:rPr dirty="0" sz="1700" spc="-70">
                <a:solidFill>
                  <a:srgbClr val="232323"/>
                </a:solidFill>
                <a:latin typeface="Trebuchet MS"/>
                <a:cs typeface="Trebuchet MS"/>
              </a:rPr>
              <a:t>priority</a:t>
            </a:r>
            <a:r>
              <a:rPr dirty="0" sz="1700" spc="-1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risks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are</a:t>
            </a:r>
            <a:r>
              <a:rPr dirty="0" sz="1700" spc="-1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those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65">
                <a:solidFill>
                  <a:srgbClr val="232323"/>
                </a:solidFill>
                <a:latin typeface="Trebuchet MS"/>
                <a:cs typeface="Trebuchet MS"/>
              </a:rPr>
              <a:t>with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232323"/>
                </a:solidFill>
                <a:latin typeface="Trebuchet MS"/>
                <a:cs typeface="Trebuchet MS"/>
              </a:rPr>
              <a:t>both</a:t>
            </a:r>
            <a:r>
              <a:rPr dirty="0" sz="1700" spc="-1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232323"/>
                </a:solidFill>
                <a:latin typeface="Trebuchet MS"/>
                <a:cs typeface="Trebuchet MS"/>
              </a:rPr>
              <a:t>high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likelihood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1700" spc="-1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232323"/>
                </a:solidFill>
                <a:latin typeface="Trebuchet MS"/>
                <a:cs typeface="Trebuchet MS"/>
              </a:rPr>
              <a:t>high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impact.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6F5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82026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31443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180858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526772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576189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625604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675021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7244372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773853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823269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872686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9221019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971518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0"/>
            <a:ext cx="18288000" cy="215265"/>
          </a:xfrm>
          <a:custGeom>
            <a:avLst/>
            <a:gdLst/>
            <a:ahLst/>
            <a:cxnLst/>
            <a:rect l="l" t="t" r="r" b="b"/>
            <a:pathLst>
              <a:path w="18288000" h="215265">
                <a:moveTo>
                  <a:pt x="18288000" y="0"/>
                </a:moveTo>
                <a:lnTo>
                  <a:pt x="9512" y="0"/>
                </a:lnTo>
                <a:lnTo>
                  <a:pt x="0" y="12"/>
                </a:lnTo>
                <a:lnTo>
                  <a:pt x="0" y="635"/>
                </a:lnTo>
                <a:lnTo>
                  <a:pt x="0" y="205930"/>
                </a:lnTo>
                <a:lnTo>
                  <a:pt x="0" y="206375"/>
                </a:lnTo>
                <a:lnTo>
                  <a:pt x="0" y="215265"/>
                </a:lnTo>
                <a:lnTo>
                  <a:pt x="18288000" y="215265"/>
                </a:lnTo>
                <a:lnTo>
                  <a:pt x="18288000" y="206375"/>
                </a:lnTo>
                <a:lnTo>
                  <a:pt x="9512" y="206375"/>
                </a:lnTo>
                <a:lnTo>
                  <a:pt x="9512" y="205930"/>
                </a:lnTo>
                <a:lnTo>
                  <a:pt x="18288000" y="205930"/>
                </a:lnTo>
                <a:lnTo>
                  <a:pt x="18288000" y="196405"/>
                </a:lnTo>
                <a:lnTo>
                  <a:pt x="18288000" y="9525"/>
                </a:lnTo>
                <a:lnTo>
                  <a:pt x="18288000" y="12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10079621"/>
            <a:ext cx="18288000" cy="207645"/>
          </a:xfrm>
          <a:custGeom>
            <a:avLst/>
            <a:gdLst/>
            <a:ahLst/>
            <a:cxnLst/>
            <a:rect l="l" t="t" r="r" b="b"/>
            <a:pathLst>
              <a:path w="18288000" h="207645">
                <a:moveTo>
                  <a:pt x="18288000" y="0"/>
                </a:moveTo>
                <a:lnTo>
                  <a:pt x="0" y="0"/>
                </a:lnTo>
                <a:lnTo>
                  <a:pt x="0" y="9525"/>
                </a:lnTo>
                <a:lnTo>
                  <a:pt x="0" y="10160"/>
                </a:lnTo>
                <a:lnTo>
                  <a:pt x="0" y="207010"/>
                </a:lnTo>
                <a:lnTo>
                  <a:pt x="0" y="207391"/>
                </a:lnTo>
                <a:lnTo>
                  <a:pt x="18288000" y="207391"/>
                </a:lnTo>
                <a:lnTo>
                  <a:pt x="18288000" y="9525"/>
                </a:lnTo>
                <a:lnTo>
                  <a:pt x="18288000" y="0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0"/>
              <a:t>Measurements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65809" y="1461284"/>
            <a:ext cx="47980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How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646159"/>
                </a:solidFill>
                <a:latin typeface="Trebuchet MS"/>
                <a:cs typeface="Trebuchet MS"/>
              </a:rPr>
              <a:t>we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40">
                <a:solidFill>
                  <a:srgbClr val="646159"/>
                </a:solidFill>
                <a:latin typeface="Trebuchet MS"/>
                <a:cs typeface="Trebuchet MS"/>
              </a:rPr>
              <a:t>track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progress,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646159"/>
                </a:solidFill>
                <a:latin typeface="Trebuchet MS"/>
                <a:cs typeface="Trebuchet MS"/>
              </a:rPr>
              <a:t>quality,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7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646159"/>
                </a:solidFill>
                <a:latin typeface="Trebuchet MS"/>
                <a:cs typeface="Trebuchet MS"/>
              </a:rPr>
              <a:t>product</a:t>
            </a:r>
            <a:r>
              <a:rPr dirty="0" sz="1700" spc="-11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646159"/>
                </a:solidFill>
                <a:latin typeface="Trebuchet MS"/>
                <a:cs typeface="Trebuchet MS"/>
              </a:rPr>
              <a:t>value.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500406" y="6647926"/>
            <a:ext cx="15118715" cy="1007744"/>
            <a:chOff x="1500406" y="6647926"/>
            <a:chExt cx="15118715" cy="1007744"/>
          </a:xfrm>
        </p:grpSpPr>
        <p:sp>
          <p:nvSpPr>
            <p:cNvPr id="22" name="object 22"/>
            <p:cNvSpPr/>
            <p:nvPr/>
          </p:nvSpPr>
          <p:spPr>
            <a:xfrm>
              <a:off x="1509931" y="6657451"/>
              <a:ext cx="15099665" cy="988694"/>
            </a:xfrm>
            <a:custGeom>
              <a:avLst/>
              <a:gdLst/>
              <a:ahLst/>
              <a:cxnLst/>
              <a:rect l="l" t="t" r="r" b="b"/>
              <a:pathLst>
                <a:path w="15099665" h="988695">
                  <a:moveTo>
                    <a:pt x="14987586" y="988313"/>
                  </a:moveTo>
                  <a:lnTo>
                    <a:pt x="111823" y="988313"/>
                  </a:lnTo>
                  <a:lnTo>
                    <a:pt x="68312" y="979686"/>
                  </a:lnTo>
                  <a:lnTo>
                    <a:pt x="32766" y="956155"/>
                  </a:lnTo>
                  <a:lnTo>
                    <a:pt x="8792" y="921247"/>
                  </a:lnTo>
                  <a:lnTo>
                    <a:pt x="0" y="878490"/>
                  </a:lnTo>
                  <a:lnTo>
                    <a:pt x="0" y="109823"/>
                  </a:lnTo>
                  <a:lnTo>
                    <a:pt x="8792" y="67066"/>
                  </a:lnTo>
                  <a:lnTo>
                    <a:pt x="32766" y="32158"/>
                  </a:lnTo>
                  <a:lnTo>
                    <a:pt x="68312" y="8627"/>
                  </a:lnTo>
                  <a:lnTo>
                    <a:pt x="111823" y="0"/>
                  </a:lnTo>
                  <a:lnTo>
                    <a:pt x="14987586" y="0"/>
                  </a:lnTo>
                  <a:lnTo>
                    <a:pt x="15031098" y="8627"/>
                  </a:lnTo>
                  <a:lnTo>
                    <a:pt x="15066644" y="32158"/>
                  </a:lnTo>
                  <a:lnTo>
                    <a:pt x="15090617" y="67066"/>
                  </a:lnTo>
                  <a:lnTo>
                    <a:pt x="15099410" y="109823"/>
                  </a:lnTo>
                  <a:lnTo>
                    <a:pt x="15099410" y="878490"/>
                  </a:lnTo>
                  <a:lnTo>
                    <a:pt x="15090630" y="921247"/>
                  </a:lnTo>
                  <a:lnTo>
                    <a:pt x="15066679" y="956155"/>
                  </a:lnTo>
                  <a:lnTo>
                    <a:pt x="15031138" y="979686"/>
                  </a:lnTo>
                  <a:lnTo>
                    <a:pt x="14987586" y="9883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00406" y="6647926"/>
              <a:ext cx="15118715" cy="1007744"/>
            </a:xfrm>
            <a:custGeom>
              <a:avLst/>
              <a:gdLst/>
              <a:ahLst/>
              <a:cxnLst/>
              <a:rect l="l" t="t" r="r" b="b"/>
              <a:pathLst>
                <a:path w="15118715" h="1007745">
                  <a:moveTo>
                    <a:pt x="121343" y="1007364"/>
                  </a:moveTo>
                  <a:lnTo>
                    <a:pt x="121205" y="1007364"/>
                  </a:lnTo>
                  <a:lnTo>
                    <a:pt x="74178" y="998011"/>
                  </a:lnTo>
                  <a:lnTo>
                    <a:pt x="35599" y="972478"/>
                  </a:lnTo>
                  <a:lnTo>
                    <a:pt x="9557" y="934551"/>
                  </a:lnTo>
                  <a:lnTo>
                    <a:pt x="0" y="888015"/>
                  </a:lnTo>
                  <a:lnTo>
                    <a:pt x="0" y="119348"/>
                  </a:lnTo>
                  <a:lnTo>
                    <a:pt x="9557" y="72812"/>
                  </a:lnTo>
                  <a:lnTo>
                    <a:pt x="35599" y="34885"/>
                  </a:lnTo>
                  <a:lnTo>
                    <a:pt x="74178" y="9352"/>
                  </a:lnTo>
                  <a:lnTo>
                    <a:pt x="121348" y="0"/>
                  </a:lnTo>
                  <a:lnTo>
                    <a:pt x="14997111" y="0"/>
                  </a:lnTo>
                  <a:lnTo>
                    <a:pt x="14997111" y="9525"/>
                  </a:lnTo>
                  <a:lnTo>
                    <a:pt x="121348" y="9525"/>
                  </a:lnTo>
                  <a:lnTo>
                    <a:pt x="121348" y="19050"/>
                  </a:lnTo>
                  <a:lnTo>
                    <a:pt x="81455" y="26952"/>
                  </a:lnTo>
                  <a:lnTo>
                    <a:pt x="48946" y="48482"/>
                  </a:lnTo>
                  <a:lnTo>
                    <a:pt x="27064" y="80370"/>
                  </a:lnTo>
                  <a:lnTo>
                    <a:pt x="19050" y="119348"/>
                  </a:lnTo>
                  <a:lnTo>
                    <a:pt x="19050" y="888015"/>
                  </a:lnTo>
                  <a:lnTo>
                    <a:pt x="27064" y="926993"/>
                  </a:lnTo>
                  <a:lnTo>
                    <a:pt x="48946" y="958881"/>
                  </a:lnTo>
                  <a:lnTo>
                    <a:pt x="81455" y="980411"/>
                  </a:lnTo>
                  <a:lnTo>
                    <a:pt x="121348" y="988314"/>
                  </a:lnTo>
                  <a:lnTo>
                    <a:pt x="15058933" y="988314"/>
                  </a:lnTo>
                  <a:lnTo>
                    <a:pt x="15044542" y="997839"/>
                  </a:lnTo>
                  <a:lnTo>
                    <a:pt x="121348" y="997839"/>
                  </a:lnTo>
                  <a:lnTo>
                    <a:pt x="121343" y="1007364"/>
                  </a:lnTo>
                  <a:close/>
                </a:path>
                <a:path w="15118715" h="1007745">
                  <a:moveTo>
                    <a:pt x="15058933" y="988314"/>
                  </a:moveTo>
                  <a:lnTo>
                    <a:pt x="14997111" y="988314"/>
                  </a:lnTo>
                  <a:lnTo>
                    <a:pt x="15037004" y="980411"/>
                  </a:lnTo>
                  <a:lnTo>
                    <a:pt x="15069513" y="958881"/>
                  </a:lnTo>
                  <a:lnTo>
                    <a:pt x="15091395" y="926993"/>
                  </a:lnTo>
                  <a:lnTo>
                    <a:pt x="15099410" y="888015"/>
                  </a:lnTo>
                  <a:lnTo>
                    <a:pt x="15099410" y="119348"/>
                  </a:lnTo>
                  <a:lnTo>
                    <a:pt x="15091395" y="80370"/>
                  </a:lnTo>
                  <a:lnTo>
                    <a:pt x="15069513" y="48482"/>
                  </a:lnTo>
                  <a:lnTo>
                    <a:pt x="15037004" y="26952"/>
                  </a:lnTo>
                  <a:lnTo>
                    <a:pt x="14997111" y="19050"/>
                  </a:lnTo>
                  <a:lnTo>
                    <a:pt x="121348" y="19050"/>
                  </a:lnTo>
                  <a:lnTo>
                    <a:pt x="121348" y="9525"/>
                  </a:lnTo>
                  <a:lnTo>
                    <a:pt x="14997111" y="9525"/>
                  </a:lnTo>
                  <a:lnTo>
                    <a:pt x="14997111" y="0"/>
                  </a:lnTo>
                  <a:lnTo>
                    <a:pt x="15044281" y="9352"/>
                  </a:lnTo>
                  <a:lnTo>
                    <a:pt x="15082860" y="34885"/>
                  </a:lnTo>
                  <a:lnTo>
                    <a:pt x="15108902" y="72812"/>
                  </a:lnTo>
                  <a:lnTo>
                    <a:pt x="15118460" y="119348"/>
                  </a:lnTo>
                  <a:lnTo>
                    <a:pt x="15118460" y="888015"/>
                  </a:lnTo>
                  <a:lnTo>
                    <a:pt x="15108902" y="934551"/>
                  </a:lnTo>
                  <a:lnTo>
                    <a:pt x="15082860" y="972478"/>
                  </a:lnTo>
                  <a:lnTo>
                    <a:pt x="15058933" y="988314"/>
                  </a:lnTo>
                  <a:close/>
                </a:path>
                <a:path w="15118715" h="1007745">
                  <a:moveTo>
                    <a:pt x="14997111" y="1007364"/>
                  </a:moveTo>
                  <a:lnTo>
                    <a:pt x="121348" y="1007364"/>
                  </a:lnTo>
                  <a:lnTo>
                    <a:pt x="121348" y="997839"/>
                  </a:lnTo>
                  <a:lnTo>
                    <a:pt x="14997111" y="997839"/>
                  </a:lnTo>
                  <a:lnTo>
                    <a:pt x="14997111" y="1007364"/>
                  </a:lnTo>
                  <a:close/>
                </a:path>
                <a:path w="15118715" h="1007745">
                  <a:moveTo>
                    <a:pt x="14997111" y="1007364"/>
                  </a:moveTo>
                  <a:lnTo>
                    <a:pt x="14997111" y="997839"/>
                  </a:lnTo>
                  <a:lnTo>
                    <a:pt x="15044542" y="997839"/>
                  </a:lnTo>
                  <a:lnTo>
                    <a:pt x="15044281" y="998011"/>
                  </a:lnTo>
                  <a:lnTo>
                    <a:pt x="14997111" y="1007364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799231" y="6993442"/>
            <a:ext cx="911987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Measurements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connect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232323"/>
                </a:solidFill>
                <a:latin typeface="Trebuchet MS"/>
                <a:cs typeface="Trebuchet MS"/>
              </a:rPr>
              <a:t>software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232323"/>
                </a:solidFill>
                <a:latin typeface="Trebuchet MS"/>
                <a:cs typeface="Trebuchet MS"/>
              </a:rPr>
              <a:t>project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management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65">
                <a:solidFill>
                  <a:srgbClr val="232323"/>
                </a:solidFill>
                <a:latin typeface="Trebuchet MS"/>
                <a:cs typeface="Trebuchet MS"/>
              </a:rPr>
              <a:t>with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actual</a:t>
            </a:r>
            <a:r>
              <a:rPr dirty="0" sz="1700" spc="-8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usefulness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45">
                <a:solidFill>
                  <a:srgbClr val="232323"/>
                </a:solidFill>
                <a:latin typeface="Trebuchet MS"/>
                <a:cs typeface="Trebuchet MS"/>
              </a:rPr>
              <a:t>of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1700" spc="-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product.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230275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0" y="477356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D8D1C6">
              <a:alpha val="37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0" y="2461278"/>
            <a:ext cx="18288000" cy="2146935"/>
            <a:chOff x="0" y="2461278"/>
            <a:chExt cx="18288000" cy="2146935"/>
          </a:xfrm>
        </p:grpSpPr>
        <p:sp>
          <p:nvSpPr>
            <p:cNvPr id="28" name="object 28"/>
            <p:cNvSpPr/>
            <p:nvPr/>
          </p:nvSpPr>
          <p:spPr>
            <a:xfrm>
              <a:off x="0" y="2796920"/>
              <a:ext cx="18288000" cy="1489710"/>
            </a:xfrm>
            <a:custGeom>
              <a:avLst/>
              <a:gdLst/>
              <a:ahLst/>
              <a:cxnLst/>
              <a:rect l="l" t="t" r="r" b="b"/>
              <a:pathLst>
                <a:path w="18288000" h="1489710">
                  <a:moveTo>
                    <a:pt x="18287988" y="1482483"/>
                  </a:moveTo>
                  <a:lnTo>
                    <a:pt x="0" y="1482483"/>
                  </a:lnTo>
                  <a:lnTo>
                    <a:pt x="0" y="1489151"/>
                  </a:lnTo>
                  <a:lnTo>
                    <a:pt x="18287988" y="1489151"/>
                  </a:lnTo>
                  <a:lnTo>
                    <a:pt x="18287988" y="1482483"/>
                  </a:lnTo>
                  <a:close/>
                </a:path>
                <a:path w="18288000" h="1489710">
                  <a:moveTo>
                    <a:pt x="18287988" y="988326"/>
                  </a:moveTo>
                  <a:lnTo>
                    <a:pt x="0" y="988326"/>
                  </a:lnTo>
                  <a:lnTo>
                    <a:pt x="0" y="994994"/>
                  </a:lnTo>
                  <a:lnTo>
                    <a:pt x="18287988" y="994994"/>
                  </a:lnTo>
                  <a:lnTo>
                    <a:pt x="18287988" y="988326"/>
                  </a:lnTo>
                  <a:close/>
                </a:path>
                <a:path w="18288000" h="1489710">
                  <a:moveTo>
                    <a:pt x="18287988" y="494169"/>
                  </a:moveTo>
                  <a:lnTo>
                    <a:pt x="0" y="494169"/>
                  </a:lnTo>
                  <a:lnTo>
                    <a:pt x="0" y="500837"/>
                  </a:lnTo>
                  <a:lnTo>
                    <a:pt x="18287988" y="500837"/>
                  </a:lnTo>
                  <a:lnTo>
                    <a:pt x="18287988" y="494169"/>
                  </a:lnTo>
                  <a:close/>
                </a:path>
                <a:path w="18288000" h="1489710">
                  <a:moveTo>
                    <a:pt x="18287988" y="0"/>
                  </a:moveTo>
                  <a:lnTo>
                    <a:pt x="0" y="0"/>
                  </a:lnTo>
                  <a:lnTo>
                    <a:pt x="0" y="6667"/>
                  </a:lnTo>
                  <a:lnTo>
                    <a:pt x="18287988" y="6667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D8D1C6">
                <a:alpha val="3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66764" y="2470803"/>
              <a:ext cx="3775075" cy="2127885"/>
            </a:xfrm>
            <a:custGeom>
              <a:avLst/>
              <a:gdLst/>
              <a:ahLst/>
              <a:cxnLst/>
              <a:rect l="l" t="t" r="r" b="b"/>
              <a:pathLst>
                <a:path w="3775075" h="2127885">
                  <a:moveTo>
                    <a:pt x="3650837" y="2127694"/>
                  </a:moveTo>
                  <a:lnTo>
                    <a:pt x="124015" y="2127694"/>
                  </a:lnTo>
                  <a:lnTo>
                    <a:pt x="75746" y="2117982"/>
                  </a:lnTo>
                  <a:lnTo>
                    <a:pt x="36325" y="2091499"/>
                  </a:lnTo>
                  <a:lnTo>
                    <a:pt x="9746" y="2052229"/>
                  </a:lnTo>
                  <a:lnTo>
                    <a:pt x="0" y="2004155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650837" y="0"/>
                  </a:lnTo>
                  <a:lnTo>
                    <a:pt x="3699106" y="9712"/>
                  </a:lnTo>
                  <a:lnTo>
                    <a:pt x="3738526" y="36194"/>
                  </a:lnTo>
                  <a:lnTo>
                    <a:pt x="3765106" y="75464"/>
                  </a:lnTo>
                  <a:lnTo>
                    <a:pt x="3774852" y="123539"/>
                  </a:lnTo>
                  <a:lnTo>
                    <a:pt x="3774852" y="2004155"/>
                  </a:lnTo>
                  <a:lnTo>
                    <a:pt x="3765106" y="2052229"/>
                  </a:lnTo>
                  <a:lnTo>
                    <a:pt x="3738526" y="2091499"/>
                  </a:lnTo>
                  <a:lnTo>
                    <a:pt x="3699106" y="2117982"/>
                  </a:lnTo>
                  <a:lnTo>
                    <a:pt x="3650837" y="2127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57239" y="2461278"/>
              <a:ext cx="3790315" cy="2146935"/>
            </a:xfrm>
            <a:custGeom>
              <a:avLst/>
              <a:gdLst/>
              <a:ahLst/>
              <a:cxnLst/>
              <a:rect l="l" t="t" r="r" b="b"/>
              <a:pathLst>
                <a:path w="3790315" h="2146935">
                  <a:moveTo>
                    <a:pt x="133540" y="2146707"/>
                  </a:moveTo>
                  <a:lnTo>
                    <a:pt x="91342" y="2139965"/>
                  </a:lnTo>
                  <a:lnTo>
                    <a:pt x="54685" y="2121083"/>
                  </a:lnTo>
                  <a:lnTo>
                    <a:pt x="25773" y="2092285"/>
                  </a:lnTo>
                  <a:lnTo>
                    <a:pt x="6810" y="2055755"/>
                  </a:lnTo>
                  <a:lnTo>
                    <a:pt x="0" y="2013680"/>
                  </a:lnTo>
                  <a:lnTo>
                    <a:pt x="0" y="133064"/>
                  </a:lnTo>
                  <a:lnTo>
                    <a:pt x="6810" y="90988"/>
                  </a:lnTo>
                  <a:lnTo>
                    <a:pt x="25773" y="54459"/>
                  </a:lnTo>
                  <a:lnTo>
                    <a:pt x="54685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660362" y="0"/>
                  </a:lnTo>
                  <a:lnTo>
                    <a:pt x="3660362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2013680"/>
                  </a:lnTo>
                  <a:lnTo>
                    <a:pt x="28045" y="2058056"/>
                  </a:lnTo>
                  <a:lnTo>
                    <a:pt x="52578" y="2094297"/>
                  </a:lnTo>
                  <a:lnTo>
                    <a:pt x="88969" y="2118733"/>
                  </a:lnTo>
                  <a:lnTo>
                    <a:pt x="133540" y="2127694"/>
                  </a:lnTo>
                  <a:lnTo>
                    <a:pt x="3726382" y="2127694"/>
                  </a:lnTo>
                  <a:lnTo>
                    <a:pt x="3707890" y="2137219"/>
                  </a:lnTo>
                  <a:lnTo>
                    <a:pt x="133540" y="2137219"/>
                  </a:lnTo>
                  <a:lnTo>
                    <a:pt x="133540" y="2146707"/>
                  </a:lnTo>
                  <a:close/>
                </a:path>
                <a:path w="3790315" h="2146935">
                  <a:moveTo>
                    <a:pt x="3726382" y="2127694"/>
                  </a:moveTo>
                  <a:lnTo>
                    <a:pt x="3660362" y="2127694"/>
                  </a:lnTo>
                  <a:lnTo>
                    <a:pt x="3704933" y="2118733"/>
                  </a:lnTo>
                  <a:lnTo>
                    <a:pt x="3741324" y="2094297"/>
                  </a:lnTo>
                  <a:lnTo>
                    <a:pt x="3765857" y="2058056"/>
                  </a:lnTo>
                  <a:lnTo>
                    <a:pt x="3774852" y="2013680"/>
                  </a:lnTo>
                  <a:lnTo>
                    <a:pt x="3774852" y="133064"/>
                  </a:lnTo>
                  <a:lnTo>
                    <a:pt x="3765857" y="88688"/>
                  </a:lnTo>
                  <a:lnTo>
                    <a:pt x="3741324" y="52447"/>
                  </a:lnTo>
                  <a:lnTo>
                    <a:pt x="3704933" y="28010"/>
                  </a:lnTo>
                  <a:lnTo>
                    <a:pt x="3660362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660362" y="9525"/>
                  </a:lnTo>
                  <a:lnTo>
                    <a:pt x="3660362" y="0"/>
                  </a:lnTo>
                  <a:lnTo>
                    <a:pt x="3702560" y="6779"/>
                  </a:lnTo>
                  <a:lnTo>
                    <a:pt x="3739217" y="25661"/>
                  </a:lnTo>
                  <a:lnTo>
                    <a:pt x="3768128" y="54459"/>
                  </a:lnTo>
                  <a:lnTo>
                    <a:pt x="3787091" y="90988"/>
                  </a:lnTo>
                  <a:lnTo>
                    <a:pt x="3790278" y="110676"/>
                  </a:lnTo>
                  <a:lnTo>
                    <a:pt x="3790278" y="2036068"/>
                  </a:lnTo>
                  <a:lnTo>
                    <a:pt x="3787091" y="2055755"/>
                  </a:lnTo>
                  <a:lnTo>
                    <a:pt x="3768128" y="2092285"/>
                  </a:lnTo>
                  <a:lnTo>
                    <a:pt x="3739217" y="2121083"/>
                  </a:lnTo>
                  <a:lnTo>
                    <a:pt x="3726382" y="2127694"/>
                  </a:lnTo>
                  <a:close/>
                </a:path>
                <a:path w="3790315" h="2146935">
                  <a:moveTo>
                    <a:pt x="3660362" y="2146707"/>
                  </a:moveTo>
                  <a:lnTo>
                    <a:pt x="133546" y="2146707"/>
                  </a:lnTo>
                  <a:lnTo>
                    <a:pt x="133540" y="2137219"/>
                  </a:lnTo>
                  <a:lnTo>
                    <a:pt x="3660362" y="2137219"/>
                  </a:lnTo>
                  <a:lnTo>
                    <a:pt x="3660362" y="2146707"/>
                  </a:lnTo>
                  <a:close/>
                </a:path>
                <a:path w="3790315" h="2146935">
                  <a:moveTo>
                    <a:pt x="3660593" y="2146707"/>
                  </a:moveTo>
                  <a:lnTo>
                    <a:pt x="3660362" y="2146707"/>
                  </a:lnTo>
                  <a:lnTo>
                    <a:pt x="3660362" y="2137219"/>
                  </a:lnTo>
                  <a:lnTo>
                    <a:pt x="3707890" y="2137219"/>
                  </a:lnTo>
                  <a:lnTo>
                    <a:pt x="3702560" y="2139965"/>
                  </a:lnTo>
                  <a:lnTo>
                    <a:pt x="3660593" y="2146707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335684" y="2639732"/>
              <a:ext cx="128905" cy="1790064"/>
            </a:xfrm>
            <a:custGeom>
              <a:avLst/>
              <a:gdLst/>
              <a:ahLst/>
              <a:cxnLst/>
              <a:rect l="l" t="t" r="r" b="b"/>
              <a:pathLst>
                <a:path w="128905" h="1790064">
                  <a:moveTo>
                    <a:pt x="128879" y="4292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92"/>
                  </a:lnTo>
                  <a:lnTo>
                    <a:pt x="0" y="1785556"/>
                  </a:lnTo>
                  <a:lnTo>
                    <a:pt x="4279" y="1789760"/>
                  </a:lnTo>
                  <a:lnTo>
                    <a:pt x="124587" y="1789760"/>
                  </a:lnTo>
                  <a:lnTo>
                    <a:pt x="128879" y="1785556"/>
                  </a:lnTo>
                  <a:lnTo>
                    <a:pt x="128879" y="1780324"/>
                  </a:lnTo>
                  <a:lnTo>
                    <a:pt x="128866" y="177079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6E9E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455038" y="2704611"/>
            <a:ext cx="41459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050" spc="-135" b="1">
                <a:solidFill>
                  <a:srgbClr val="232323"/>
                </a:solidFill>
                <a:latin typeface="Tahoma"/>
                <a:cs typeface="Tahoma"/>
              </a:rPr>
              <a:t>Budget</a:t>
            </a:r>
            <a:r>
              <a:rPr dirty="0" sz="2050" spc="-16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395" b="1">
                <a:solidFill>
                  <a:srgbClr val="232323"/>
                </a:solidFill>
                <a:latin typeface="Tahoma"/>
                <a:cs typeface="Tahoma"/>
              </a:rPr>
              <a:t>/</a:t>
            </a:r>
            <a:r>
              <a:rPr dirty="0" sz="2050" spc="-16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30" b="1">
                <a:solidFill>
                  <a:srgbClr val="232323"/>
                </a:solidFill>
                <a:latin typeface="Tahoma"/>
                <a:cs typeface="Tahoma"/>
              </a:rPr>
              <a:t>Team</a:t>
            </a:r>
            <a:r>
              <a:rPr dirty="0" sz="2050" spc="-16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32323"/>
                </a:solidFill>
                <a:latin typeface="Tahoma"/>
                <a:cs typeface="Tahoma"/>
              </a:rPr>
              <a:t>Effort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55038" y="3235115"/>
            <a:ext cx="4145915" cy="5670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78435" marR="1720850">
              <a:lnSpc>
                <a:spcPts val="2100"/>
              </a:lnSpc>
              <a:spcBef>
                <a:spcPts val="220"/>
              </a:spcBef>
            </a:pPr>
            <a:r>
              <a:rPr dirty="0" sz="1800" spc="-50">
                <a:solidFill>
                  <a:srgbClr val="646159"/>
                </a:solidFill>
                <a:latin typeface="Trebuchet MS"/>
                <a:cs typeface="Trebuchet MS"/>
              </a:rPr>
              <a:t>Budget:</a:t>
            </a:r>
            <a:r>
              <a:rPr dirty="0" sz="18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646159"/>
                </a:solidFill>
                <a:latin typeface="Trebuchet MS"/>
                <a:cs typeface="Trebuchet MS"/>
              </a:rPr>
              <a:t>actual</a:t>
            </a:r>
            <a:r>
              <a:rPr dirty="0" sz="18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cost</a:t>
            </a:r>
            <a:r>
              <a:rPr dirty="0" sz="1800" spc="-12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646159"/>
                </a:solidFill>
                <a:latin typeface="Trebuchet MS"/>
                <a:cs typeface="Trebuchet MS"/>
              </a:rPr>
              <a:t>vs. planned</a:t>
            </a:r>
            <a:r>
              <a:rPr dirty="0" sz="18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budget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55038" y="3768515"/>
            <a:ext cx="4145915" cy="5670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78435" marR="1555750">
              <a:lnSpc>
                <a:spcPts val="2100"/>
              </a:lnSpc>
              <a:spcBef>
                <a:spcPts val="220"/>
              </a:spcBef>
            </a:pPr>
            <a:r>
              <a:rPr dirty="0" sz="1800" spc="-60">
                <a:solidFill>
                  <a:srgbClr val="646159"/>
                </a:solidFill>
                <a:latin typeface="Trebuchet MS"/>
                <a:cs typeface="Trebuchet MS"/>
              </a:rPr>
              <a:t>Team</a:t>
            </a:r>
            <a:r>
              <a:rPr dirty="0" sz="180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95">
                <a:solidFill>
                  <a:srgbClr val="646159"/>
                </a:solidFill>
                <a:latin typeface="Trebuchet MS"/>
                <a:cs typeface="Trebuchet MS"/>
              </a:rPr>
              <a:t>Effort:</a:t>
            </a:r>
            <a:r>
              <a:rPr dirty="0" sz="18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646159"/>
                </a:solidFill>
                <a:latin typeface="Trebuchet MS"/>
                <a:cs typeface="Trebuchet MS"/>
              </a:rPr>
              <a:t>story</a:t>
            </a:r>
            <a:r>
              <a:rPr dirty="0" sz="18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points completed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412524" y="2461278"/>
            <a:ext cx="3790315" cy="2146935"/>
            <a:chOff x="5412524" y="2461278"/>
            <a:chExt cx="3790315" cy="2146935"/>
          </a:xfrm>
        </p:grpSpPr>
        <p:sp>
          <p:nvSpPr>
            <p:cNvPr id="36" name="object 36"/>
            <p:cNvSpPr/>
            <p:nvPr/>
          </p:nvSpPr>
          <p:spPr>
            <a:xfrm>
              <a:off x="5422049" y="2470803"/>
              <a:ext cx="3775075" cy="2127885"/>
            </a:xfrm>
            <a:custGeom>
              <a:avLst/>
              <a:gdLst/>
              <a:ahLst/>
              <a:cxnLst/>
              <a:rect l="l" t="t" r="r" b="b"/>
              <a:pathLst>
                <a:path w="3775075" h="2127885">
                  <a:moveTo>
                    <a:pt x="3650837" y="2127694"/>
                  </a:moveTo>
                  <a:lnTo>
                    <a:pt x="124015" y="2127694"/>
                  </a:lnTo>
                  <a:lnTo>
                    <a:pt x="75746" y="2117982"/>
                  </a:lnTo>
                  <a:lnTo>
                    <a:pt x="36325" y="2091499"/>
                  </a:lnTo>
                  <a:lnTo>
                    <a:pt x="9746" y="2052229"/>
                  </a:lnTo>
                  <a:lnTo>
                    <a:pt x="0" y="2004155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650837" y="0"/>
                  </a:lnTo>
                  <a:lnTo>
                    <a:pt x="3699106" y="9712"/>
                  </a:lnTo>
                  <a:lnTo>
                    <a:pt x="3738526" y="36194"/>
                  </a:lnTo>
                  <a:lnTo>
                    <a:pt x="3765106" y="75464"/>
                  </a:lnTo>
                  <a:lnTo>
                    <a:pt x="3774852" y="123539"/>
                  </a:lnTo>
                  <a:lnTo>
                    <a:pt x="3774852" y="2004155"/>
                  </a:lnTo>
                  <a:lnTo>
                    <a:pt x="3765106" y="2052229"/>
                  </a:lnTo>
                  <a:lnTo>
                    <a:pt x="3738526" y="2091499"/>
                  </a:lnTo>
                  <a:lnTo>
                    <a:pt x="3699106" y="2117982"/>
                  </a:lnTo>
                  <a:lnTo>
                    <a:pt x="3650837" y="2127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412524" y="2461278"/>
              <a:ext cx="3790315" cy="2146935"/>
            </a:xfrm>
            <a:custGeom>
              <a:avLst/>
              <a:gdLst/>
              <a:ahLst/>
              <a:cxnLst/>
              <a:rect l="l" t="t" r="r" b="b"/>
              <a:pathLst>
                <a:path w="3790315" h="2146935">
                  <a:moveTo>
                    <a:pt x="133540" y="2146707"/>
                  </a:moveTo>
                  <a:lnTo>
                    <a:pt x="91342" y="2139965"/>
                  </a:lnTo>
                  <a:lnTo>
                    <a:pt x="54685" y="2121083"/>
                  </a:lnTo>
                  <a:lnTo>
                    <a:pt x="25774" y="2092285"/>
                  </a:lnTo>
                  <a:lnTo>
                    <a:pt x="6810" y="2055755"/>
                  </a:lnTo>
                  <a:lnTo>
                    <a:pt x="0" y="2013680"/>
                  </a:lnTo>
                  <a:lnTo>
                    <a:pt x="0" y="133064"/>
                  </a:lnTo>
                  <a:lnTo>
                    <a:pt x="6810" y="90988"/>
                  </a:lnTo>
                  <a:lnTo>
                    <a:pt x="25774" y="54459"/>
                  </a:lnTo>
                  <a:lnTo>
                    <a:pt x="54685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660362" y="0"/>
                  </a:lnTo>
                  <a:lnTo>
                    <a:pt x="3660362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2013680"/>
                  </a:lnTo>
                  <a:lnTo>
                    <a:pt x="28045" y="2058056"/>
                  </a:lnTo>
                  <a:lnTo>
                    <a:pt x="52578" y="2094297"/>
                  </a:lnTo>
                  <a:lnTo>
                    <a:pt x="88969" y="2118733"/>
                  </a:lnTo>
                  <a:lnTo>
                    <a:pt x="133540" y="2127694"/>
                  </a:lnTo>
                  <a:lnTo>
                    <a:pt x="3726382" y="2127694"/>
                  </a:lnTo>
                  <a:lnTo>
                    <a:pt x="3707890" y="2137219"/>
                  </a:lnTo>
                  <a:lnTo>
                    <a:pt x="133540" y="2137219"/>
                  </a:lnTo>
                  <a:lnTo>
                    <a:pt x="133540" y="2146707"/>
                  </a:lnTo>
                  <a:close/>
                </a:path>
                <a:path w="3790315" h="2146935">
                  <a:moveTo>
                    <a:pt x="3726382" y="2127694"/>
                  </a:moveTo>
                  <a:lnTo>
                    <a:pt x="3660362" y="2127694"/>
                  </a:lnTo>
                  <a:lnTo>
                    <a:pt x="3704933" y="2118733"/>
                  </a:lnTo>
                  <a:lnTo>
                    <a:pt x="3741324" y="2094297"/>
                  </a:lnTo>
                  <a:lnTo>
                    <a:pt x="3765857" y="2058056"/>
                  </a:lnTo>
                  <a:lnTo>
                    <a:pt x="3774852" y="2013680"/>
                  </a:lnTo>
                  <a:lnTo>
                    <a:pt x="3774852" y="133064"/>
                  </a:lnTo>
                  <a:lnTo>
                    <a:pt x="3765857" y="88688"/>
                  </a:lnTo>
                  <a:lnTo>
                    <a:pt x="3741324" y="52447"/>
                  </a:lnTo>
                  <a:lnTo>
                    <a:pt x="3704933" y="28010"/>
                  </a:lnTo>
                  <a:lnTo>
                    <a:pt x="3660362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660362" y="9525"/>
                  </a:lnTo>
                  <a:lnTo>
                    <a:pt x="3660362" y="0"/>
                  </a:lnTo>
                  <a:lnTo>
                    <a:pt x="3702560" y="6779"/>
                  </a:lnTo>
                  <a:lnTo>
                    <a:pt x="3739217" y="25661"/>
                  </a:lnTo>
                  <a:lnTo>
                    <a:pt x="3768128" y="54459"/>
                  </a:lnTo>
                  <a:lnTo>
                    <a:pt x="3787092" y="90988"/>
                  </a:lnTo>
                  <a:lnTo>
                    <a:pt x="3790278" y="110674"/>
                  </a:lnTo>
                  <a:lnTo>
                    <a:pt x="3790278" y="2036070"/>
                  </a:lnTo>
                  <a:lnTo>
                    <a:pt x="3787092" y="2055755"/>
                  </a:lnTo>
                  <a:lnTo>
                    <a:pt x="3768128" y="2092285"/>
                  </a:lnTo>
                  <a:lnTo>
                    <a:pt x="3739217" y="2121083"/>
                  </a:lnTo>
                  <a:lnTo>
                    <a:pt x="3726382" y="2127694"/>
                  </a:lnTo>
                  <a:close/>
                </a:path>
                <a:path w="3790315" h="2146935">
                  <a:moveTo>
                    <a:pt x="3660362" y="2146707"/>
                  </a:moveTo>
                  <a:lnTo>
                    <a:pt x="133546" y="2146707"/>
                  </a:lnTo>
                  <a:lnTo>
                    <a:pt x="133540" y="2137219"/>
                  </a:lnTo>
                  <a:lnTo>
                    <a:pt x="3660362" y="2137219"/>
                  </a:lnTo>
                  <a:lnTo>
                    <a:pt x="3660362" y="2146707"/>
                  </a:lnTo>
                  <a:close/>
                </a:path>
                <a:path w="3790315" h="2146935">
                  <a:moveTo>
                    <a:pt x="3660593" y="2146707"/>
                  </a:moveTo>
                  <a:lnTo>
                    <a:pt x="3660362" y="2146707"/>
                  </a:lnTo>
                  <a:lnTo>
                    <a:pt x="3660362" y="2137219"/>
                  </a:lnTo>
                  <a:lnTo>
                    <a:pt x="3707890" y="2137219"/>
                  </a:lnTo>
                  <a:lnTo>
                    <a:pt x="3702560" y="2139965"/>
                  </a:lnTo>
                  <a:lnTo>
                    <a:pt x="3660593" y="2146707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90972" y="2639732"/>
              <a:ext cx="128905" cy="1790064"/>
            </a:xfrm>
            <a:custGeom>
              <a:avLst/>
              <a:gdLst/>
              <a:ahLst/>
              <a:cxnLst/>
              <a:rect l="l" t="t" r="r" b="b"/>
              <a:pathLst>
                <a:path w="128904" h="1790064">
                  <a:moveTo>
                    <a:pt x="128879" y="4292"/>
                  </a:moveTo>
                  <a:lnTo>
                    <a:pt x="124587" y="0"/>
                  </a:lnTo>
                  <a:lnTo>
                    <a:pt x="4279" y="0"/>
                  </a:lnTo>
                  <a:lnTo>
                    <a:pt x="0" y="4292"/>
                  </a:lnTo>
                  <a:lnTo>
                    <a:pt x="0" y="1785556"/>
                  </a:lnTo>
                  <a:lnTo>
                    <a:pt x="4279" y="1789760"/>
                  </a:lnTo>
                  <a:lnTo>
                    <a:pt x="124587" y="1789760"/>
                  </a:lnTo>
                  <a:lnTo>
                    <a:pt x="128879" y="1785556"/>
                  </a:lnTo>
                  <a:lnTo>
                    <a:pt x="128879" y="1780324"/>
                  </a:lnTo>
                  <a:lnTo>
                    <a:pt x="128866" y="1770799"/>
                  </a:lnTo>
                  <a:lnTo>
                    <a:pt x="128879" y="19050"/>
                  </a:lnTo>
                  <a:lnTo>
                    <a:pt x="128866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6D90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5710322" y="2704611"/>
            <a:ext cx="41459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050" spc="-260" b="1">
                <a:solidFill>
                  <a:srgbClr val="232323"/>
                </a:solidFill>
                <a:latin typeface="Tahoma"/>
                <a:cs typeface="Tahoma"/>
              </a:rPr>
              <a:t>AI</a:t>
            </a:r>
            <a:r>
              <a:rPr dirty="0" sz="2050" spc="-18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32323"/>
                </a:solidFill>
                <a:latin typeface="Tahoma"/>
                <a:cs typeface="Tahoma"/>
              </a:rPr>
              <a:t>Accuracy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10322" y="3235115"/>
            <a:ext cx="4145915" cy="5670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78435" marR="944244">
              <a:lnSpc>
                <a:spcPts val="2100"/>
              </a:lnSpc>
              <a:spcBef>
                <a:spcPts val="220"/>
              </a:spcBef>
            </a:pPr>
            <a:r>
              <a:rPr dirty="0" sz="1800" spc="-30">
                <a:solidFill>
                  <a:srgbClr val="646159"/>
                </a:solidFill>
                <a:latin typeface="Trebuchet MS"/>
                <a:cs typeface="Trebuchet MS"/>
              </a:rPr>
              <a:t>Correct</a:t>
            </a:r>
            <a:r>
              <a:rPr dirty="0" sz="180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and</a:t>
            </a:r>
            <a:r>
              <a:rPr dirty="0" sz="180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646159"/>
                </a:solidFill>
                <a:latin typeface="Trebuchet MS"/>
                <a:cs typeface="Trebuchet MS"/>
              </a:rPr>
              <a:t>helpful</a:t>
            </a:r>
            <a:r>
              <a:rPr dirty="0" sz="180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646159"/>
                </a:solidFill>
                <a:latin typeface="Trebuchet MS"/>
                <a:cs typeface="Trebuchet MS"/>
              </a:rPr>
              <a:t>AI </a:t>
            </a:r>
            <a:r>
              <a:rPr dirty="0" sz="1800" spc="-60">
                <a:solidFill>
                  <a:srgbClr val="646159"/>
                </a:solidFill>
                <a:latin typeface="Trebuchet MS"/>
                <a:cs typeface="Trebuchet MS"/>
              </a:rPr>
              <a:t>meal/workout</a:t>
            </a:r>
            <a:r>
              <a:rPr dirty="0" sz="180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plans</a:t>
            </a:r>
            <a:r>
              <a:rPr dirty="0" sz="1800" spc="-13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646159"/>
                </a:solidFill>
                <a:latin typeface="Trebuchet MS"/>
                <a:cs typeface="Trebuchet MS"/>
              </a:rPr>
              <a:t>divided</a:t>
            </a:r>
            <a:r>
              <a:rPr dirty="0" sz="1800" spc="-14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646159"/>
                </a:solidFill>
                <a:latin typeface="Trebuchet MS"/>
                <a:cs typeface="Trebuchet MS"/>
              </a:rPr>
              <a:t>by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10322" y="3768515"/>
            <a:ext cx="41459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00"/>
              </a:spcBef>
            </a:pPr>
            <a:r>
              <a:rPr dirty="0" sz="1800" spc="-70">
                <a:solidFill>
                  <a:srgbClr val="646159"/>
                </a:solidFill>
                <a:latin typeface="Trebuchet MS"/>
                <a:cs typeface="Trebuchet MS"/>
              </a:rPr>
              <a:t>total</a:t>
            </a:r>
            <a:r>
              <a:rPr dirty="0" sz="1800" spc="-15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generations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667808" y="2461278"/>
            <a:ext cx="3790315" cy="2146935"/>
            <a:chOff x="9667808" y="2461278"/>
            <a:chExt cx="3790315" cy="2146935"/>
          </a:xfrm>
        </p:grpSpPr>
        <p:sp>
          <p:nvSpPr>
            <p:cNvPr id="43" name="object 43"/>
            <p:cNvSpPr/>
            <p:nvPr/>
          </p:nvSpPr>
          <p:spPr>
            <a:xfrm>
              <a:off x="9677333" y="2470803"/>
              <a:ext cx="3775075" cy="2127885"/>
            </a:xfrm>
            <a:custGeom>
              <a:avLst/>
              <a:gdLst/>
              <a:ahLst/>
              <a:cxnLst/>
              <a:rect l="l" t="t" r="r" b="b"/>
              <a:pathLst>
                <a:path w="3775075" h="2127885">
                  <a:moveTo>
                    <a:pt x="3650837" y="2127694"/>
                  </a:moveTo>
                  <a:lnTo>
                    <a:pt x="124015" y="2127694"/>
                  </a:lnTo>
                  <a:lnTo>
                    <a:pt x="75746" y="2117982"/>
                  </a:lnTo>
                  <a:lnTo>
                    <a:pt x="36326" y="2091499"/>
                  </a:lnTo>
                  <a:lnTo>
                    <a:pt x="9746" y="2052229"/>
                  </a:lnTo>
                  <a:lnTo>
                    <a:pt x="0" y="2004155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6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650837" y="0"/>
                  </a:lnTo>
                  <a:lnTo>
                    <a:pt x="3699106" y="9712"/>
                  </a:lnTo>
                  <a:lnTo>
                    <a:pt x="3738526" y="36194"/>
                  </a:lnTo>
                  <a:lnTo>
                    <a:pt x="3765105" y="75464"/>
                  </a:lnTo>
                  <a:lnTo>
                    <a:pt x="3774852" y="123539"/>
                  </a:lnTo>
                  <a:lnTo>
                    <a:pt x="3774852" y="2004155"/>
                  </a:lnTo>
                  <a:lnTo>
                    <a:pt x="3765105" y="2052229"/>
                  </a:lnTo>
                  <a:lnTo>
                    <a:pt x="3738526" y="2091499"/>
                  </a:lnTo>
                  <a:lnTo>
                    <a:pt x="3699106" y="2117982"/>
                  </a:lnTo>
                  <a:lnTo>
                    <a:pt x="3650837" y="2127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667808" y="2461278"/>
              <a:ext cx="3790315" cy="2146935"/>
            </a:xfrm>
            <a:custGeom>
              <a:avLst/>
              <a:gdLst/>
              <a:ahLst/>
              <a:cxnLst/>
              <a:rect l="l" t="t" r="r" b="b"/>
              <a:pathLst>
                <a:path w="3790315" h="2146935">
                  <a:moveTo>
                    <a:pt x="133540" y="2146707"/>
                  </a:moveTo>
                  <a:lnTo>
                    <a:pt x="91342" y="2139965"/>
                  </a:lnTo>
                  <a:lnTo>
                    <a:pt x="54685" y="2121083"/>
                  </a:lnTo>
                  <a:lnTo>
                    <a:pt x="25773" y="2092285"/>
                  </a:lnTo>
                  <a:lnTo>
                    <a:pt x="6810" y="2055755"/>
                  </a:lnTo>
                  <a:lnTo>
                    <a:pt x="0" y="2013680"/>
                  </a:lnTo>
                  <a:lnTo>
                    <a:pt x="0" y="133064"/>
                  </a:lnTo>
                  <a:lnTo>
                    <a:pt x="6810" y="90988"/>
                  </a:lnTo>
                  <a:lnTo>
                    <a:pt x="25773" y="54459"/>
                  </a:lnTo>
                  <a:lnTo>
                    <a:pt x="54685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660362" y="0"/>
                  </a:lnTo>
                  <a:lnTo>
                    <a:pt x="3660362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2013680"/>
                  </a:lnTo>
                  <a:lnTo>
                    <a:pt x="28045" y="2058056"/>
                  </a:lnTo>
                  <a:lnTo>
                    <a:pt x="52578" y="2094297"/>
                  </a:lnTo>
                  <a:lnTo>
                    <a:pt x="88969" y="2118733"/>
                  </a:lnTo>
                  <a:lnTo>
                    <a:pt x="133540" y="2127694"/>
                  </a:lnTo>
                  <a:lnTo>
                    <a:pt x="3726382" y="2127694"/>
                  </a:lnTo>
                  <a:lnTo>
                    <a:pt x="3707890" y="2137219"/>
                  </a:lnTo>
                  <a:lnTo>
                    <a:pt x="133540" y="2137219"/>
                  </a:lnTo>
                  <a:lnTo>
                    <a:pt x="133540" y="2146707"/>
                  </a:lnTo>
                  <a:close/>
                </a:path>
                <a:path w="3790315" h="2146935">
                  <a:moveTo>
                    <a:pt x="3726382" y="2127694"/>
                  </a:moveTo>
                  <a:lnTo>
                    <a:pt x="3660362" y="2127694"/>
                  </a:lnTo>
                  <a:lnTo>
                    <a:pt x="3704933" y="2118733"/>
                  </a:lnTo>
                  <a:lnTo>
                    <a:pt x="3741324" y="2094297"/>
                  </a:lnTo>
                  <a:lnTo>
                    <a:pt x="3765857" y="2058056"/>
                  </a:lnTo>
                  <a:lnTo>
                    <a:pt x="3774852" y="2013680"/>
                  </a:lnTo>
                  <a:lnTo>
                    <a:pt x="3774852" y="133064"/>
                  </a:lnTo>
                  <a:lnTo>
                    <a:pt x="3765857" y="88688"/>
                  </a:lnTo>
                  <a:lnTo>
                    <a:pt x="3741324" y="52447"/>
                  </a:lnTo>
                  <a:lnTo>
                    <a:pt x="3704933" y="28010"/>
                  </a:lnTo>
                  <a:lnTo>
                    <a:pt x="3660362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660362" y="9525"/>
                  </a:lnTo>
                  <a:lnTo>
                    <a:pt x="3660362" y="0"/>
                  </a:lnTo>
                  <a:lnTo>
                    <a:pt x="3702560" y="6779"/>
                  </a:lnTo>
                  <a:lnTo>
                    <a:pt x="3739217" y="25661"/>
                  </a:lnTo>
                  <a:lnTo>
                    <a:pt x="3768128" y="54459"/>
                  </a:lnTo>
                  <a:lnTo>
                    <a:pt x="3787092" y="90988"/>
                  </a:lnTo>
                  <a:lnTo>
                    <a:pt x="3790278" y="110675"/>
                  </a:lnTo>
                  <a:lnTo>
                    <a:pt x="3790278" y="2036069"/>
                  </a:lnTo>
                  <a:lnTo>
                    <a:pt x="3787092" y="2055755"/>
                  </a:lnTo>
                  <a:lnTo>
                    <a:pt x="3768128" y="2092285"/>
                  </a:lnTo>
                  <a:lnTo>
                    <a:pt x="3739217" y="2121083"/>
                  </a:lnTo>
                  <a:lnTo>
                    <a:pt x="3726382" y="2127694"/>
                  </a:lnTo>
                  <a:close/>
                </a:path>
                <a:path w="3790315" h="2146935">
                  <a:moveTo>
                    <a:pt x="3660362" y="2146707"/>
                  </a:moveTo>
                  <a:lnTo>
                    <a:pt x="133546" y="2146707"/>
                  </a:lnTo>
                  <a:lnTo>
                    <a:pt x="133540" y="2137219"/>
                  </a:lnTo>
                  <a:lnTo>
                    <a:pt x="3660362" y="2137219"/>
                  </a:lnTo>
                  <a:lnTo>
                    <a:pt x="3660362" y="2146707"/>
                  </a:lnTo>
                  <a:close/>
                </a:path>
                <a:path w="3790315" h="2146935">
                  <a:moveTo>
                    <a:pt x="3660593" y="2146707"/>
                  </a:moveTo>
                  <a:lnTo>
                    <a:pt x="3660362" y="2146707"/>
                  </a:lnTo>
                  <a:lnTo>
                    <a:pt x="3660362" y="2137219"/>
                  </a:lnTo>
                  <a:lnTo>
                    <a:pt x="3707890" y="2137219"/>
                  </a:lnTo>
                  <a:lnTo>
                    <a:pt x="3702560" y="2139965"/>
                  </a:lnTo>
                  <a:lnTo>
                    <a:pt x="3660593" y="2146707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846247" y="2639732"/>
              <a:ext cx="128905" cy="1790064"/>
            </a:xfrm>
            <a:custGeom>
              <a:avLst/>
              <a:gdLst/>
              <a:ahLst/>
              <a:cxnLst/>
              <a:rect l="l" t="t" r="r" b="b"/>
              <a:pathLst>
                <a:path w="128904" h="1790064">
                  <a:moveTo>
                    <a:pt x="128892" y="4292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92"/>
                  </a:lnTo>
                  <a:lnTo>
                    <a:pt x="0" y="1785556"/>
                  </a:lnTo>
                  <a:lnTo>
                    <a:pt x="4292" y="1789760"/>
                  </a:lnTo>
                  <a:lnTo>
                    <a:pt x="124587" y="1789760"/>
                  </a:lnTo>
                  <a:lnTo>
                    <a:pt x="128892" y="1785556"/>
                  </a:lnTo>
                  <a:lnTo>
                    <a:pt x="128892" y="1780324"/>
                  </a:lnTo>
                  <a:lnTo>
                    <a:pt x="128879" y="1770799"/>
                  </a:lnTo>
                  <a:lnTo>
                    <a:pt x="128892" y="19050"/>
                  </a:lnTo>
                  <a:lnTo>
                    <a:pt x="128879" y="9525"/>
                  </a:lnTo>
                  <a:lnTo>
                    <a:pt x="128892" y="4292"/>
                  </a:lnTo>
                  <a:close/>
                </a:path>
              </a:pathLst>
            </a:custGeom>
            <a:solidFill>
              <a:srgbClr val="D994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9965607" y="2704611"/>
            <a:ext cx="414591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0"/>
              </a:spcBef>
            </a:pPr>
            <a:r>
              <a:rPr dirty="0" sz="2050" spc="-105" b="1">
                <a:solidFill>
                  <a:srgbClr val="232323"/>
                </a:solidFill>
                <a:latin typeface="Tahoma"/>
                <a:cs typeface="Tahoma"/>
              </a:rPr>
              <a:t>Data</a:t>
            </a:r>
            <a:r>
              <a:rPr dirty="0" sz="2050" spc="-18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90" b="1">
                <a:solidFill>
                  <a:srgbClr val="232323"/>
                </a:solidFill>
                <a:latin typeface="Tahoma"/>
                <a:cs typeface="Tahoma"/>
              </a:rPr>
              <a:t>Ǫuality</a:t>
            </a:r>
            <a:r>
              <a:rPr dirty="0" sz="2050" spc="-17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395" b="1">
                <a:solidFill>
                  <a:srgbClr val="232323"/>
                </a:solidFill>
                <a:latin typeface="Tahoma"/>
                <a:cs typeface="Tahoma"/>
              </a:rPr>
              <a:t>/</a:t>
            </a:r>
            <a:r>
              <a:rPr dirty="0" sz="2050" spc="-18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232323"/>
                </a:solidFill>
                <a:latin typeface="Tahoma"/>
                <a:cs typeface="Tahoma"/>
              </a:rPr>
              <a:t>Processing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965607" y="3235115"/>
            <a:ext cx="4145915" cy="5670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78435" marR="963294">
              <a:lnSpc>
                <a:spcPts val="2100"/>
              </a:lnSpc>
              <a:spcBef>
                <a:spcPts val="220"/>
              </a:spcBef>
            </a:pPr>
            <a:r>
              <a:rPr dirty="0" sz="1800" spc="-45">
                <a:solidFill>
                  <a:srgbClr val="646159"/>
                </a:solidFill>
                <a:latin typeface="Trebuchet MS"/>
                <a:cs typeface="Trebuchet MS"/>
              </a:rPr>
              <a:t>Valid</a:t>
            </a:r>
            <a:r>
              <a:rPr dirty="0" sz="18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sensor</a:t>
            </a:r>
            <a:r>
              <a:rPr dirty="0" sz="18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45">
                <a:solidFill>
                  <a:srgbClr val="646159"/>
                </a:solidFill>
                <a:latin typeface="Trebuchet MS"/>
                <a:cs typeface="Trebuchet MS"/>
              </a:rPr>
              <a:t>data</a:t>
            </a:r>
            <a:r>
              <a:rPr dirty="0" sz="18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646159"/>
                </a:solidFill>
                <a:latin typeface="Trebuchet MS"/>
                <a:cs typeface="Trebuchet MS"/>
              </a:rPr>
              <a:t>per</a:t>
            </a:r>
            <a:r>
              <a:rPr dirty="0" sz="18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646159"/>
                </a:solidFill>
                <a:latin typeface="Trebuchet MS"/>
                <a:cs typeface="Trebuchet MS"/>
              </a:rPr>
              <a:t>MB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Successfully</a:t>
            </a:r>
            <a:r>
              <a:rPr dirty="0" sz="18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processed</a:t>
            </a:r>
            <a:r>
              <a:rPr dirty="0" sz="18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rows</a:t>
            </a:r>
            <a:r>
              <a:rPr dirty="0" sz="1800" spc="-7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395">
                <a:solidFill>
                  <a:srgbClr val="646159"/>
                </a:solidFill>
                <a:latin typeface="Trebuchet MS"/>
                <a:cs typeface="Trebuchet MS"/>
              </a:rPr>
              <a:t>/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965607" y="3768515"/>
            <a:ext cx="41459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646159"/>
                </a:solidFill>
                <a:latin typeface="Trebuchet MS"/>
                <a:cs typeface="Trebuchet MS"/>
              </a:rPr>
              <a:t>collected</a:t>
            </a:r>
            <a:r>
              <a:rPr dirty="0" sz="1800" spc="-10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646159"/>
                </a:solidFill>
                <a:latin typeface="Trebuchet MS"/>
                <a:cs typeface="Trebuchet MS"/>
              </a:rPr>
              <a:t>rows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3923091" y="2461278"/>
            <a:ext cx="3790315" cy="2146935"/>
            <a:chOff x="13923091" y="2461278"/>
            <a:chExt cx="3790315" cy="2146935"/>
          </a:xfrm>
        </p:grpSpPr>
        <p:sp>
          <p:nvSpPr>
            <p:cNvPr id="50" name="object 50"/>
            <p:cNvSpPr/>
            <p:nvPr/>
          </p:nvSpPr>
          <p:spPr>
            <a:xfrm>
              <a:off x="13932616" y="2470803"/>
              <a:ext cx="3775075" cy="2127885"/>
            </a:xfrm>
            <a:custGeom>
              <a:avLst/>
              <a:gdLst/>
              <a:ahLst/>
              <a:cxnLst/>
              <a:rect l="l" t="t" r="r" b="b"/>
              <a:pathLst>
                <a:path w="3775075" h="2127885">
                  <a:moveTo>
                    <a:pt x="3650836" y="2127694"/>
                  </a:moveTo>
                  <a:lnTo>
                    <a:pt x="124015" y="2127694"/>
                  </a:lnTo>
                  <a:lnTo>
                    <a:pt x="75746" y="2117982"/>
                  </a:lnTo>
                  <a:lnTo>
                    <a:pt x="36325" y="2091499"/>
                  </a:lnTo>
                  <a:lnTo>
                    <a:pt x="9746" y="2052229"/>
                  </a:lnTo>
                  <a:lnTo>
                    <a:pt x="0" y="2004155"/>
                  </a:lnTo>
                  <a:lnTo>
                    <a:pt x="0" y="123539"/>
                  </a:lnTo>
                  <a:lnTo>
                    <a:pt x="9746" y="75464"/>
                  </a:lnTo>
                  <a:lnTo>
                    <a:pt x="36325" y="36194"/>
                  </a:lnTo>
                  <a:lnTo>
                    <a:pt x="75746" y="9712"/>
                  </a:lnTo>
                  <a:lnTo>
                    <a:pt x="124015" y="0"/>
                  </a:lnTo>
                  <a:lnTo>
                    <a:pt x="3650836" y="0"/>
                  </a:lnTo>
                  <a:lnTo>
                    <a:pt x="3699106" y="9712"/>
                  </a:lnTo>
                  <a:lnTo>
                    <a:pt x="3738526" y="36194"/>
                  </a:lnTo>
                  <a:lnTo>
                    <a:pt x="3765105" y="75464"/>
                  </a:lnTo>
                  <a:lnTo>
                    <a:pt x="3774852" y="123539"/>
                  </a:lnTo>
                  <a:lnTo>
                    <a:pt x="3774852" y="2004155"/>
                  </a:lnTo>
                  <a:lnTo>
                    <a:pt x="3765105" y="2052229"/>
                  </a:lnTo>
                  <a:lnTo>
                    <a:pt x="3738526" y="2091499"/>
                  </a:lnTo>
                  <a:lnTo>
                    <a:pt x="3699106" y="2117982"/>
                  </a:lnTo>
                  <a:lnTo>
                    <a:pt x="3650836" y="2127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3923091" y="2461278"/>
              <a:ext cx="3790315" cy="2146935"/>
            </a:xfrm>
            <a:custGeom>
              <a:avLst/>
              <a:gdLst/>
              <a:ahLst/>
              <a:cxnLst/>
              <a:rect l="l" t="t" r="r" b="b"/>
              <a:pathLst>
                <a:path w="3790315" h="2146935">
                  <a:moveTo>
                    <a:pt x="133540" y="2146707"/>
                  </a:moveTo>
                  <a:lnTo>
                    <a:pt x="91342" y="2139965"/>
                  </a:lnTo>
                  <a:lnTo>
                    <a:pt x="54686" y="2121083"/>
                  </a:lnTo>
                  <a:lnTo>
                    <a:pt x="25774" y="2092285"/>
                  </a:lnTo>
                  <a:lnTo>
                    <a:pt x="6811" y="2055755"/>
                  </a:lnTo>
                  <a:lnTo>
                    <a:pt x="0" y="2013680"/>
                  </a:lnTo>
                  <a:lnTo>
                    <a:pt x="0" y="133064"/>
                  </a:lnTo>
                  <a:lnTo>
                    <a:pt x="6811" y="90988"/>
                  </a:lnTo>
                  <a:lnTo>
                    <a:pt x="25774" y="54459"/>
                  </a:lnTo>
                  <a:lnTo>
                    <a:pt x="54686" y="25661"/>
                  </a:lnTo>
                  <a:lnTo>
                    <a:pt x="91342" y="6779"/>
                  </a:lnTo>
                  <a:lnTo>
                    <a:pt x="133540" y="0"/>
                  </a:lnTo>
                  <a:lnTo>
                    <a:pt x="3660362" y="0"/>
                  </a:lnTo>
                  <a:lnTo>
                    <a:pt x="3660362" y="9525"/>
                  </a:lnTo>
                  <a:lnTo>
                    <a:pt x="133540" y="9525"/>
                  </a:lnTo>
                  <a:lnTo>
                    <a:pt x="133540" y="19050"/>
                  </a:lnTo>
                  <a:lnTo>
                    <a:pt x="88969" y="28010"/>
                  </a:lnTo>
                  <a:lnTo>
                    <a:pt x="52578" y="52447"/>
                  </a:lnTo>
                  <a:lnTo>
                    <a:pt x="28045" y="88688"/>
                  </a:lnTo>
                  <a:lnTo>
                    <a:pt x="19050" y="133064"/>
                  </a:lnTo>
                  <a:lnTo>
                    <a:pt x="19050" y="2013680"/>
                  </a:lnTo>
                  <a:lnTo>
                    <a:pt x="28045" y="2058056"/>
                  </a:lnTo>
                  <a:lnTo>
                    <a:pt x="52578" y="2094297"/>
                  </a:lnTo>
                  <a:lnTo>
                    <a:pt x="88969" y="2118733"/>
                  </a:lnTo>
                  <a:lnTo>
                    <a:pt x="133540" y="2127694"/>
                  </a:lnTo>
                  <a:lnTo>
                    <a:pt x="3726382" y="2127694"/>
                  </a:lnTo>
                  <a:lnTo>
                    <a:pt x="3707890" y="2137219"/>
                  </a:lnTo>
                  <a:lnTo>
                    <a:pt x="133540" y="2137219"/>
                  </a:lnTo>
                  <a:lnTo>
                    <a:pt x="133540" y="2146707"/>
                  </a:lnTo>
                  <a:close/>
                </a:path>
                <a:path w="3790315" h="2146935">
                  <a:moveTo>
                    <a:pt x="3726382" y="2127694"/>
                  </a:moveTo>
                  <a:lnTo>
                    <a:pt x="3660362" y="2127694"/>
                  </a:lnTo>
                  <a:lnTo>
                    <a:pt x="3704933" y="2118733"/>
                  </a:lnTo>
                  <a:lnTo>
                    <a:pt x="3741324" y="2094297"/>
                  </a:lnTo>
                  <a:lnTo>
                    <a:pt x="3765857" y="2058056"/>
                  </a:lnTo>
                  <a:lnTo>
                    <a:pt x="3774852" y="2013680"/>
                  </a:lnTo>
                  <a:lnTo>
                    <a:pt x="3774852" y="133064"/>
                  </a:lnTo>
                  <a:lnTo>
                    <a:pt x="3765857" y="88688"/>
                  </a:lnTo>
                  <a:lnTo>
                    <a:pt x="3741324" y="52447"/>
                  </a:lnTo>
                  <a:lnTo>
                    <a:pt x="3704933" y="28010"/>
                  </a:lnTo>
                  <a:lnTo>
                    <a:pt x="3660362" y="19050"/>
                  </a:lnTo>
                  <a:lnTo>
                    <a:pt x="133540" y="19050"/>
                  </a:lnTo>
                  <a:lnTo>
                    <a:pt x="133540" y="9525"/>
                  </a:lnTo>
                  <a:lnTo>
                    <a:pt x="3660362" y="9525"/>
                  </a:lnTo>
                  <a:lnTo>
                    <a:pt x="3660362" y="0"/>
                  </a:lnTo>
                  <a:lnTo>
                    <a:pt x="3702560" y="6779"/>
                  </a:lnTo>
                  <a:lnTo>
                    <a:pt x="3739217" y="25661"/>
                  </a:lnTo>
                  <a:lnTo>
                    <a:pt x="3768128" y="54459"/>
                  </a:lnTo>
                  <a:lnTo>
                    <a:pt x="3787091" y="90988"/>
                  </a:lnTo>
                  <a:lnTo>
                    <a:pt x="3790278" y="110675"/>
                  </a:lnTo>
                  <a:lnTo>
                    <a:pt x="3790278" y="2036069"/>
                  </a:lnTo>
                  <a:lnTo>
                    <a:pt x="3787091" y="2055755"/>
                  </a:lnTo>
                  <a:lnTo>
                    <a:pt x="3768128" y="2092285"/>
                  </a:lnTo>
                  <a:lnTo>
                    <a:pt x="3739217" y="2121083"/>
                  </a:lnTo>
                  <a:lnTo>
                    <a:pt x="3726382" y="2127694"/>
                  </a:lnTo>
                  <a:close/>
                </a:path>
                <a:path w="3790315" h="2146935">
                  <a:moveTo>
                    <a:pt x="3660362" y="2146707"/>
                  </a:moveTo>
                  <a:lnTo>
                    <a:pt x="133546" y="2146707"/>
                  </a:lnTo>
                  <a:lnTo>
                    <a:pt x="133540" y="2137219"/>
                  </a:lnTo>
                  <a:lnTo>
                    <a:pt x="3660362" y="2137219"/>
                  </a:lnTo>
                  <a:lnTo>
                    <a:pt x="3660362" y="2146707"/>
                  </a:lnTo>
                  <a:close/>
                </a:path>
                <a:path w="3790315" h="2146935">
                  <a:moveTo>
                    <a:pt x="3660593" y="2146707"/>
                  </a:moveTo>
                  <a:lnTo>
                    <a:pt x="3660362" y="2146707"/>
                  </a:lnTo>
                  <a:lnTo>
                    <a:pt x="3660362" y="2137219"/>
                  </a:lnTo>
                  <a:lnTo>
                    <a:pt x="3707890" y="2137219"/>
                  </a:lnTo>
                  <a:lnTo>
                    <a:pt x="3702560" y="2139965"/>
                  </a:lnTo>
                  <a:lnTo>
                    <a:pt x="3660593" y="2146707"/>
                  </a:lnTo>
                  <a:close/>
                </a:path>
              </a:pathLst>
            </a:custGeom>
            <a:solidFill>
              <a:srgbClr val="232323">
                <a:alpha val="9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4101535" y="2639732"/>
              <a:ext cx="128905" cy="1790064"/>
            </a:xfrm>
            <a:custGeom>
              <a:avLst/>
              <a:gdLst/>
              <a:ahLst/>
              <a:cxnLst/>
              <a:rect l="l" t="t" r="r" b="b"/>
              <a:pathLst>
                <a:path w="128905" h="1790064">
                  <a:moveTo>
                    <a:pt x="128879" y="4292"/>
                  </a:moveTo>
                  <a:lnTo>
                    <a:pt x="124587" y="0"/>
                  </a:lnTo>
                  <a:lnTo>
                    <a:pt x="4292" y="0"/>
                  </a:lnTo>
                  <a:lnTo>
                    <a:pt x="0" y="4292"/>
                  </a:lnTo>
                  <a:lnTo>
                    <a:pt x="0" y="1785556"/>
                  </a:lnTo>
                  <a:lnTo>
                    <a:pt x="4292" y="1789760"/>
                  </a:lnTo>
                  <a:lnTo>
                    <a:pt x="124587" y="1789760"/>
                  </a:lnTo>
                  <a:lnTo>
                    <a:pt x="128879" y="1785556"/>
                  </a:lnTo>
                  <a:lnTo>
                    <a:pt x="128879" y="1780324"/>
                  </a:lnTo>
                  <a:lnTo>
                    <a:pt x="128879" y="1770799"/>
                  </a:lnTo>
                  <a:lnTo>
                    <a:pt x="128879" y="19050"/>
                  </a:lnTo>
                  <a:lnTo>
                    <a:pt x="128879" y="9525"/>
                  </a:lnTo>
                  <a:lnTo>
                    <a:pt x="128879" y="4292"/>
                  </a:lnTo>
                  <a:close/>
                </a:path>
              </a:pathLst>
            </a:custGeom>
            <a:solidFill>
              <a:srgbClr val="816F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4386631" y="2704611"/>
            <a:ext cx="1797685" cy="341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-75" b="1">
                <a:solidFill>
                  <a:srgbClr val="232323"/>
                </a:solidFill>
                <a:latin typeface="Tahoma"/>
                <a:cs typeface="Tahoma"/>
              </a:rPr>
              <a:t>Defect</a:t>
            </a:r>
            <a:r>
              <a:rPr dirty="0" sz="2050" spc="-135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2050" spc="-75" b="1">
                <a:solidFill>
                  <a:srgbClr val="232323"/>
                </a:solidFill>
                <a:latin typeface="Tahoma"/>
                <a:cs typeface="Tahoma"/>
              </a:rPr>
              <a:t>Density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4" name="object 54"/>
          <p:cNvSpPr txBox="1"/>
          <p:nvPr/>
        </p:nvSpPr>
        <p:spPr>
          <a:xfrm>
            <a:off x="14386631" y="3235115"/>
            <a:ext cx="3021965" cy="5670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dirty="0" sz="1800" spc="-45">
                <a:solidFill>
                  <a:srgbClr val="646159"/>
                </a:solidFill>
                <a:latin typeface="Trebuchet MS"/>
                <a:cs typeface="Trebuchet MS"/>
              </a:rPr>
              <a:t>Accurate,</a:t>
            </a:r>
            <a:r>
              <a:rPr dirty="0" sz="1800" spc="-12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646159"/>
                </a:solidFill>
                <a:latin typeface="Trebuchet MS"/>
                <a:cs typeface="Trebuchet MS"/>
              </a:rPr>
              <a:t>error-</a:t>
            </a:r>
            <a:r>
              <a:rPr dirty="0" sz="1800" spc="-105">
                <a:solidFill>
                  <a:srgbClr val="646159"/>
                </a:solidFill>
                <a:latin typeface="Trebuchet MS"/>
                <a:cs typeface="Trebuchet MS"/>
              </a:rPr>
              <a:t>free,</a:t>
            </a:r>
            <a:r>
              <a:rPr dirty="0" sz="1800" spc="-114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usable </a:t>
            </a:r>
            <a:r>
              <a:rPr dirty="0" sz="1800">
                <a:solidFill>
                  <a:srgbClr val="646159"/>
                </a:solidFill>
                <a:latin typeface="Trebuchet MS"/>
                <a:cs typeface="Trebuchet MS"/>
              </a:rPr>
              <a:t>rows</a:t>
            </a:r>
            <a:r>
              <a:rPr dirty="0" sz="1800" spc="-1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55">
                <a:solidFill>
                  <a:srgbClr val="646159"/>
                </a:solidFill>
                <a:latin typeface="Trebuchet MS"/>
                <a:cs typeface="Trebuchet MS"/>
              </a:rPr>
              <a:t>divided</a:t>
            </a:r>
            <a:r>
              <a:rPr dirty="0" sz="1800" spc="-15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646159"/>
                </a:solidFill>
                <a:latin typeface="Trebuchet MS"/>
                <a:cs typeface="Trebuchet MS"/>
              </a:rPr>
              <a:t>by</a:t>
            </a:r>
            <a:r>
              <a:rPr dirty="0" sz="1800" spc="-150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70">
                <a:solidFill>
                  <a:srgbClr val="646159"/>
                </a:solidFill>
                <a:latin typeface="Trebuchet MS"/>
                <a:cs typeface="Trebuchet MS"/>
              </a:rPr>
              <a:t>total</a:t>
            </a:r>
            <a:r>
              <a:rPr dirty="0" sz="1800" spc="-155">
                <a:solidFill>
                  <a:srgbClr val="646159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646159"/>
                </a:solidFill>
                <a:latin typeface="Trebuchet MS"/>
                <a:cs typeface="Trebuchet MS"/>
              </a:rPr>
              <a:t>collected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386631" y="3768515"/>
            <a:ext cx="5041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646159"/>
                </a:solidFill>
                <a:latin typeface="Trebuchet MS"/>
                <a:cs typeface="Trebuchet MS"/>
              </a:rPr>
              <a:t>rows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358" y="902976"/>
            <a:ext cx="6478270" cy="6889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Graphical</a:t>
            </a:r>
            <a:r>
              <a:rPr dirty="0" spc="-345"/>
              <a:t> </a:t>
            </a:r>
            <a:r>
              <a:rPr dirty="0" spc="-175"/>
              <a:t>User</a:t>
            </a:r>
            <a:r>
              <a:rPr dirty="0" spc="-345"/>
              <a:t> </a:t>
            </a:r>
            <a:r>
              <a:rPr dirty="0" spc="-210"/>
              <a:t>Interfaces</a:t>
            </a:r>
          </a:p>
        </p:txBody>
      </p:sp>
      <p:sp>
        <p:nvSpPr>
          <p:cNvPr id="3" name="object 3"/>
          <p:cNvSpPr/>
          <p:nvPr/>
        </p:nvSpPr>
        <p:spPr>
          <a:xfrm>
            <a:off x="878490" y="1940996"/>
            <a:ext cx="4804410" cy="43815"/>
          </a:xfrm>
          <a:custGeom>
            <a:avLst/>
            <a:gdLst/>
            <a:ahLst/>
            <a:cxnLst/>
            <a:rect l="l" t="t" r="r" b="b"/>
            <a:pathLst>
              <a:path w="4804410" h="43814">
                <a:moveTo>
                  <a:pt x="4804410" y="43814"/>
                </a:moveTo>
                <a:lnTo>
                  <a:pt x="0" y="43814"/>
                </a:lnTo>
                <a:lnTo>
                  <a:pt x="0" y="0"/>
                </a:lnTo>
                <a:lnTo>
                  <a:pt x="4804410" y="0"/>
                </a:lnTo>
                <a:lnTo>
                  <a:pt x="4804410" y="43814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607" y="2127646"/>
            <a:ext cx="2954788" cy="55580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9382" y="2127646"/>
            <a:ext cx="2812179" cy="55593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02617" y="2127646"/>
            <a:ext cx="2812180" cy="55593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69578" y="2127646"/>
            <a:ext cx="2812179" cy="55593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36538" y="2127646"/>
            <a:ext cx="2865336" cy="555932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91469" y="7888090"/>
            <a:ext cx="2687320" cy="753110"/>
            <a:chOff x="1091469" y="7888090"/>
            <a:chExt cx="2687320" cy="753110"/>
          </a:xfrm>
        </p:grpSpPr>
        <p:sp>
          <p:nvSpPr>
            <p:cNvPr id="10" name="object 10"/>
            <p:cNvSpPr/>
            <p:nvPr/>
          </p:nvSpPr>
          <p:spPr>
            <a:xfrm>
              <a:off x="1104395" y="7898545"/>
              <a:ext cx="2661285" cy="732155"/>
            </a:xfrm>
            <a:custGeom>
              <a:avLst/>
              <a:gdLst/>
              <a:ahLst/>
              <a:cxnLst/>
              <a:rect l="l" t="t" r="r" b="b"/>
              <a:pathLst>
                <a:path w="2661285" h="732154">
                  <a:moveTo>
                    <a:pt x="2335831" y="731790"/>
                  </a:moveTo>
                  <a:lnTo>
                    <a:pt x="325354" y="731790"/>
                  </a:lnTo>
                  <a:lnTo>
                    <a:pt x="272585" y="728411"/>
                  </a:lnTo>
                  <a:lnTo>
                    <a:pt x="222526" y="718628"/>
                  </a:lnTo>
                  <a:lnTo>
                    <a:pt x="175845" y="702971"/>
                  </a:lnTo>
                  <a:lnTo>
                    <a:pt x="133214" y="681974"/>
                  </a:lnTo>
                  <a:lnTo>
                    <a:pt x="95302" y="656166"/>
                  </a:lnTo>
                  <a:lnTo>
                    <a:pt x="62781" y="626079"/>
                  </a:lnTo>
                  <a:lnTo>
                    <a:pt x="36319" y="592245"/>
                  </a:lnTo>
                  <a:lnTo>
                    <a:pt x="16589" y="555195"/>
                  </a:lnTo>
                  <a:lnTo>
                    <a:pt x="4258" y="515461"/>
                  </a:lnTo>
                  <a:lnTo>
                    <a:pt x="0" y="473573"/>
                  </a:lnTo>
                  <a:lnTo>
                    <a:pt x="0" y="258217"/>
                  </a:lnTo>
                  <a:lnTo>
                    <a:pt x="4258" y="216329"/>
                  </a:lnTo>
                  <a:lnTo>
                    <a:pt x="16589" y="176595"/>
                  </a:lnTo>
                  <a:lnTo>
                    <a:pt x="36319" y="139545"/>
                  </a:lnTo>
                  <a:lnTo>
                    <a:pt x="62781" y="105711"/>
                  </a:lnTo>
                  <a:lnTo>
                    <a:pt x="95302" y="75624"/>
                  </a:lnTo>
                  <a:lnTo>
                    <a:pt x="133214" y="49816"/>
                  </a:lnTo>
                  <a:lnTo>
                    <a:pt x="175845" y="28818"/>
                  </a:lnTo>
                  <a:lnTo>
                    <a:pt x="222526" y="13162"/>
                  </a:lnTo>
                  <a:lnTo>
                    <a:pt x="272585" y="3379"/>
                  </a:lnTo>
                  <a:lnTo>
                    <a:pt x="325354" y="0"/>
                  </a:lnTo>
                  <a:lnTo>
                    <a:pt x="2335831" y="0"/>
                  </a:lnTo>
                  <a:lnTo>
                    <a:pt x="2388600" y="3379"/>
                  </a:lnTo>
                  <a:lnTo>
                    <a:pt x="2438659" y="13162"/>
                  </a:lnTo>
                  <a:lnTo>
                    <a:pt x="2485340" y="28818"/>
                  </a:lnTo>
                  <a:lnTo>
                    <a:pt x="2527971" y="49816"/>
                  </a:lnTo>
                  <a:lnTo>
                    <a:pt x="2565883" y="75624"/>
                  </a:lnTo>
                  <a:lnTo>
                    <a:pt x="2598404" y="105711"/>
                  </a:lnTo>
                  <a:lnTo>
                    <a:pt x="2624866" y="139545"/>
                  </a:lnTo>
                  <a:lnTo>
                    <a:pt x="2644597" y="176595"/>
                  </a:lnTo>
                  <a:lnTo>
                    <a:pt x="2656927" y="216329"/>
                  </a:lnTo>
                  <a:lnTo>
                    <a:pt x="2661186" y="258217"/>
                  </a:lnTo>
                  <a:lnTo>
                    <a:pt x="2661186" y="473573"/>
                  </a:lnTo>
                  <a:lnTo>
                    <a:pt x="2656927" y="515461"/>
                  </a:lnTo>
                  <a:lnTo>
                    <a:pt x="2644597" y="555195"/>
                  </a:lnTo>
                  <a:lnTo>
                    <a:pt x="2624866" y="592245"/>
                  </a:lnTo>
                  <a:lnTo>
                    <a:pt x="2598404" y="626079"/>
                  </a:lnTo>
                  <a:lnTo>
                    <a:pt x="2565883" y="656166"/>
                  </a:lnTo>
                  <a:lnTo>
                    <a:pt x="2527971" y="681974"/>
                  </a:lnTo>
                  <a:lnTo>
                    <a:pt x="2485340" y="702971"/>
                  </a:lnTo>
                  <a:lnTo>
                    <a:pt x="2438659" y="718628"/>
                  </a:lnTo>
                  <a:lnTo>
                    <a:pt x="2388600" y="728411"/>
                  </a:lnTo>
                  <a:lnTo>
                    <a:pt x="2335831" y="731790"/>
                  </a:lnTo>
                  <a:close/>
                </a:path>
              </a:pathLst>
            </a:custGeom>
            <a:solidFill>
              <a:srgbClr val="DAEB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91469" y="7888090"/>
              <a:ext cx="2687320" cy="753110"/>
            </a:xfrm>
            <a:custGeom>
              <a:avLst/>
              <a:gdLst/>
              <a:ahLst/>
              <a:cxnLst/>
              <a:rect l="l" t="t" r="r" b="b"/>
              <a:pathLst>
                <a:path w="2687320" h="753109">
                  <a:moveTo>
                    <a:pt x="338280" y="752684"/>
                  </a:moveTo>
                  <a:lnTo>
                    <a:pt x="283444" y="749183"/>
                  </a:lnTo>
                  <a:lnTo>
                    <a:pt x="231413" y="739018"/>
                  </a:lnTo>
                  <a:lnTo>
                    <a:pt x="182884" y="722747"/>
                  </a:lnTo>
                  <a:lnTo>
                    <a:pt x="138558" y="700919"/>
                  </a:lnTo>
                  <a:lnTo>
                    <a:pt x="99134" y="674085"/>
                  </a:lnTo>
                  <a:lnTo>
                    <a:pt x="65310" y="642792"/>
                  </a:lnTo>
                  <a:lnTo>
                    <a:pt x="37785" y="607591"/>
                  </a:lnTo>
                  <a:lnTo>
                    <a:pt x="17259" y="569030"/>
                  </a:lnTo>
                  <a:lnTo>
                    <a:pt x="4431" y="527659"/>
                  </a:lnTo>
                  <a:lnTo>
                    <a:pt x="0" y="484028"/>
                  </a:lnTo>
                  <a:lnTo>
                    <a:pt x="0" y="268672"/>
                  </a:lnTo>
                  <a:lnTo>
                    <a:pt x="4431" y="225040"/>
                  </a:lnTo>
                  <a:lnTo>
                    <a:pt x="17259" y="183668"/>
                  </a:lnTo>
                  <a:lnTo>
                    <a:pt x="37785" y="145107"/>
                  </a:lnTo>
                  <a:lnTo>
                    <a:pt x="65310" y="109905"/>
                  </a:lnTo>
                  <a:lnTo>
                    <a:pt x="99134" y="78611"/>
                  </a:lnTo>
                  <a:lnTo>
                    <a:pt x="138558" y="51776"/>
                  </a:lnTo>
                  <a:lnTo>
                    <a:pt x="182884" y="29948"/>
                  </a:lnTo>
                  <a:lnTo>
                    <a:pt x="231413" y="13676"/>
                  </a:lnTo>
                  <a:lnTo>
                    <a:pt x="283444" y="3510"/>
                  </a:lnTo>
                  <a:lnTo>
                    <a:pt x="338280" y="0"/>
                  </a:lnTo>
                  <a:lnTo>
                    <a:pt x="2348757" y="0"/>
                  </a:lnTo>
                  <a:lnTo>
                    <a:pt x="2348757" y="10454"/>
                  </a:lnTo>
                  <a:lnTo>
                    <a:pt x="338280" y="10454"/>
                  </a:lnTo>
                  <a:lnTo>
                    <a:pt x="338280" y="20908"/>
                  </a:lnTo>
                  <a:lnTo>
                    <a:pt x="287533" y="24156"/>
                  </a:lnTo>
                  <a:lnTo>
                    <a:pt x="239419" y="33557"/>
                  </a:lnTo>
                  <a:lnTo>
                    <a:pt x="194576" y="48598"/>
                  </a:lnTo>
                  <a:lnTo>
                    <a:pt x="153641" y="68765"/>
                  </a:lnTo>
                  <a:lnTo>
                    <a:pt x="117253" y="93546"/>
                  </a:lnTo>
                  <a:lnTo>
                    <a:pt x="86050" y="122426"/>
                  </a:lnTo>
                  <a:lnTo>
                    <a:pt x="60670" y="154892"/>
                  </a:lnTo>
                  <a:lnTo>
                    <a:pt x="41751" y="190430"/>
                  </a:lnTo>
                  <a:lnTo>
                    <a:pt x="29932" y="228528"/>
                  </a:lnTo>
                  <a:lnTo>
                    <a:pt x="25851" y="268672"/>
                  </a:lnTo>
                  <a:lnTo>
                    <a:pt x="25851" y="484028"/>
                  </a:lnTo>
                  <a:lnTo>
                    <a:pt x="29932" y="524171"/>
                  </a:lnTo>
                  <a:lnTo>
                    <a:pt x="41751" y="562269"/>
                  </a:lnTo>
                  <a:lnTo>
                    <a:pt x="60670" y="597807"/>
                  </a:lnTo>
                  <a:lnTo>
                    <a:pt x="86050" y="630273"/>
                  </a:lnTo>
                  <a:lnTo>
                    <a:pt x="117253" y="659153"/>
                  </a:lnTo>
                  <a:lnTo>
                    <a:pt x="153641" y="683933"/>
                  </a:lnTo>
                  <a:lnTo>
                    <a:pt x="194576" y="704101"/>
                  </a:lnTo>
                  <a:lnTo>
                    <a:pt x="239419" y="719142"/>
                  </a:lnTo>
                  <a:lnTo>
                    <a:pt x="287533" y="728543"/>
                  </a:lnTo>
                  <a:lnTo>
                    <a:pt x="338280" y="731791"/>
                  </a:lnTo>
                  <a:lnTo>
                    <a:pt x="2477170" y="731791"/>
                  </a:lnTo>
                  <a:lnTo>
                    <a:pt x="2455618" y="739018"/>
                  </a:lnTo>
                  <a:lnTo>
                    <a:pt x="2439100" y="742245"/>
                  </a:lnTo>
                  <a:lnTo>
                    <a:pt x="338280" y="742245"/>
                  </a:lnTo>
                  <a:lnTo>
                    <a:pt x="338280" y="752684"/>
                  </a:lnTo>
                  <a:close/>
                </a:path>
                <a:path w="2687320" h="753109">
                  <a:moveTo>
                    <a:pt x="2477170" y="731791"/>
                  </a:moveTo>
                  <a:lnTo>
                    <a:pt x="2348757" y="731791"/>
                  </a:lnTo>
                  <a:lnTo>
                    <a:pt x="2399458" y="728543"/>
                  </a:lnTo>
                  <a:lnTo>
                    <a:pt x="2447546" y="719142"/>
                  </a:lnTo>
                  <a:lnTo>
                    <a:pt x="2492379" y="704101"/>
                  </a:lnTo>
                  <a:lnTo>
                    <a:pt x="2533316" y="683933"/>
                  </a:lnTo>
                  <a:lnTo>
                    <a:pt x="2569714" y="659153"/>
                  </a:lnTo>
                  <a:lnTo>
                    <a:pt x="2600933" y="630273"/>
                  </a:lnTo>
                  <a:lnTo>
                    <a:pt x="2626331" y="597807"/>
                  </a:lnTo>
                  <a:lnTo>
                    <a:pt x="2645267" y="562269"/>
                  </a:lnTo>
                  <a:lnTo>
                    <a:pt x="2657099" y="524171"/>
                  </a:lnTo>
                  <a:lnTo>
                    <a:pt x="2661185" y="484028"/>
                  </a:lnTo>
                  <a:lnTo>
                    <a:pt x="2661185" y="268672"/>
                  </a:lnTo>
                  <a:lnTo>
                    <a:pt x="2657104" y="228528"/>
                  </a:lnTo>
                  <a:lnTo>
                    <a:pt x="2645285" y="190430"/>
                  </a:lnTo>
                  <a:lnTo>
                    <a:pt x="2626366" y="154892"/>
                  </a:lnTo>
                  <a:lnTo>
                    <a:pt x="2600986" y="122426"/>
                  </a:lnTo>
                  <a:lnTo>
                    <a:pt x="2569783" y="93546"/>
                  </a:lnTo>
                  <a:lnTo>
                    <a:pt x="2533395" y="68765"/>
                  </a:lnTo>
                  <a:lnTo>
                    <a:pt x="2492461" y="48598"/>
                  </a:lnTo>
                  <a:lnTo>
                    <a:pt x="2447617" y="33557"/>
                  </a:lnTo>
                  <a:lnTo>
                    <a:pt x="2399503" y="24156"/>
                  </a:lnTo>
                  <a:lnTo>
                    <a:pt x="2348757" y="20908"/>
                  </a:lnTo>
                  <a:lnTo>
                    <a:pt x="338280" y="20908"/>
                  </a:lnTo>
                  <a:lnTo>
                    <a:pt x="338280" y="10454"/>
                  </a:lnTo>
                  <a:lnTo>
                    <a:pt x="2348757" y="10454"/>
                  </a:lnTo>
                  <a:lnTo>
                    <a:pt x="2348757" y="0"/>
                  </a:lnTo>
                  <a:lnTo>
                    <a:pt x="2403546" y="3510"/>
                  </a:lnTo>
                  <a:lnTo>
                    <a:pt x="2455547" y="13676"/>
                  </a:lnTo>
                  <a:lnTo>
                    <a:pt x="2504059" y="29948"/>
                  </a:lnTo>
                  <a:lnTo>
                    <a:pt x="2548379" y="51776"/>
                  </a:lnTo>
                  <a:lnTo>
                    <a:pt x="2587806" y="78611"/>
                  </a:lnTo>
                  <a:lnTo>
                    <a:pt x="2621638" y="109905"/>
                  </a:lnTo>
                  <a:lnTo>
                    <a:pt x="2649174" y="145107"/>
                  </a:lnTo>
                  <a:lnTo>
                    <a:pt x="2669711" y="183668"/>
                  </a:lnTo>
                  <a:lnTo>
                    <a:pt x="2682548" y="225040"/>
                  </a:lnTo>
                  <a:lnTo>
                    <a:pt x="2686983" y="268672"/>
                  </a:lnTo>
                  <a:lnTo>
                    <a:pt x="2686983" y="484028"/>
                  </a:lnTo>
                  <a:lnTo>
                    <a:pt x="2682553" y="527659"/>
                  </a:lnTo>
                  <a:lnTo>
                    <a:pt x="2669729" y="569030"/>
                  </a:lnTo>
                  <a:lnTo>
                    <a:pt x="2649209" y="607591"/>
                  </a:lnTo>
                  <a:lnTo>
                    <a:pt x="2621692" y="642792"/>
                  </a:lnTo>
                  <a:lnTo>
                    <a:pt x="2587875" y="674085"/>
                  </a:lnTo>
                  <a:lnTo>
                    <a:pt x="2548459" y="700919"/>
                  </a:lnTo>
                  <a:lnTo>
                    <a:pt x="2504140" y="722747"/>
                  </a:lnTo>
                  <a:lnTo>
                    <a:pt x="2477170" y="731791"/>
                  </a:lnTo>
                  <a:close/>
                </a:path>
                <a:path w="2687320" h="753109">
                  <a:moveTo>
                    <a:pt x="2348757" y="752684"/>
                  </a:moveTo>
                  <a:lnTo>
                    <a:pt x="338280" y="752684"/>
                  </a:lnTo>
                  <a:lnTo>
                    <a:pt x="338280" y="742245"/>
                  </a:lnTo>
                  <a:lnTo>
                    <a:pt x="2348757" y="742245"/>
                  </a:lnTo>
                  <a:lnTo>
                    <a:pt x="2348757" y="752684"/>
                  </a:lnTo>
                  <a:close/>
                </a:path>
                <a:path w="2687320" h="753109">
                  <a:moveTo>
                    <a:pt x="2348904" y="752684"/>
                  </a:moveTo>
                  <a:lnTo>
                    <a:pt x="2348757" y="752684"/>
                  </a:lnTo>
                  <a:lnTo>
                    <a:pt x="2348757" y="742245"/>
                  </a:lnTo>
                  <a:lnTo>
                    <a:pt x="2439100" y="742245"/>
                  </a:lnTo>
                  <a:lnTo>
                    <a:pt x="2403591" y="749183"/>
                  </a:lnTo>
                  <a:lnTo>
                    <a:pt x="2348904" y="752684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671552" y="8085511"/>
            <a:ext cx="152654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10" b="1">
                <a:solidFill>
                  <a:srgbClr val="232323"/>
                </a:solidFill>
                <a:latin typeface="Tahoma"/>
                <a:cs typeface="Tahoma"/>
              </a:rPr>
              <a:t>Home</a:t>
            </a:r>
            <a:r>
              <a:rPr dirty="0" sz="1950" spc="-160" b="1">
                <a:solidFill>
                  <a:srgbClr val="232323"/>
                </a:solidFill>
                <a:latin typeface="Tahoma"/>
                <a:cs typeface="Tahoma"/>
              </a:rPr>
              <a:t> </a:t>
            </a:r>
            <a:r>
              <a:rPr dirty="0" sz="1950" spc="-55" b="1">
                <a:solidFill>
                  <a:srgbClr val="232323"/>
                </a:solidFill>
                <a:latin typeface="Tahoma"/>
                <a:cs typeface="Tahoma"/>
              </a:rPr>
              <a:t>screen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49381" y="7888090"/>
            <a:ext cx="2813685" cy="753110"/>
            <a:chOff x="4049381" y="7888090"/>
            <a:chExt cx="2813685" cy="753110"/>
          </a:xfrm>
        </p:grpSpPr>
        <p:sp>
          <p:nvSpPr>
            <p:cNvPr id="14" name="object 14"/>
            <p:cNvSpPr/>
            <p:nvPr/>
          </p:nvSpPr>
          <p:spPr>
            <a:xfrm>
              <a:off x="4062914" y="7898545"/>
              <a:ext cx="2786380" cy="732155"/>
            </a:xfrm>
            <a:custGeom>
              <a:avLst/>
              <a:gdLst/>
              <a:ahLst/>
              <a:cxnLst/>
              <a:rect l="l" t="t" r="r" b="b"/>
              <a:pathLst>
                <a:path w="2786379" h="732154">
                  <a:moveTo>
                    <a:pt x="2445447" y="731790"/>
                  </a:moveTo>
                  <a:lnTo>
                    <a:pt x="340622" y="731790"/>
                  </a:lnTo>
                  <a:lnTo>
                    <a:pt x="285377" y="728411"/>
                  </a:lnTo>
                  <a:lnTo>
                    <a:pt x="232968" y="718628"/>
                  </a:lnTo>
                  <a:lnTo>
                    <a:pt x="184097" y="702971"/>
                  </a:lnTo>
                  <a:lnTo>
                    <a:pt x="139465" y="681974"/>
                  </a:lnTo>
                  <a:lnTo>
                    <a:pt x="99775" y="656166"/>
                  </a:lnTo>
                  <a:lnTo>
                    <a:pt x="65727" y="626079"/>
                  </a:lnTo>
                  <a:lnTo>
                    <a:pt x="38024" y="592245"/>
                  </a:lnTo>
                  <a:lnTo>
                    <a:pt x="17367" y="555195"/>
                  </a:lnTo>
                  <a:lnTo>
                    <a:pt x="4458" y="515461"/>
                  </a:lnTo>
                  <a:lnTo>
                    <a:pt x="0" y="473573"/>
                  </a:lnTo>
                  <a:lnTo>
                    <a:pt x="0" y="258217"/>
                  </a:lnTo>
                  <a:lnTo>
                    <a:pt x="4458" y="216329"/>
                  </a:lnTo>
                  <a:lnTo>
                    <a:pt x="17367" y="176595"/>
                  </a:lnTo>
                  <a:lnTo>
                    <a:pt x="38024" y="139545"/>
                  </a:lnTo>
                  <a:lnTo>
                    <a:pt x="65727" y="105711"/>
                  </a:lnTo>
                  <a:lnTo>
                    <a:pt x="99775" y="75624"/>
                  </a:lnTo>
                  <a:lnTo>
                    <a:pt x="139465" y="49816"/>
                  </a:lnTo>
                  <a:lnTo>
                    <a:pt x="184097" y="28818"/>
                  </a:lnTo>
                  <a:lnTo>
                    <a:pt x="232968" y="13162"/>
                  </a:lnTo>
                  <a:lnTo>
                    <a:pt x="285377" y="3379"/>
                  </a:lnTo>
                  <a:lnTo>
                    <a:pt x="340622" y="0"/>
                  </a:lnTo>
                  <a:lnTo>
                    <a:pt x="2445447" y="0"/>
                  </a:lnTo>
                  <a:lnTo>
                    <a:pt x="2500692" y="3379"/>
                  </a:lnTo>
                  <a:lnTo>
                    <a:pt x="2553101" y="13162"/>
                  </a:lnTo>
                  <a:lnTo>
                    <a:pt x="2601972" y="28818"/>
                  </a:lnTo>
                  <a:lnTo>
                    <a:pt x="2646603" y="49816"/>
                  </a:lnTo>
                  <a:lnTo>
                    <a:pt x="2686294" y="75624"/>
                  </a:lnTo>
                  <a:lnTo>
                    <a:pt x="2720342" y="105711"/>
                  </a:lnTo>
                  <a:lnTo>
                    <a:pt x="2748045" y="139545"/>
                  </a:lnTo>
                  <a:lnTo>
                    <a:pt x="2768702" y="176595"/>
                  </a:lnTo>
                  <a:lnTo>
                    <a:pt x="2781610" y="216329"/>
                  </a:lnTo>
                  <a:lnTo>
                    <a:pt x="2786069" y="258217"/>
                  </a:lnTo>
                  <a:lnTo>
                    <a:pt x="2786069" y="473573"/>
                  </a:lnTo>
                  <a:lnTo>
                    <a:pt x="2781610" y="515461"/>
                  </a:lnTo>
                  <a:lnTo>
                    <a:pt x="2768702" y="555195"/>
                  </a:lnTo>
                  <a:lnTo>
                    <a:pt x="2748045" y="592245"/>
                  </a:lnTo>
                  <a:lnTo>
                    <a:pt x="2720342" y="626079"/>
                  </a:lnTo>
                  <a:lnTo>
                    <a:pt x="2686294" y="656166"/>
                  </a:lnTo>
                  <a:lnTo>
                    <a:pt x="2646603" y="681974"/>
                  </a:lnTo>
                  <a:lnTo>
                    <a:pt x="2601972" y="702971"/>
                  </a:lnTo>
                  <a:lnTo>
                    <a:pt x="2553101" y="718628"/>
                  </a:lnTo>
                  <a:lnTo>
                    <a:pt x="2500692" y="728411"/>
                  </a:lnTo>
                  <a:lnTo>
                    <a:pt x="2445447" y="731790"/>
                  </a:lnTo>
                  <a:close/>
                </a:path>
              </a:pathLst>
            </a:custGeom>
            <a:solidFill>
              <a:srgbClr val="F2E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49381" y="7888090"/>
              <a:ext cx="2813685" cy="753110"/>
            </a:xfrm>
            <a:custGeom>
              <a:avLst/>
              <a:gdLst/>
              <a:ahLst/>
              <a:cxnLst/>
              <a:rect l="l" t="t" r="r" b="b"/>
              <a:pathLst>
                <a:path w="2813684" h="753109">
                  <a:moveTo>
                    <a:pt x="354154" y="752684"/>
                  </a:moveTo>
                  <a:lnTo>
                    <a:pt x="301854" y="749791"/>
                  </a:lnTo>
                  <a:lnTo>
                    <a:pt x="251925" y="741341"/>
                  </a:lnTo>
                  <a:lnTo>
                    <a:pt x="204917" y="727763"/>
                  </a:lnTo>
                  <a:lnTo>
                    <a:pt x="161381" y="709469"/>
                  </a:lnTo>
                  <a:lnTo>
                    <a:pt x="121864" y="686871"/>
                  </a:lnTo>
                  <a:lnTo>
                    <a:pt x="86919" y="660383"/>
                  </a:lnTo>
                  <a:lnTo>
                    <a:pt x="57094" y="630417"/>
                  </a:lnTo>
                  <a:lnTo>
                    <a:pt x="32940" y="597386"/>
                  </a:lnTo>
                  <a:lnTo>
                    <a:pt x="15006" y="561702"/>
                  </a:lnTo>
                  <a:lnTo>
                    <a:pt x="3959" y="524171"/>
                  </a:lnTo>
                  <a:lnTo>
                    <a:pt x="3843" y="523778"/>
                  </a:lnTo>
                  <a:lnTo>
                    <a:pt x="0" y="484028"/>
                  </a:lnTo>
                  <a:lnTo>
                    <a:pt x="0" y="268672"/>
                  </a:lnTo>
                  <a:lnTo>
                    <a:pt x="3843" y="228921"/>
                  </a:lnTo>
                  <a:lnTo>
                    <a:pt x="15006" y="190997"/>
                  </a:lnTo>
                  <a:lnTo>
                    <a:pt x="32940" y="155313"/>
                  </a:lnTo>
                  <a:lnTo>
                    <a:pt x="56990" y="122426"/>
                  </a:lnTo>
                  <a:lnTo>
                    <a:pt x="86919" y="92316"/>
                  </a:lnTo>
                  <a:lnTo>
                    <a:pt x="121864" y="65828"/>
                  </a:lnTo>
                  <a:lnTo>
                    <a:pt x="161381" y="43230"/>
                  </a:lnTo>
                  <a:lnTo>
                    <a:pt x="204917" y="24936"/>
                  </a:lnTo>
                  <a:lnTo>
                    <a:pt x="251925" y="11358"/>
                  </a:lnTo>
                  <a:lnTo>
                    <a:pt x="301854" y="2908"/>
                  </a:lnTo>
                  <a:lnTo>
                    <a:pt x="354154" y="0"/>
                  </a:lnTo>
                  <a:lnTo>
                    <a:pt x="2458979" y="0"/>
                  </a:lnTo>
                  <a:lnTo>
                    <a:pt x="2458979" y="10454"/>
                  </a:lnTo>
                  <a:lnTo>
                    <a:pt x="354154" y="10454"/>
                  </a:lnTo>
                  <a:lnTo>
                    <a:pt x="354154" y="20908"/>
                  </a:lnTo>
                  <a:lnTo>
                    <a:pt x="301026" y="24156"/>
                  </a:lnTo>
                  <a:lnTo>
                    <a:pt x="250655" y="33557"/>
                  </a:lnTo>
                  <a:lnTo>
                    <a:pt x="203707" y="48598"/>
                  </a:lnTo>
                  <a:lnTo>
                    <a:pt x="160851" y="68765"/>
                  </a:lnTo>
                  <a:lnTo>
                    <a:pt x="122755" y="93546"/>
                  </a:lnTo>
                  <a:lnTo>
                    <a:pt x="90088" y="122426"/>
                  </a:lnTo>
                  <a:lnTo>
                    <a:pt x="63517" y="154892"/>
                  </a:lnTo>
                  <a:lnTo>
                    <a:pt x="43711" y="190430"/>
                  </a:lnTo>
                  <a:lnTo>
                    <a:pt x="31337" y="228528"/>
                  </a:lnTo>
                  <a:lnTo>
                    <a:pt x="27064" y="268672"/>
                  </a:lnTo>
                  <a:lnTo>
                    <a:pt x="27064" y="484028"/>
                  </a:lnTo>
                  <a:lnTo>
                    <a:pt x="31295" y="523778"/>
                  </a:lnTo>
                  <a:lnTo>
                    <a:pt x="43711" y="562269"/>
                  </a:lnTo>
                  <a:lnTo>
                    <a:pt x="63517" y="597807"/>
                  </a:lnTo>
                  <a:lnTo>
                    <a:pt x="90088" y="630273"/>
                  </a:lnTo>
                  <a:lnTo>
                    <a:pt x="122755" y="659153"/>
                  </a:lnTo>
                  <a:lnTo>
                    <a:pt x="160851" y="683933"/>
                  </a:lnTo>
                  <a:lnTo>
                    <a:pt x="203707" y="704101"/>
                  </a:lnTo>
                  <a:lnTo>
                    <a:pt x="250655" y="719142"/>
                  </a:lnTo>
                  <a:lnTo>
                    <a:pt x="301026" y="728543"/>
                  </a:lnTo>
                  <a:lnTo>
                    <a:pt x="354154" y="731791"/>
                  </a:lnTo>
                  <a:lnTo>
                    <a:pt x="2594268" y="731791"/>
                  </a:lnTo>
                  <a:lnTo>
                    <a:pt x="2561206" y="741341"/>
                  </a:lnTo>
                  <a:lnTo>
                    <a:pt x="2555867" y="742245"/>
                  </a:lnTo>
                  <a:lnTo>
                    <a:pt x="354154" y="742245"/>
                  </a:lnTo>
                  <a:lnTo>
                    <a:pt x="354154" y="752684"/>
                  </a:lnTo>
                  <a:close/>
                </a:path>
                <a:path w="2813684" h="753109">
                  <a:moveTo>
                    <a:pt x="2594268" y="731791"/>
                  </a:moveTo>
                  <a:lnTo>
                    <a:pt x="2458979" y="731791"/>
                  </a:lnTo>
                  <a:lnTo>
                    <a:pt x="2512060" y="728543"/>
                  </a:lnTo>
                  <a:lnTo>
                    <a:pt x="2562405" y="719142"/>
                  </a:lnTo>
                  <a:lnTo>
                    <a:pt x="2609342" y="704101"/>
                  </a:lnTo>
                  <a:lnTo>
                    <a:pt x="2652199" y="683933"/>
                  </a:lnTo>
                  <a:lnTo>
                    <a:pt x="2690306" y="659153"/>
                  </a:lnTo>
                  <a:lnTo>
                    <a:pt x="2722990" y="630273"/>
                  </a:lnTo>
                  <a:lnTo>
                    <a:pt x="2749580" y="597807"/>
                  </a:lnTo>
                  <a:lnTo>
                    <a:pt x="2769404" y="562269"/>
                  </a:lnTo>
                  <a:lnTo>
                    <a:pt x="2781791" y="524171"/>
                  </a:lnTo>
                  <a:lnTo>
                    <a:pt x="2786070" y="484028"/>
                  </a:lnTo>
                  <a:lnTo>
                    <a:pt x="2786070" y="268672"/>
                  </a:lnTo>
                  <a:lnTo>
                    <a:pt x="2781838" y="228921"/>
                  </a:lnTo>
                  <a:lnTo>
                    <a:pt x="2769423" y="190430"/>
                  </a:lnTo>
                  <a:lnTo>
                    <a:pt x="2749617" y="154892"/>
                  </a:lnTo>
                  <a:lnTo>
                    <a:pt x="2723046" y="122426"/>
                  </a:lnTo>
                  <a:lnTo>
                    <a:pt x="2690378" y="93546"/>
                  </a:lnTo>
                  <a:lnTo>
                    <a:pt x="2652283" y="68765"/>
                  </a:lnTo>
                  <a:lnTo>
                    <a:pt x="2609427" y="48598"/>
                  </a:lnTo>
                  <a:lnTo>
                    <a:pt x="2562479" y="33557"/>
                  </a:lnTo>
                  <a:lnTo>
                    <a:pt x="2512107" y="24156"/>
                  </a:lnTo>
                  <a:lnTo>
                    <a:pt x="2458979" y="20908"/>
                  </a:lnTo>
                  <a:lnTo>
                    <a:pt x="354154" y="20908"/>
                  </a:lnTo>
                  <a:lnTo>
                    <a:pt x="354154" y="10454"/>
                  </a:lnTo>
                  <a:lnTo>
                    <a:pt x="2458979" y="10454"/>
                  </a:lnTo>
                  <a:lnTo>
                    <a:pt x="2458979" y="0"/>
                  </a:lnTo>
                  <a:lnTo>
                    <a:pt x="2511235" y="2908"/>
                  </a:lnTo>
                  <a:lnTo>
                    <a:pt x="2561135" y="11358"/>
                  </a:lnTo>
                  <a:lnTo>
                    <a:pt x="2608128" y="24936"/>
                  </a:lnTo>
                  <a:lnTo>
                    <a:pt x="2651660" y="43230"/>
                  </a:lnTo>
                  <a:lnTo>
                    <a:pt x="2691179" y="65828"/>
                  </a:lnTo>
                  <a:lnTo>
                    <a:pt x="2726134" y="92316"/>
                  </a:lnTo>
                  <a:lnTo>
                    <a:pt x="2755972" y="122282"/>
                  </a:lnTo>
                  <a:lnTo>
                    <a:pt x="2780140" y="155313"/>
                  </a:lnTo>
                  <a:lnTo>
                    <a:pt x="2798087" y="190997"/>
                  </a:lnTo>
                  <a:lnTo>
                    <a:pt x="2809144" y="228528"/>
                  </a:lnTo>
                  <a:lnTo>
                    <a:pt x="2813107" y="268672"/>
                  </a:lnTo>
                  <a:lnTo>
                    <a:pt x="2813107" y="484028"/>
                  </a:lnTo>
                  <a:lnTo>
                    <a:pt x="2809265" y="523778"/>
                  </a:lnTo>
                  <a:lnTo>
                    <a:pt x="2798103" y="561702"/>
                  </a:lnTo>
                  <a:lnTo>
                    <a:pt x="2780171" y="597386"/>
                  </a:lnTo>
                  <a:lnTo>
                    <a:pt x="2756125" y="630273"/>
                  </a:lnTo>
                  <a:lnTo>
                    <a:pt x="2726199" y="660383"/>
                  </a:lnTo>
                  <a:lnTo>
                    <a:pt x="2691257" y="686871"/>
                  </a:lnTo>
                  <a:lnTo>
                    <a:pt x="2651745" y="709469"/>
                  </a:lnTo>
                  <a:lnTo>
                    <a:pt x="2608211" y="727763"/>
                  </a:lnTo>
                  <a:lnTo>
                    <a:pt x="2594268" y="731791"/>
                  </a:lnTo>
                  <a:close/>
                </a:path>
                <a:path w="2813684" h="753109">
                  <a:moveTo>
                    <a:pt x="2458979" y="752684"/>
                  </a:moveTo>
                  <a:lnTo>
                    <a:pt x="354155" y="752684"/>
                  </a:lnTo>
                  <a:lnTo>
                    <a:pt x="354154" y="742245"/>
                  </a:lnTo>
                  <a:lnTo>
                    <a:pt x="2458979" y="742245"/>
                  </a:lnTo>
                  <a:lnTo>
                    <a:pt x="2458979" y="752684"/>
                  </a:lnTo>
                  <a:close/>
                </a:path>
                <a:path w="2813684" h="753109">
                  <a:moveTo>
                    <a:pt x="2459252" y="752684"/>
                  </a:moveTo>
                  <a:lnTo>
                    <a:pt x="2458979" y="752684"/>
                  </a:lnTo>
                  <a:lnTo>
                    <a:pt x="2458979" y="742245"/>
                  </a:lnTo>
                  <a:lnTo>
                    <a:pt x="2555867" y="742245"/>
                  </a:lnTo>
                  <a:lnTo>
                    <a:pt x="2511278" y="749791"/>
                  </a:lnTo>
                  <a:lnTo>
                    <a:pt x="2459252" y="752684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104672" y="8085511"/>
            <a:ext cx="70294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60" b="1">
                <a:solidFill>
                  <a:srgbClr val="232323"/>
                </a:solidFill>
                <a:latin typeface="Tahoma"/>
                <a:cs typeface="Tahoma"/>
              </a:rPr>
              <a:t>Meals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02617" y="7907140"/>
            <a:ext cx="2813050" cy="734060"/>
            <a:chOff x="7302617" y="7907140"/>
            <a:chExt cx="2813050" cy="734060"/>
          </a:xfrm>
        </p:grpSpPr>
        <p:sp>
          <p:nvSpPr>
            <p:cNvPr id="18" name="object 18"/>
            <p:cNvSpPr/>
            <p:nvPr/>
          </p:nvSpPr>
          <p:spPr>
            <a:xfrm>
              <a:off x="7313463" y="7917330"/>
              <a:ext cx="2791460" cy="713740"/>
            </a:xfrm>
            <a:custGeom>
              <a:avLst/>
              <a:gdLst/>
              <a:ahLst/>
              <a:cxnLst/>
              <a:rect l="l" t="t" r="r" b="b"/>
              <a:pathLst>
                <a:path w="2791459" h="713740">
                  <a:moveTo>
                    <a:pt x="2517804" y="713270"/>
                  </a:moveTo>
                  <a:lnTo>
                    <a:pt x="273489" y="713270"/>
                  </a:lnTo>
                  <a:lnTo>
                    <a:pt x="224320" y="709215"/>
                  </a:lnTo>
                  <a:lnTo>
                    <a:pt x="178046" y="697525"/>
                  </a:lnTo>
                  <a:lnTo>
                    <a:pt x="135439" y="678911"/>
                  </a:lnTo>
                  <a:lnTo>
                    <a:pt x="97269" y="654082"/>
                  </a:lnTo>
                  <a:lnTo>
                    <a:pt x="64310" y="623749"/>
                  </a:lnTo>
                  <a:lnTo>
                    <a:pt x="37331" y="588623"/>
                  </a:lnTo>
                  <a:lnTo>
                    <a:pt x="17106" y="549413"/>
                  </a:lnTo>
                  <a:lnTo>
                    <a:pt x="4405" y="506831"/>
                  </a:lnTo>
                  <a:lnTo>
                    <a:pt x="0" y="461587"/>
                  </a:lnTo>
                  <a:lnTo>
                    <a:pt x="0" y="251682"/>
                  </a:lnTo>
                  <a:lnTo>
                    <a:pt x="4405" y="206438"/>
                  </a:lnTo>
                  <a:lnTo>
                    <a:pt x="17106" y="163856"/>
                  </a:lnTo>
                  <a:lnTo>
                    <a:pt x="37331" y="124647"/>
                  </a:lnTo>
                  <a:lnTo>
                    <a:pt x="64310" y="89520"/>
                  </a:lnTo>
                  <a:lnTo>
                    <a:pt x="97269" y="59187"/>
                  </a:lnTo>
                  <a:lnTo>
                    <a:pt x="135439" y="34358"/>
                  </a:lnTo>
                  <a:lnTo>
                    <a:pt x="178046" y="15744"/>
                  </a:lnTo>
                  <a:lnTo>
                    <a:pt x="224320" y="4054"/>
                  </a:lnTo>
                  <a:lnTo>
                    <a:pt x="273489" y="0"/>
                  </a:lnTo>
                  <a:lnTo>
                    <a:pt x="2517804" y="0"/>
                  </a:lnTo>
                  <a:lnTo>
                    <a:pt x="2566973" y="4054"/>
                  </a:lnTo>
                  <a:lnTo>
                    <a:pt x="2613247" y="15744"/>
                  </a:lnTo>
                  <a:lnTo>
                    <a:pt x="2655855" y="34358"/>
                  </a:lnTo>
                  <a:lnTo>
                    <a:pt x="2694024" y="59187"/>
                  </a:lnTo>
                  <a:lnTo>
                    <a:pt x="2726983" y="89520"/>
                  </a:lnTo>
                  <a:lnTo>
                    <a:pt x="2753962" y="124647"/>
                  </a:lnTo>
                  <a:lnTo>
                    <a:pt x="2774187" y="163856"/>
                  </a:lnTo>
                  <a:lnTo>
                    <a:pt x="2786888" y="206438"/>
                  </a:lnTo>
                  <a:lnTo>
                    <a:pt x="2791293" y="251682"/>
                  </a:lnTo>
                  <a:lnTo>
                    <a:pt x="2791293" y="461587"/>
                  </a:lnTo>
                  <a:lnTo>
                    <a:pt x="2786888" y="506831"/>
                  </a:lnTo>
                  <a:lnTo>
                    <a:pt x="2774187" y="549413"/>
                  </a:lnTo>
                  <a:lnTo>
                    <a:pt x="2753962" y="588623"/>
                  </a:lnTo>
                  <a:lnTo>
                    <a:pt x="2726983" y="623749"/>
                  </a:lnTo>
                  <a:lnTo>
                    <a:pt x="2694024" y="654082"/>
                  </a:lnTo>
                  <a:lnTo>
                    <a:pt x="2655855" y="678911"/>
                  </a:lnTo>
                  <a:lnTo>
                    <a:pt x="2613247" y="697525"/>
                  </a:lnTo>
                  <a:lnTo>
                    <a:pt x="2566973" y="709215"/>
                  </a:lnTo>
                  <a:lnTo>
                    <a:pt x="2517804" y="713270"/>
                  </a:lnTo>
                  <a:close/>
                </a:path>
              </a:pathLst>
            </a:custGeom>
            <a:solidFill>
              <a:srgbClr val="DAEB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02617" y="7907140"/>
              <a:ext cx="2813050" cy="734060"/>
            </a:xfrm>
            <a:custGeom>
              <a:avLst/>
              <a:gdLst/>
              <a:ahLst/>
              <a:cxnLst/>
              <a:rect l="l" t="t" r="r" b="b"/>
              <a:pathLst>
                <a:path w="2813050" h="734059">
                  <a:moveTo>
                    <a:pt x="284336" y="733634"/>
                  </a:moveTo>
                  <a:lnTo>
                    <a:pt x="233285" y="729436"/>
                  </a:lnTo>
                  <a:lnTo>
                    <a:pt x="185212" y="717289"/>
                  </a:lnTo>
                  <a:lnTo>
                    <a:pt x="140925" y="697942"/>
                  </a:lnTo>
                  <a:lnTo>
                    <a:pt x="101233" y="672129"/>
                  </a:lnTo>
                  <a:lnTo>
                    <a:pt x="66945" y="640584"/>
                  </a:lnTo>
                  <a:lnTo>
                    <a:pt x="38869" y="604042"/>
                  </a:lnTo>
                  <a:lnTo>
                    <a:pt x="17814" y="563237"/>
                  </a:lnTo>
                  <a:lnTo>
                    <a:pt x="4588" y="518904"/>
                  </a:lnTo>
                  <a:lnTo>
                    <a:pt x="0" y="471777"/>
                  </a:lnTo>
                  <a:lnTo>
                    <a:pt x="0" y="261872"/>
                  </a:lnTo>
                  <a:lnTo>
                    <a:pt x="4588" y="214745"/>
                  </a:lnTo>
                  <a:lnTo>
                    <a:pt x="17814" y="170412"/>
                  </a:lnTo>
                  <a:lnTo>
                    <a:pt x="38869" y="129607"/>
                  </a:lnTo>
                  <a:lnTo>
                    <a:pt x="66945" y="93065"/>
                  </a:lnTo>
                  <a:lnTo>
                    <a:pt x="101233" y="61520"/>
                  </a:lnTo>
                  <a:lnTo>
                    <a:pt x="140925" y="35706"/>
                  </a:lnTo>
                  <a:lnTo>
                    <a:pt x="185212" y="16359"/>
                  </a:lnTo>
                  <a:lnTo>
                    <a:pt x="233285" y="4212"/>
                  </a:lnTo>
                  <a:lnTo>
                    <a:pt x="284336" y="0"/>
                  </a:lnTo>
                  <a:lnTo>
                    <a:pt x="2528651" y="0"/>
                  </a:lnTo>
                  <a:lnTo>
                    <a:pt x="2528651" y="10189"/>
                  </a:lnTo>
                  <a:lnTo>
                    <a:pt x="284336" y="10189"/>
                  </a:lnTo>
                  <a:lnTo>
                    <a:pt x="284336" y="20379"/>
                  </a:lnTo>
                  <a:lnTo>
                    <a:pt x="237090" y="24275"/>
                  </a:lnTo>
                  <a:lnTo>
                    <a:pt x="192636" y="35508"/>
                  </a:lnTo>
                  <a:lnTo>
                    <a:pt x="151714" y="53390"/>
                  </a:lnTo>
                  <a:lnTo>
                    <a:pt x="115062" y="77234"/>
                  </a:lnTo>
                  <a:lnTo>
                    <a:pt x="83418" y="106355"/>
                  </a:lnTo>
                  <a:lnTo>
                    <a:pt x="57521" y="140066"/>
                  </a:lnTo>
                  <a:lnTo>
                    <a:pt x="38109" y="177680"/>
                  </a:lnTo>
                  <a:lnTo>
                    <a:pt x="25920" y="218511"/>
                  </a:lnTo>
                  <a:lnTo>
                    <a:pt x="21693" y="261872"/>
                  </a:lnTo>
                  <a:lnTo>
                    <a:pt x="21693" y="471777"/>
                  </a:lnTo>
                  <a:lnTo>
                    <a:pt x="25920" y="515138"/>
                  </a:lnTo>
                  <a:lnTo>
                    <a:pt x="38109" y="555969"/>
                  </a:lnTo>
                  <a:lnTo>
                    <a:pt x="57521" y="593583"/>
                  </a:lnTo>
                  <a:lnTo>
                    <a:pt x="83418" y="627293"/>
                  </a:lnTo>
                  <a:lnTo>
                    <a:pt x="115062" y="656414"/>
                  </a:lnTo>
                  <a:lnTo>
                    <a:pt x="151714" y="680259"/>
                  </a:lnTo>
                  <a:lnTo>
                    <a:pt x="192636" y="698141"/>
                  </a:lnTo>
                  <a:lnTo>
                    <a:pt x="237090" y="709373"/>
                  </a:lnTo>
                  <a:lnTo>
                    <a:pt x="284336" y="713270"/>
                  </a:lnTo>
                  <a:lnTo>
                    <a:pt x="2636976" y="713270"/>
                  </a:lnTo>
                  <a:lnTo>
                    <a:pt x="2627775" y="717289"/>
                  </a:lnTo>
                  <a:lnTo>
                    <a:pt x="2603358" y="723459"/>
                  </a:lnTo>
                  <a:lnTo>
                    <a:pt x="284336" y="723459"/>
                  </a:lnTo>
                  <a:lnTo>
                    <a:pt x="284336" y="733634"/>
                  </a:lnTo>
                  <a:close/>
                </a:path>
                <a:path w="2813050" h="734059">
                  <a:moveTo>
                    <a:pt x="2636976" y="713270"/>
                  </a:moveTo>
                  <a:lnTo>
                    <a:pt x="2528651" y="713270"/>
                  </a:lnTo>
                  <a:lnTo>
                    <a:pt x="2575897" y="709373"/>
                  </a:lnTo>
                  <a:lnTo>
                    <a:pt x="2620351" y="698141"/>
                  </a:lnTo>
                  <a:lnTo>
                    <a:pt x="2661272" y="680259"/>
                  </a:lnTo>
                  <a:lnTo>
                    <a:pt x="2697925" y="656414"/>
                  </a:lnTo>
                  <a:lnTo>
                    <a:pt x="2729569" y="627293"/>
                  </a:lnTo>
                  <a:lnTo>
                    <a:pt x="2755466" y="593583"/>
                  </a:lnTo>
                  <a:lnTo>
                    <a:pt x="2774878" y="555969"/>
                  </a:lnTo>
                  <a:lnTo>
                    <a:pt x="2787067" y="515138"/>
                  </a:lnTo>
                  <a:lnTo>
                    <a:pt x="2791294" y="471777"/>
                  </a:lnTo>
                  <a:lnTo>
                    <a:pt x="2791294" y="261872"/>
                  </a:lnTo>
                  <a:lnTo>
                    <a:pt x="2787067" y="218511"/>
                  </a:lnTo>
                  <a:lnTo>
                    <a:pt x="2774878" y="177680"/>
                  </a:lnTo>
                  <a:lnTo>
                    <a:pt x="2755466" y="140066"/>
                  </a:lnTo>
                  <a:lnTo>
                    <a:pt x="2729569" y="106355"/>
                  </a:lnTo>
                  <a:lnTo>
                    <a:pt x="2697925" y="77234"/>
                  </a:lnTo>
                  <a:lnTo>
                    <a:pt x="2661272" y="53390"/>
                  </a:lnTo>
                  <a:lnTo>
                    <a:pt x="2620351" y="35508"/>
                  </a:lnTo>
                  <a:lnTo>
                    <a:pt x="2575897" y="24275"/>
                  </a:lnTo>
                  <a:lnTo>
                    <a:pt x="2528651" y="20379"/>
                  </a:lnTo>
                  <a:lnTo>
                    <a:pt x="284336" y="20379"/>
                  </a:lnTo>
                  <a:lnTo>
                    <a:pt x="284336" y="10189"/>
                  </a:lnTo>
                  <a:lnTo>
                    <a:pt x="2528651" y="10189"/>
                  </a:lnTo>
                  <a:lnTo>
                    <a:pt x="2528651" y="0"/>
                  </a:lnTo>
                  <a:lnTo>
                    <a:pt x="2579702" y="4212"/>
                  </a:lnTo>
                  <a:lnTo>
                    <a:pt x="2627775" y="16359"/>
                  </a:lnTo>
                  <a:lnTo>
                    <a:pt x="2672062" y="35706"/>
                  </a:lnTo>
                  <a:lnTo>
                    <a:pt x="2711753" y="61520"/>
                  </a:lnTo>
                  <a:lnTo>
                    <a:pt x="2746041" y="93065"/>
                  </a:lnTo>
                  <a:lnTo>
                    <a:pt x="2774118" y="129607"/>
                  </a:lnTo>
                  <a:lnTo>
                    <a:pt x="2795173" y="170412"/>
                  </a:lnTo>
                  <a:lnTo>
                    <a:pt x="2808399" y="214745"/>
                  </a:lnTo>
                  <a:lnTo>
                    <a:pt x="2812988" y="261872"/>
                  </a:lnTo>
                  <a:lnTo>
                    <a:pt x="2812988" y="471777"/>
                  </a:lnTo>
                  <a:lnTo>
                    <a:pt x="2808399" y="518904"/>
                  </a:lnTo>
                  <a:lnTo>
                    <a:pt x="2795173" y="563237"/>
                  </a:lnTo>
                  <a:lnTo>
                    <a:pt x="2774118" y="604042"/>
                  </a:lnTo>
                  <a:lnTo>
                    <a:pt x="2746041" y="640584"/>
                  </a:lnTo>
                  <a:lnTo>
                    <a:pt x="2711753" y="672129"/>
                  </a:lnTo>
                  <a:lnTo>
                    <a:pt x="2672062" y="697942"/>
                  </a:lnTo>
                  <a:lnTo>
                    <a:pt x="2636976" y="713270"/>
                  </a:lnTo>
                  <a:close/>
                </a:path>
                <a:path w="2813050" h="734059">
                  <a:moveTo>
                    <a:pt x="2528651" y="733634"/>
                  </a:moveTo>
                  <a:lnTo>
                    <a:pt x="284337" y="733634"/>
                  </a:lnTo>
                  <a:lnTo>
                    <a:pt x="284336" y="723459"/>
                  </a:lnTo>
                  <a:lnTo>
                    <a:pt x="2528651" y="723459"/>
                  </a:lnTo>
                  <a:lnTo>
                    <a:pt x="2528651" y="733634"/>
                  </a:lnTo>
                  <a:close/>
                </a:path>
                <a:path w="2813050" h="734059">
                  <a:moveTo>
                    <a:pt x="2528827" y="733634"/>
                  </a:moveTo>
                  <a:lnTo>
                    <a:pt x="2528651" y="733634"/>
                  </a:lnTo>
                  <a:lnTo>
                    <a:pt x="2528651" y="723459"/>
                  </a:lnTo>
                  <a:lnTo>
                    <a:pt x="2603358" y="723459"/>
                  </a:lnTo>
                  <a:lnTo>
                    <a:pt x="2579702" y="729436"/>
                  </a:lnTo>
                  <a:lnTo>
                    <a:pt x="2528827" y="733634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163835" y="8085511"/>
            <a:ext cx="109093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80" b="1">
                <a:solidFill>
                  <a:srgbClr val="232323"/>
                </a:solidFill>
                <a:latin typeface="Tahoma"/>
                <a:cs typeface="Tahoma"/>
              </a:rPr>
              <a:t>Research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569577" y="7907140"/>
            <a:ext cx="2806065" cy="734060"/>
            <a:chOff x="10569577" y="7907140"/>
            <a:chExt cx="2806065" cy="734060"/>
          </a:xfrm>
        </p:grpSpPr>
        <p:sp>
          <p:nvSpPr>
            <p:cNvPr id="22" name="object 22"/>
            <p:cNvSpPr/>
            <p:nvPr/>
          </p:nvSpPr>
          <p:spPr>
            <a:xfrm>
              <a:off x="10580842" y="7917330"/>
              <a:ext cx="2783205" cy="713740"/>
            </a:xfrm>
            <a:custGeom>
              <a:avLst/>
              <a:gdLst/>
              <a:ahLst/>
              <a:cxnLst/>
              <a:rect l="l" t="t" r="r" b="b"/>
              <a:pathLst>
                <a:path w="2783205" h="713740">
                  <a:moveTo>
                    <a:pt x="2499083" y="713270"/>
                  </a:moveTo>
                  <a:lnTo>
                    <a:pt x="284041" y="713270"/>
                  </a:lnTo>
                  <a:lnTo>
                    <a:pt x="232975" y="709215"/>
                  </a:lnTo>
                  <a:lnTo>
                    <a:pt x="184916" y="697525"/>
                  </a:lnTo>
                  <a:lnTo>
                    <a:pt x="140664" y="678911"/>
                  </a:lnTo>
                  <a:lnTo>
                    <a:pt x="101022" y="654082"/>
                  </a:lnTo>
                  <a:lnTo>
                    <a:pt x="66791" y="623749"/>
                  </a:lnTo>
                  <a:lnTo>
                    <a:pt x="38772" y="588623"/>
                  </a:lnTo>
                  <a:lnTo>
                    <a:pt x="17766" y="549413"/>
                  </a:lnTo>
                  <a:lnTo>
                    <a:pt x="4575" y="506831"/>
                  </a:lnTo>
                  <a:lnTo>
                    <a:pt x="0" y="461587"/>
                  </a:lnTo>
                  <a:lnTo>
                    <a:pt x="0" y="251682"/>
                  </a:lnTo>
                  <a:lnTo>
                    <a:pt x="4575" y="206438"/>
                  </a:lnTo>
                  <a:lnTo>
                    <a:pt x="17766" y="163856"/>
                  </a:lnTo>
                  <a:lnTo>
                    <a:pt x="38772" y="124647"/>
                  </a:lnTo>
                  <a:lnTo>
                    <a:pt x="66791" y="89520"/>
                  </a:lnTo>
                  <a:lnTo>
                    <a:pt x="101022" y="59187"/>
                  </a:lnTo>
                  <a:lnTo>
                    <a:pt x="140664" y="34358"/>
                  </a:lnTo>
                  <a:lnTo>
                    <a:pt x="184916" y="15744"/>
                  </a:lnTo>
                  <a:lnTo>
                    <a:pt x="232975" y="4054"/>
                  </a:lnTo>
                  <a:lnTo>
                    <a:pt x="284041" y="0"/>
                  </a:lnTo>
                  <a:lnTo>
                    <a:pt x="2499083" y="0"/>
                  </a:lnTo>
                  <a:lnTo>
                    <a:pt x="2550143" y="4054"/>
                  </a:lnTo>
                  <a:lnTo>
                    <a:pt x="2598187" y="15744"/>
                  </a:lnTo>
                  <a:lnTo>
                    <a:pt x="2642417" y="34358"/>
                  </a:lnTo>
                  <a:lnTo>
                    <a:pt x="2682034" y="59187"/>
                  </a:lnTo>
                  <a:lnTo>
                    <a:pt x="2716238" y="89520"/>
                  </a:lnTo>
                  <a:lnTo>
                    <a:pt x="2744232" y="124647"/>
                  </a:lnTo>
                  <a:lnTo>
                    <a:pt x="2765216" y="163856"/>
                  </a:lnTo>
                  <a:lnTo>
                    <a:pt x="2778392" y="206438"/>
                  </a:lnTo>
                  <a:lnTo>
                    <a:pt x="2782962" y="251682"/>
                  </a:lnTo>
                  <a:lnTo>
                    <a:pt x="2782962" y="461587"/>
                  </a:lnTo>
                  <a:lnTo>
                    <a:pt x="2778387" y="506831"/>
                  </a:lnTo>
                  <a:lnTo>
                    <a:pt x="2765197" y="549413"/>
                  </a:lnTo>
                  <a:lnTo>
                    <a:pt x="2744196" y="588623"/>
                  </a:lnTo>
                  <a:lnTo>
                    <a:pt x="2716185" y="623749"/>
                  </a:lnTo>
                  <a:lnTo>
                    <a:pt x="2681967" y="654082"/>
                  </a:lnTo>
                  <a:lnTo>
                    <a:pt x="2642346" y="678911"/>
                  </a:lnTo>
                  <a:lnTo>
                    <a:pt x="2598123" y="697525"/>
                  </a:lnTo>
                  <a:lnTo>
                    <a:pt x="2550101" y="709215"/>
                  </a:lnTo>
                  <a:lnTo>
                    <a:pt x="2499083" y="713270"/>
                  </a:lnTo>
                  <a:close/>
                </a:path>
              </a:pathLst>
            </a:custGeom>
            <a:solidFill>
              <a:srgbClr val="F2E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569577" y="7907140"/>
              <a:ext cx="2806065" cy="734060"/>
            </a:xfrm>
            <a:custGeom>
              <a:avLst/>
              <a:gdLst/>
              <a:ahLst/>
              <a:cxnLst/>
              <a:rect l="l" t="t" r="r" b="b"/>
              <a:pathLst>
                <a:path w="2806065" h="734059">
                  <a:moveTo>
                    <a:pt x="295306" y="733634"/>
                  </a:moveTo>
                  <a:lnTo>
                    <a:pt x="247462" y="730228"/>
                  </a:lnTo>
                  <a:lnTo>
                    <a:pt x="202055" y="720320"/>
                  </a:lnTo>
                  <a:lnTo>
                    <a:pt x="159698" y="704460"/>
                  </a:lnTo>
                  <a:lnTo>
                    <a:pt x="121002" y="683184"/>
                  </a:lnTo>
                  <a:lnTo>
                    <a:pt x="86580" y="657027"/>
                  </a:lnTo>
                  <a:lnTo>
                    <a:pt x="57044" y="626526"/>
                  </a:lnTo>
                  <a:lnTo>
                    <a:pt x="33005" y="592215"/>
                  </a:lnTo>
                  <a:lnTo>
                    <a:pt x="15077" y="554629"/>
                  </a:lnTo>
                  <a:lnTo>
                    <a:pt x="3871" y="514305"/>
                  </a:lnTo>
                  <a:lnTo>
                    <a:pt x="0" y="471777"/>
                  </a:lnTo>
                  <a:lnTo>
                    <a:pt x="0" y="261872"/>
                  </a:lnTo>
                  <a:lnTo>
                    <a:pt x="3871" y="219344"/>
                  </a:lnTo>
                  <a:lnTo>
                    <a:pt x="15077" y="179019"/>
                  </a:lnTo>
                  <a:lnTo>
                    <a:pt x="33005" y="141434"/>
                  </a:lnTo>
                  <a:lnTo>
                    <a:pt x="57044" y="107123"/>
                  </a:lnTo>
                  <a:lnTo>
                    <a:pt x="86580" y="76622"/>
                  </a:lnTo>
                  <a:lnTo>
                    <a:pt x="121002" y="50465"/>
                  </a:lnTo>
                  <a:lnTo>
                    <a:pt x="159698" y="29190"/>
                  </a:lnTo>
                  <a:lnTo>
                    <a:pt x="202055" y="13330"/>
                  </a:lnTo>
                  <a:lnTo>
                    <a:pt x="247462" y="3421"/>
                  </a:lnTo>
                  <a:lnTo>
                    <a:pt x="295306" y="0"/>
                  </a:lnTo>
                  <a:lnTo>
                    <a:pt x="2510348" y="0"/>
                  </a:lnTo>
                  <a:lnTo>
                    <a:pt x="2510348" y="10189"/>
                  </a:lnTo>
                  <a:lnTo>
                    <a:pt x="295306" y="10189"/>
                  </a:lnTo>
                  <a:lnTo>
                    <a:pt x="295306" y="20379"/>
                  </a:lnTo>
                  <a:lnTo>
                    <a:pt x="246195" y="24275"/>
                  </a:lnTo>
                  <a:lnTo>
                    <a:pt x="200004" y="35508"/>
                  </a:lnTo>
                  <a:lnTo>
                    <a:pt x="157496" y="53390"/>
                  </a:lnTo>
                  <a:lnTo>
                    <a:pt x="119436" y="77234"/>
                  </a:lnTo>
                  <a:lnTo>
                    <a:pt x="86584" y="106355"/>
                  </a:lnTo>
                  <a:lnTo>
                    <a:pt x="59705" y="140066"/>
                  </a:lnTo>
                  <a:lnTo>
                    <a:pt x="39561" y="177680"/>
                  </a:lnTo>
                  <a:lnTo>
                    <a:pt x="26915" y="218511"/>
                  </a:lnTo>
                  <a:lnTo>
                    <a:pt x="22530" y="261872"/>
                  </a:lnTo>
                  <a:lnTo>
                    <a:pt x="22530" y="471777"/>
                  </a:lnTo>
                  <a:lnTo>
                    <a:pt x="26831" y="514305"/>
                  </a:lnTo>
                  <a:lnTo>
                    <a:pt x="26915" y="515138"/>
                  </a:lnTo>
                  <a:lnTo>
                    <a:pt x="39561" y="555969"/>
                  </a:lnTo>
                  <a:lnTo>
                    <a:pt x="59705" y="593583"/>
                  </a:lnTo>
                  <a:lnTo>
                    <a:pt x="86584" y="627293"/>
                  </a:lnTo>
                  <a:lnTo>
                    <a:pt x="119436" y="656414"/>
                  </a:lnTo>
                  <a:lnTo>
                    <a:pt x="157496" y="680259"/>
                  </a:lnTo>
                  <a:lnTo>
                    <a:pt x="200004" y="698141"/>
                  </a:lnTo>
                  <a:lnTo>
                    <a:pt x="246195" y="709373"/>
                  </a:lnTo>
                  <a:lnTo>
                    <a:pt x="295306" y="713270"/>
                  </a:lnTo>
                  <a:lnTo>
                    <a:pt x="2622426" y="713270"/>
                  </a:lnTo>
                  <a:lnTo>
                    <a:pt x="2603598" y="720320"/>
                  </a:lnTo>
                  <a:lnTo>
                    <a:pt x="2589211" y="723459"/>
                  </a:lnTo>
                  <a:lnTo>
                    <a:pt x="295306" y="723459"/>
                  </a:lnTo>
                  <a:lnTo>
                    <a:pt x="295306" y="733634"/>
                  </a:lnTo>
                  <a:close/>
                </a:path>
                <a:path w="2806065" h="734059">
                  <a:moveTo>
                    <a:pt x="2622426" y="713270"/>
                  </a:moveTo>
                  <a:lnTo>
                    <a:pt x="2510348" y="713270"/>
                  </a:lnTo>
                  <a:lnTo>
                    <a:pt x="2559411" y="709373"/>
                  </a:lnTo>
                  <a:lnTo>
                    <a:pt x="2605565" y="698141"/>
                  </a:lnTo>
                  <a:lnTo>
                    <a:pt x="2648044" y="680259"/>
                  </a:lnTo>
                  <a:lnTo>
                    <a:pt x="2686085" y="656414"/>
                  </a:lnTo>
                  <a:lnTo>
                    <a:pt x="2718923" y="627293"/>
                  </a:lnTo>
                  <a:lnTo>
                    <a:pt x="2745793" y="593583"/>
                  </a:lnTo>
                  <a:lnTo>
                    <a:pt x="2765933" y="555969"/>
                  </a:lnTo>
                  <a:lnTo>
                    <a:pt x="2778578" y="515138"/>
                  </a:lnTo>
                  <a:lnTo>
                    <a:pt x="2782962" y="471777"/>
                  </a:lnTo>
                  <a:lnTo>
                    <a:pt x="2782962" y="261872"/>
                  </a:lnTo>
                  <a:lnTo>
                    <a:pt x="2778662" y="219344"/>
                  </a:lnTo>
                  <a:lnTo>
                    <a:pt x="2778578" y="218511"/>
                  </a:lnTo>
                  <a:lnTo>
                    <a:pt x="2765933" y="177680"/>
                  </a:lnTo>
                  <a:lnTo>
                    <a:pt x="2745793" y="140066"/>
                  </a:lnTo>
                  <a:lnTo>
                    <a:pt x="2718923" y="106355"/>
                  </a:lnTo>
                  <a:lnTo>
                    <a:pt x="2686085" y="77234"/>
                  </a:lnTo>
                  <a:lnTo>
                    <a:pt x="2648044" y="53390"/>
                  </a:lnTo>
                  <a:lnTo>
                    <a:pt x="2605565" y="35508"/>
                  </a:lnTo>
                  <a:lnTo>
                    <a:pt x="2559411" y="24275"/>
                  </a:lnTo>
                  <a:lnTo>
                    <a:pt x="2510348" y="20379"/>
                  </a:lnTo>
                  <a:lnTo>
                    <a:pt x="295306" y="20379"/>
                  </a:lnTo>
                  <a:lnTo>
                    <a:pt x="295306" y="10189"/>
                  </a:lnTo>
                  <a:lnTo>
                    <a:pt x="2510348" y="10189"/>
                  </a:lnTo>
                  <a:lnTo>
                    <a:pt x="2510348" y="0"/>
                  </a:lnTo>
                  <a:lnTo>
                    <a:pt x="2558191" y="3421"/>
                  </a:lnTo>
                  <a:lnTo>
                    <a:pt x="2603598" y="13330"/>
                  </a:lnTo>
                  <a:lnTo>
                    <a:pt x="2645955" y="29190"/>
                  </a:lnTo>
                  <a:lnTo>
                    <a:pt x="2684651" y="50465"/>
                  </a:lnTo>
                  <a:lnTo>
                    <a:pt x="2719073" y="76622"/>
                  </a:lnTo>
                  <a:lnTo>
                    <a:pt x="2748610" y="107123"/>
                  </a:lnTo>
                  <a:lnTo>
                    <a:pt x="2772648" y="141434"/>
                  </a:lnTo>
                  <a:lnTo>
                    <a:pt x="2790577" y="179019"/>
                  </a:lnTo>
                  <a:lnTo>
                    <a:pt x="2801783" y="219344"/>
                  </a:lnTo>
                  <a:lnTo>
                    <a:pt x="2805579" y="261872"/>
                  </a:lnTo>
                  <a:lnTo>
                    <a:pt x="2805579" y="471777"/>
                  </a:lnTo>
                  <a:lnTo>
                    <a:pt x="2801783" y="514305"/>
                  </a:lnTo>
                  <a:lnTo>
                    <a:pt x="2790577" y="554629"/>
                  </a:lnTo>
                  <a:lnTo>
                    <a:pt x="2772648" y="592215"/>
                  </a:lnTo>
                  <a:lnTo>
                    <a:pt x="2748610" y="626526"/>
                  </a:lnTo>
                  <a:lnTo>
                    <a:pt x="2719073" y="657027"/>
                  </a:lnTo>
                  <a:lnTo>
                    <a:pt x="2684651" y="683184"/>
                  </a:lnTo>
                  <a:lnTo>
                    <a:pt x="2645955" y="704460"/>
                  </a:lnTo>
                  <a:lnTo>
                    <a:pt x="2622426" y="713270"/>
                  </a:lnTo>
                  <a:close/>
                </a:path>
                <a:path w="2806065" h="734059">
                  <a:moveTo>
                    <a:pt x="2510348" y="733634"/>
                  </a:moveTo>
                  <a:lnTo>
                    <a:pt x="295307" y="733634"/>
                  </a:lnTo>
                  <a:lnTo>
                    <a:pt x="295306" y="723459"/>
                  </a:lnTo>
                  <a:lnTo>
                    <a:pt x="2510348" y="723459"/>
                  </a:lnTo>
                  <a:lnTo>
                    <a:pt x="2510348" y="733634"/>
                  </a:lnTo>
                  <a:close/>
                </a:path>
                <a:path w="2806065" h="734059">
                  <a:moveTo>
                    <a:pt x="2510573" y="733634"/>
                  </a:moveTo>
                  <a:lnTo>
                    <a:pt x="2510348" y="733634"/>
                  </a:lnTo>
                  <a:lnTo>
                    <a:pt x="2510348" y="723459"/>
                  </a:lnTo>
                  <a:lnTo>
                    <a:pt x="2589211" y="723459"/>
                  </a:lnTo>
                  <a:lnTo>
                    <a:pt x="2558191" y="730228"/>
                  </a:lnTo>
                  <a:lnTo>
                    <a:pt x="2510573" y="733634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1474403" y="8085511"/>
            <a:ext cx="99568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20" b="1">
                <a:solidFill>
                  <a:srgbClr val="232323"/>
                </a:solidFill>
                <a:latin typeface="Tahoma"/>
                <a:cs typeface="Tahoma"/>
              </a:rPr>
              <a:t>Workout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836538" y="7907140"/>
            <a:ext cx="2865755" cy="734060"/>
            <a:chOff x="13836538" y="7907140"/>
            <a:chExt cx="2865755" cy="734060"/>
          </a:xfrm>
        </p:grpSpPr>
        <p:sp>
          <p:nvSpPr>
            <p:cNvPr id="26" name="object 26"/>
            <p:cNvSpPr/>
            <p:nvPr/>
          </p:nvSpPr>
          <p:spPr>
            <a:xfrm>
              <a:off x="13845462" y="7917330"/>
              <a:ext cx="2847975" cy="713740"/>
            </a:xfrm>
            <a:custGeom>
              <a:avLst/>
              <a:gdLst/>
              <a:ahLst/>
              <a:cxnLst/>
              <a:rect l="l" t="t" r="r" b="b"/>
              <a:pathLst>
                <a:path w="2847975" h="713740">
                  <a:moveTo>
                    <a:pt x="2622437" y="713270"/>
                  </a:moveTo>
                  <a:lnTo>
                    <a:pt x="225400" y="713270"/>
                  </a:lnTo>
                  <a:lnTo>
                    <a:pt x="179953" y="708157"/>
                  </a:lnTo>
                  <a:lnTo>
                    <a:pt x="137634" y="693493"/>
                  </a:lnTo>
                  <a:lnTo>
                    <a:pt x="99345" y="670290"/>
                  </a:lnTo>
                  <a:lnTo>
                    <a:pt x="65991" y="639559"/>
                  </a:lnTo>
                  <a:lnTo>
                    <a:pt x="38476" y="602312"/>
                  </a:lnTo>
                  <a:lnTo>
                    <a:pt x="17703" y="559559"/>
                  </a:lnTo>
                  <a:lnTo>
                    <a:pt x="4576" y="512314"/>
                  </a:lnTo>
                  <a:lnTo>
                    <a:pt x="0" y="461587"/>
                  </a:lnTo>
                  <a:lnTo>
                    <a:pt x="0" y="251682"/>
                  </a:lnTo>
                  <a:lnTo>
                    <a:pt x="4576" y="200955"/>
                  </a:lnTo>
                  <a:lnTo>
                    <a:pt x="17703" y="153710"/>
                  </a:lnTo>
                  <a:lnTo>
                    <a:pt x="38476" y="110958"/>
                  </a:lnTo>
                  <a:lnTo>
                    <a:pt x="65991" y="73710"/>
                  </a:lnTo>
                  <a:lnTo>
                    <a:pt x="99345" y="42979"/>
                  </a:lnTo>
                  <a:lnTo>
                    <a:pt x="137634" y="19776"/>
                  </a:lnTo>
                  <a:lnTo>
                    <a:pt x="179953" y="5112"/>
                  </a:lnTo>
                  <a:lnTo>
                    <a:pt x="225400" y="0"/>
                  </a:lnTo>
                  <a:lnTo>
                    <a:pt x="2622437" y="0"/>
                  </a:lnTo>
                  <a:lnTo>
                    <a:pt x="2667847" y="5112"/>
                  </a:lnTo>
                  <a:lnTo>
                    <a:pt x="2710150" y="19776"/>
                  </a:lnTo>
                  <a:lnTo>
                    <a:pt x="2748436" y="42979"/>
                  </a:lnTo>
                  <a:lnTo>
                    <a:pt x="2781798" y="73710"/>
                  </a:lnTo>
                  <a:lnTo>
                    <a:pt x="2809328" y="110958"/>
                  </a:lnTo>
                  <a:lnTo>
                    <a:pt x="2830117" y="153710"/>
                  </a:lnTo>
                  <a:lnTo>
                    <a:pt x="2843256" y="200955"/>
                  </a:lnTo>
                  <a:lnTo>
                    <a:pt x="2847838" y="251682"/>
                  </a:lnTo>
                  <a:lnTo>
                    <a:pt x="2847838" y="461587"/>
                  </a:lnTo>
                  <a:lnTo>
                    <a:pt x="2843261" y="512314"/>
                  </a:lnTo>
                  <a:lnTo>
                    <a:pt x="2830134" y="559559"/>
                  </a:lnTo>
                  <a:lnTo>
                    <a:pt x="2809361" y="602312"/>
                  </a:lnTo>
                  <a:lnTo>
                    <a:pt x="2781846" y="639559"/>
                  </a:lnTo>
                  <a:lnTo>
                    <a:pt x="2748492" y="670290"/>
                  </a:lnTo>
                  <a:lnTo>
                    <a:pt x="2710203" y="693493"/>
                  </a:lnTo>
                  <a:lnTo>
                    <a:pt x="2667884" y="708157"/>
                  </a:lnTo>
                  <a:lnTo>
                    <a:pt x="2622437" y="713270"/>
                  </a:lnTo>
                  <a:close/>
                </a:path>
              </a:pathLst>
            </a:custGeom>
            <a:solidFill>
              <a:srgbClr val="DAEB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836538" y="7907140"/>
              <a:ext cx="2865755" cy="734060"/>
            </a:xfrm>
            <a:custGeom>
              <a:avLst/>
              <a:gdLst/>
              <a:ahLst/>
              <a:cxnLst/>
              <a:rect l="l" t="t" r="r" b="b"/>
              <a:pathLst>
                <a:path w="2865755" h="734059">
                  <a:moveTo>
                    <a:pt x="234324" y="733634"/>
                  </a:moveTo>
                  <a:lnTo>
                    <a:pt x="187139" y="728336"/>
                  </a:lnTo>
                  <a:lnTo>
                    <a:pt x="143173" y="713098"/>
                  </a:lnTo>
                  <a:lnTo>
                    <a:pt x="103372" y="688979"/>
                  </a:lnTo>
                  <a:lnTo>
                    <a:pt x="68684" y="657026"/>
                  </a:lnTo>
                  <a:lnTo>
                    <a:pt x="40056" y="618283"/>
                  </a:lnTo>
                  <a:lnTo>
                    <a:pt x="18434" y="573797"/>
                  </a:lnTo>
                  <a:lnTo>
                    <a:pt x="4766" y="524613"/>
                  </a:lnTo>
                  <a:lnTo>
                    <a:pt x="0" y="471777"/>
                  </a:lnTo>
                  <a:lnTo>
                    <a:pt x="0" y="261872"/>
                  </a:lnTo>
                  <a:lnTo>
                    <a:pt x="4766" y="209035"/>
                  </a:lnTo>
                  <a:lnTo>
                    <a:pt x="18434" y="159851"/>
                  </a:lnTo>
                  <a:lnTo>
                    <a:pt x="40056" y="115364"/>
                  </a:lnTo>
                  <a:lnTo>
                    <a:pt x="68684" y="76622"/>
                  </a:lnTo>
                  <a:lnTo>
                    <a:pt x="103372" y="44668"/>
                  </a:lnTo>
                  <a:lnTo>
                    <a:pt x="143173" y="20549"/>
                  </a:lnTo>
                  <a:lnTo>
                    <a:pt x="187139" y="5311"/>
                  </a:lnTo>
                  <a:lnTo>
                    <a:pt x="234324" y="0"/>
                  </a:lnTo>
                  <a:lnTo>
                    <a:pt x="2631361" y="0"/>
                  </a:lnTo>
                  <a:lnTo>
                    <a:pt x="2631361" y="10189"/>
                  </a:lnTo>
                  <a:lnTo>
                    <a:pt x="234324" y="10189"/>
                  </a:lnTo>
                  <a:lnTo>
                    <a:pt x="234324" y="20379"/>
                  </a:lnTo>
                  <a:lnTo>
                    <a:pt x="190652" y="25292"/>
                  </a:lnTo>
                  <a:lnTo>
                    <a:pt x="149996" y="39382"/>
                  </a:lnTo>
                  <a:lnTo>
                    <a:pt x="113222" y="61669"/>
                  </a:lnTo>
                  <a:lnTo>
                    <a:pt x="81194" y="91178"/>
                  </a:lnTo>
                  <a:lnTo>
                    <a:pt x="54778" y="126930"/>
                  </a:lnTo>
                  <a:lnTo>
                    <a:pt x="34838" y="167948"/>
                  </a:lnTo>
                  <a:lnTo>
                    <a:pt x="22240" y="213254"/>
                  </a:lnTo>
                  <a:lnTo>
                    <a:pt x="17849" y="261872"/>
                  </a:lnTo>
                  <a:lnTo>
                    <a:pt x="17849" y="471777"/>
                  </a:lnTo>
                  <a:lnTo>
                    <a:pt x="22252" y="520394"/>
                  </a:lnTo>
                  <a:lnTo>
                    <a:pt x="34868" y="565700"/>
                  </a:lnTo>
                  <a:lnTo>
                    <a:pt x="54825" y="606718"/>
                  </a:lnTo>
                  <a:lnTo>
                    <a:pt x="81253" y="642470"/>
                  </a:lnTo>
                  <a:lnTo>
                    <a:pt x="113285" y="671979"/>
                  </a:lnTo>
                  <a:lnTo>
                    <a:pt x="150055" y="694267"/>
                  </a:lnTo>
                  <a:lnTo>
                    <a:pt x="190705" y="708356"/>
                  </a:lnTo>
                  <a:lnTo>
                    <a:pt x="234324" y="713270"/>
                  </a:lnTo>
                  <a:lnTo>
                    <a:pt x="2722015" y="713270"/>
                  </a:lnTo>
                  <a:lnTo>
                    <a:pt x="2692615" y="723459"/>
                  </a:lnTo>
                  <a:lnTo>
                    <a:pt x="234324" y="723459"/>
                  </a:lnTo>
                  <a:lnTo>
                    <a:pt x="234324" y="733634"/>
                  </a:lnTo>
                  <a:close/>
                </a:path>
                <a:path w="2865755" h="734059">
                  <a:moveTo>
                    <a:pt x="2722015" y="713270"/>
                  </a:moveTo>
                  <a:lnTo>
                    <a:pt x="2631361" y="713270"/>
                  </a:lnTo>
                  <a:lnTo>
                    <a:pt x="2675033" y="708356"/>
                  </a:lnTo>
                  <a:lnTo>
                    <a:pt x="2715689" y="694267"/>
                  </a:lnTo>
                  <a:lnTo>
                    <a:pt x="2752463" y="671979"/>
                  </a:lnTo>
                  <a:lnTo>
                    <a:pt x="2784491" y="642470"/>
                  </a:lnTo>
                  <a:lnTo>
                    <a:pt x="2810907" y="606718"/>
                  </a:lnTo>
                  <a:lnTo>
                    <a:pt x="2830847" y="565700"/>
                  </a:lnTo>
                  <a:lnTo>
                    <a:pt x="2843445" y="520394"/>
                  </a:lnTo>
                  <a:lnTo>
                    <a:pt x="2847836" y="471777"/>
                  </a:lnTo>
                  <a:lnTo>
                    <a:pt x="2847836" y="261872"/>
                  </a:lnTo>
                  <a:lnTo>
                    <a:pt x="2843445" y="213254"/>
                  </a:lnTo>
                  <a:lnTo>
                    <a:pt x="2830847" y="167948"/>
                  </a:lnTo>
                  <a:lnTo>
                    <a:pt x="2810907" y="126930"/>
                  </a:lnTo>
                  <a:lnTo>
                    <a:pt x="2784491" y="91178"/>
                  </a:lnTo>
                  <a:lnTo>
                    <a:pt x="2752463" y="61669"/>
                  </a:lnTo>
                  <a:lnTo>
                    <a:pt x="2715689" y="39382"/>
                  </a:lnTo>
                  <a:lnTo>
                    <a:pt x="2675033" y="25292"/>
                  </a:lnTo>
                  <a:lnTo>
                    <a:pt x="2631361" y="20379"/>
                  </a:lnTo>
                  <a:lnTo>
                    <a:pt x="234324" y="20379"/>
                  </a:lnTo>
                  <a:lnTo>
                    <a:pt x="234324" y="10189"/>
                  </a:lnTo>
                  <a:lnTo>
                    <a:pt x="2631361" y="10189"/>
                  </a:lnTo>
                  <a:lnTo>
                    <a:pt x="2631361" y="0"/>
                  </a:lnTo>
                  <a:lnTo>
                    <a:pt x="2678546" y="5311"/>
                  </a:lnTo>
                  <a:lnTo>
                    <a:pt x="2722512" y="20549"/>
                  </a:lnTo>
                  <a:lnTo>
                    <a:pt x="2762313" y="44668"/>
                  </a:lnTo>
                  <a:lnTo>
                    <a:pt x="2797001" y="76622"/>
                  </a:lnTo>
                  <a:lnTo>
                    <a:pt x="2825630" y="115364"/>
                  </a:lnTo>
                  <a:lnTo>
                    <a:pt x="2847251" y="159851"/>
                  </a:lnTo>
                  <a:lnTo>
                    <a:pt x="2860919" y="209035"/>
                  </a:lnTo>
                  <a:lnTo>
                    <a:pt x="2865759" y="261872"/>
                  </a:lnTo>
                  <a:lnTo>
                    <a:pt x="2865759" y="471777"/>
                  </a:lnTo>
                  <a:lnTo>
                    <a:pt x="2860919" y="524613"/>
                  </a:lnTo>
                  <a:lnTo>
                    <a:pt x="2847251" y="573797"/>
                  </a:lnTo>
                  <a:lnTo>
                    <a:pt x="2825630" y="618283"/>
                  </a:lnTo>
                  <a:lnTo>
                    <a:pt x="2797001" y="657026"/>
                  </a:lnTo>
                  <a:lnTo>
                    <a:pt x="2762313" y="688979"/>
                  </a:lnTo>
                  <a:lnTo>
                    <a:pt x="2722512" y="713098"/>
                  </a:lnTo>
                  <a:lnTo>
                    <a:pt x="2722015" y="713270"/>
                  </a:lnTo>
                  <a:close/>
                </a:path>
                <a:path w="2865755" h="734059">
                  <a:moveTo>
                    <a:pt x="2631361" y="733634"/>
                  </a:moveTo>
                  <a:lnTo>
                    <a:pt x="234324" y="733634"/>
                  </a:lnTo>
                  <a:lnTo>
                    <a:pt x="234324" y="723459"/>
                  </a:lnTo>
                  <a:lnTo>
                    <a:pt x="2631361" y="723459"/>
                  </a:lnTo>
                  <a:lnTo>
                    <a:pt x="2631361" y="733634"/>
                  </a:lnTo>
                  <a:close/>
                </a:path>
                <a:path w="2865755" h="734059">
                  <a:moveTo>
                    <a:pt x="2631478" y="733634"/>
                  </a:moveTo>
                  <a:lnTo>
                    <a:pt x="2631361" y="723459"/>
                  </a:lnTo>
                  <a:lnTo>
                    <a:pt x="2692615" y="723459"/>
                  </a:lnTo>
                  <a:lnTo>
                    <a:pt x="2678546" y="728336"/>
                  </a:lnTo>
                  <a:lnTo>
                    <a:pt x="2631478" y="733634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4540445" y="8085511"/>
            <a:ext cx="145796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00" b="1">
                <a:solidFill>
                  <a:srgbClr val="232323"/>
                </a:solidFill>
                <a:latin typeface="Tahoma"/>
                <a:cs typeface="Tahoma"/>
              </a:rPr>
              <a:t>Leaderboard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55376" y="8912837"/>
            <a:ext cx="13470890" cy="716915"/>
            <a:chOff x="2255376" y="8912837"/>
            <a:chExt cx="13470890" cy="716915"/>
          </a:xfrm>
        </p:grpSpPr>
        <p:sp>
          <p:nvSpPr>
            <p:cNvPr id="30" name="object 30"/>
            <p:cNvSpPr/>
            <p:nvPr/>
          </p:nvSpPr>
          <p:spPr>
            <a:xfrm>
              <a:off x="2264901" y="8925461"/>
              <a:ext cx="13452475" cy="691515"/>
            </a:xfrm>
            <a:custGeom>
              <a:avLst/>
              <a:gdLst/>
              <a:ahLst/>
              <a:cxnLst/>
              <a:rect l="l" t="t" r="r" b="b"/>
              <a:pathLst>
                <a:path w="13452475" h="691515">
                  <a:moveTo>
                    <a:pt x="13338523" y="691323"/>
                  </a:moveTo>
                  <a:lnTo>
                    <a:pt x="113633" y="691323"/>
                  </a:lnTo>
                  <a:lnTo>
                    <a:pt x="69397" y="679888"/>
                  </a:lnTo>
                  <a:lnTo>
                    <a:pt x="33277" y="648699"/>
                  </a:lnTo>
                  <a:lnTo>
                    <a:pt x="8928" y="602432"/>
                  </a:lnTo>
                  <a:lnTo>
                    <a:pt x="0" y="545761"/>
                  </a:lnTo>
                  <a:lnTo>
                    <a:pt x="0" y="145562"/>
                  </a:lnTo>
                  <a:lnTo>
                    <a:pt x="8928" y="88891"/>
                  </a:lnTo>
                  <a:lnTo>
                    <a:pt x="33277" y="42624"/>
                  </a:lnTo>
                  <a:lnTo>
                    <a:pt x="69397" y="11435"/>
                  </a:lnTo>
                  <a:lnTo>
                    <a:pt x="113633" y="0"/>
                  </a:lnTo>
                  <a:lnTo>
                    <a:pt x="13338523" y="0"/>
                  </a:lnTo>
                  <a:lnTo>
                    <a:pt x="13382759" y="11435"/>
                  </a:lnTo>
                  <a:lnTo>
                    <a:pt x="13418879" y="42624"/>
                  </a:lnTo>
                  <a:lnTo>
                    <a:pt x="13443229" y="88891"/>
                  </a:lnTo>
                  <a:lnTo>
                    <a:pt x="13452158" y="145562"/>
                  </a:lnTo>
                  <a:lnTo>
                    <a:pt x="13452158" y="545761"/>
                  </a:lnTo>
                  <a:lnTo>
                    <a:pt x="13443229" y="602432"/>
                  </a:lnTo>
                  <a:lnTo>
                    <a:pt x="13418879" y="648699"/>
                  </a:lnTo>
                  <a:lnTo>
                    <a:pt x="13382759" y="679888"/>
                  </a:lnTo>
                  <a:lnTo>
                    <a:pt x="13338523" y="6913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55376" y="8912837"/>
              <a:ext cx="13470890" cy="716915"/>
            </a:xfrm>
            <a:custGeom>
              <a:avLst/>
              <a:gdLst/>
              <a:ahLst/>
              <a:cxnLst/>
              <a:rect l="l" t="t" r="r" b="b"/>
              <a:pathLst>
                <a:path w="13470890" h="716915">
                  <a:moveTo>
                    <a:pt x="123148" y="716572"/>
                  </a:moveTo>
                  <a:lnTo>
                    <a:pt x="122916" y="716572"/>
                  </a:lnTo>
                  <a:lnTo>
                    <a:pt x="84344" y="708556"/>
                  </a:lnTo>
                  <a:lnTo>
                    <a:pt x="50550" y="686196"/>
                  </a:lnTo>
                  <a:lnTo>
                    <a:pt x="23847" y="652026"/>
                  </a:lnTo>
                  <a:lnTo>
                    <a:pt x="6307" y="608578"/>
                  </a:lnTo>
                  <a:lnTo>
                    <a:pt x="0" y="558386"/>
                  </a:lnTo>
                  <a:lnTo>
                    <a:pt x="0" y="158186"/>
                  </a:lnTo>
                  <a:lnTo>
                    <a:pt x="6307" y="108042"/>
                  </a:lnTo>
                  <a:lnTo>
                    <a:pt x="23847" y="64600"/>
                  </a:lnTo>
                  <a:lnTo>
                    <a:pt x="50550" y="30412"/>
                  </a:lnTo>
                  <a:lnTo>
                    <a:pt x="84344" y="8028"/>
                  </a:lnTo>
                  <a:lnTo>
                    <a:pt x="123158" y="0"/>
                  </a:lnTo>
                  <a:lnTo>
                    <a:pt x="13348048" y="0"/>
                  </a:lnTo>
                  <a:lnTo>
                    <a:pt x="13348048" y="12624"/>
                  </a:lnTo>
                  <a:lnTo>
                    <a:pt x="123158" y="12624"/>
                  </a:lnTo>
                  <a:lnTo>
                    <a:pt x="123158" y="25249"/>
                  </a:lnTo>
                  <a:lnTo>
                    <a:pt x="82499" y="35759"/>
                  </a:lnTo>
                  <a:lnTo>
                    <a:pt x="49422" y="64354"/>
                  </a:lnTo>
                  <a:lnTo>
                    <a:pt x="27186" y="106630"/>
                  </a:lnTo>
                  <a:lnTo>
                    <a:pt x="19050" y="158186"/>
                  </a:lnTo>
                  <a:lnTo>
                    <a:pt x="19050" y="558386"/>
                  </a:lnTo>
                  <a:lnTo>
                    <a:pt x="27186" y="609941"/>
                  </a:lnTo>
                  <a:lnTo>
                    <a:pt x="49321" y="652026"/>
                  </a:lnTo>
                  <a:lnTo>
                    <a:pt x="82499" y="680813"/>
                  </a:lnTo>
                  <a:lnTo>
                    <a:pt x="123158" y="691323"/>
                  </a:lnTo>
                  <a:lnTo>
                    <a:pt x="13412861" y="691323"/>
                  </a:lnTo>
                  <a:lnTo>
                    <a:pt x="13393801" y="703948"/>
                  </a:lnTo>
                  <a:lnTo>
                    <a:pt x="123158" y="703948"/>
                  </a:lnTo>
                  <a:lnTo>
                    <a:pt x="123148" y="716572"/>
                  </a:lnTo>
                  <a:close/>
                </a:path>
                <a:path w="13470890" h="716915">
                  <a:moveTo>
                    <a:pt x="13412861" y="691323"/>
                  </a:moveTo>
                  <a:lnTo>
                    <a:pt x="13348048" y="691323"/>
                  </a:lnTo>
                  <a:lnTo>
                    <a:pt x="13388706" y="680813"/>
                  </a:lnTo>
                  <a:lnTo>
                    <a:pt x="13421783" y="652218"/>
                  </a:lnTo>
                  <a:lnTo>
                    <a:pt x="13444019" y="609941"/>
                  </a:lnTo>
                  <a:lnTo>
                    <a:pt x="13452156" y="558386"/>
                  </a:lnTo>
                  <a:lnTo>
                    <a:pt x="13452156" y="158186"/>
                  </a:lnTo>
                  <a:lnTo>
                    <a:pt x="13444019" y="106630"/>
                  </a:lnTo>
                  <a:lnTo>
                    <a:pt x="13421783" y="64354"/>
                  </a:lnTo>
                  <a:lnTo>
                    <a:pt x="13388706" y="35759"/>
                  </a:lnTo>
                  <a:lnTo>
                    <a:pt x="13348048" y="25249"/>
                  </a:lnTo>
                  <a:lnTo>
                    <a:pt x="123158" y="25249"/>
                  </a:lnTo>
                  <a:lnTo>
                    <a:pt x="123158" y="12624"/>
                  </a:lnTo>
                  <a:lnTo>
                    <a:pt x="13348048" y="12624"/>
                  </a:lnTo>
                  <a:lnTo>
                    <a:pt x="13348048" y="0"/>
                  </a:lnTo>
                  <a:lnTo>
                    <a:pt x="13386862" y="8028"/>
                  </a:lnTo>
                  <a:lnTo>
                    <a:pt x="13420655" y="30412"/>
                  </a:lnTo>
                  <a:lnTo>
                    <a:pt x="13447358" y="64600"/>
                  </a:lnTo>
                  <a:lnTo>
                    <a:pt x="13464899" y="108042"/>
                  </a:lnTo>
                  <a:lnTo>
                    <a:pt x="13470269" y="150740"/>
                  </a:lnTo>
                  <a:lnTo>
                    <a:pt x="13470269" y="565816"/>
                  </a:lnTo>
                  <a:lnTo>
                    <a:pt x="13464879" y="608578"/>
                  </a:lnTo>
                  <a:lnTo>
                    <a:pt x="13447316" y="652026"/>
                  </a:lnTo>
                  <a:lnTo>
                    <a:pt x="13420600" y="686196"/>
                  </a:lnTo>
                  <a:lnTo>
                    <a:pt x="13412861" y="691323"/>
                  </a:lnTo>
                  <a:close/>
                </a:path>
                <a:path w="13470890" h="716915">
                  <a:moveTo>
                    <a:pt x="13348048" y="716572"/>
                  </a:moveTo>
                  <a:lnTo>
                    <a:pt x="123158" y="716572"/>
                  </a:lnTo>
                  <a:lnTo>
                    <a:pt x="123158" y="703948"/>
                  </a:lnTo>
                  <a:lnTo>
                    <a:pt x="13348048" y="703948"/>
                  </a:lnTo>
                  <a:lnTo>
                    <a:pt x="13348048" y="716572"/>
                  </a:lnTo>
                  <a:close/>
                </a:path>
                <a:path w="13470890" h="716915">
                  <a:moveTo>
                    <a:pt x="13348048" y="716572"/>
                  </a:moveTo>
                  <a:lnTo>
                    <a:pt x="13348048" y="703948"/>
                  </a:lnTo>
                  <a:lnTo>
                    <a:pt x="13393801" y="703948"/>
                  </a:lnTo>
                  <a:lnTo>
                    <a:pt x="13386803" y="708556"/>
                  </a:lnTo>
                  <a:lnTo>
                    <a:pt x="13348048" y="716572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2554201" y="9115478"/>
            <a:ext cx="993203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-65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screens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are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232323"/>
                </a:solidFill>
                <a:latin typeface="Trebuchet MS"/>
                <a:cs typeface="Trebuchet MS"/>
              </a:rPr>
              <a:t>concentrated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here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232323"/>
                </a:solidFill>
                <a:latin typeface="Trebuchet MS"/>
                <a:cs typeface="Trebuchet MS"/>
              </a:rPr>
              <a:t>so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5">
                <a:solidFill>
                  <a:srgbClr val="232323"/>
                </a:solidFill>
                <a:latin typeface="Trebuchet MS"/>
                <a:cs typeface="Trebuchet MS"/>
              </a:rPr>
              <a:t>they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support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32323"/>
                </a:solidFill>
                <a:latin typeface="Trebuchet MS"/>
                <a:cs typeface="Trebuchet MS"/>
              </a:rPr>
              <a:t>app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232323"/>
                </a:solidFill>
                <a:latin typeface="Trebuchet MS"/>
                <a:cs typeface="Trebuchet MS"/>
              </a:rPr>
              <a:t>story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50">
                <a:solidFill>
                  <a:srgbClr val="232323"/>
                </a:solidFill>
                <a:latin typeface="Trebuchet MS"/>
                <a:cs typeface="Trebuchet MS"/>
              </a:rPr>
              <a:t>without</a:t>
            </a:r>
            <a:r>
              <a:rPr dirty="0" sz="1700" spc="-114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232323"/>
                </a:solidFill>
                <a:latin typeface="Trebuchet MS"/>
                <a:cs typeface="Trebuchet MS"/>
              </a:rPr>
              <a:t>distracting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60">
                <a:solidFill>
                  <a:srgbClr val="232323"/>
                </a:solidFill>
                <a:latin typeface="Trebuchet MS"/>
                <a:cs typeface="Trebuchet MS"/>
              </a:rPr>
              <a:t>every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232323"/>
                </a:solidFill>
                <a:latin typeface="Trebuchet MS"/>
                <a:cs typeface="Trebuchet MS"/>
              </a:rPr>
              <a:t>technical</a:t>
            </a:r>
            <a:r>
              <a:rPr dirty="0" sz="170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32323"/>
                </a:solidFill>
                <a:latin typeface="Trebuchet MS"/>
                <a:cs typeface="Trebuchet MS"/>
              </a:rPr>
              <a:t>slide.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F25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88890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46542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2041941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2618469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3194990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3771509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434803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492455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5501078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6077597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5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0" y="6654126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7230646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7807166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0" y="838369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0" y="8960215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0" y="9536734"/>
            <a:ext cx="18288000" cy="6985"/>
          </a:xfrm>
          <a:custGeom>
            <a:avLst/>
            <a:gdLst/>
            <a:ahLst/>
            <a:cxnLst/>
            <a:rect l="l" t="t" r="r" b="b"/>
            <a:pathLst>
              <a:path w="18288000" h="6984">
                <a:moveTo>
                  <a:pt x="18287998" y="6667"/>
                </a:moveTo>
                <a:lnTo>
                  <a:pt x="0" y="6667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6667"/>
                </a:lnTo>
                <a:close/>
              </a:path>
            </a:pathLst>
          </a:custGeom>
          <a:solidFill>
            <a:srgbClr val="37403C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0" y="10038435"/>
            <a:ext cx="18288000" cy="248920"/>
          </a:xfrm>
          <a:custGeom>
            <a:avLst/>
            <a:gdLst/>
            <a:ahLst/>
            <a:cxnLst/>
            <a:rect l="l" t="t" r="r" b="b"/>
            <a:pathLst>
              <a:path w="18288000" h="248920">
                <a:moveTo>
                  <a:pt x="18287988" y="0"/>
                </a:moveTo>
                <a:lnTo>
                  <a:pt x="0" y="0"/>
                </a:lnTo>
                <a:lnTo>
                  <a:pt x="0" y="9525"/>
                </a:lnTo>
                <a:lnTo>
                  <a:pt x="0" y="10160"/>
                </a:lnTo>
                <a:lnTo>
                  <a:pt x="0" y="248577"/>
                </a:lnTo>
                <a:lnTo>
                  <a:pt x="0" y="248920"/>
                </a:lnTo>
                <a:lnTo>
                  <a:pt x="9512" y="248920"/>
                </a:lnTo>
                <a:lnTo>
                  <a:pt x="9512" y="248577"/>
                </a:lnTo>
                <a:lnTo>
                  <a:pt x="18287988" y="248577"/>
                </a:lnTo>
                <a:lnTo>
                  <a:pt x="18287988" y="247078"/>
                </a:lnTo>
                <a:lnTo>
                  <a:pt x="18287988" y="19050"/>
                </a:lnTo>
                <a:lnTo>
                  <a:pt x="18287988" y="10160"/>
                </a:lnTo>
                <a:lnTo>
                  <a:pt x="18287988" y="9525"/>
                </a:lnTo>
                <a:lnTo>
                  <a:pt x="18287988" y="0"/>
                </a:lnTo>
                <a:close/>
              </a:path>
            </a:pathLst>
          </a:custGeom>
          <a:solidFill>
            <a:srgbClr val="3F67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975623" y="814250"/>
            <a:ext cx="4105910" cy="9639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150" spc="-150">
                <a:solidFill>
                  <a:srgbClr val="FFFFFF"/>
                </a:solidFill>
              </a:rPr>
              <a:t>Conclusion</a:t>
            </a:r>
            <a:endParaRPr sz="6150"/>
          </a:p>
        </p:txBody>
      </p:sp>
      <p:sp>
        <p:nvSpPr>
          <p:cNvPr id="21" name="object 21"/>
          <p:cNvSpPr/>
          <p:nvPr/>
        </p:nvSpPr>
        <p:spPr>
          <a:xfrm>
            <a:off x="1029481" y="1948052"/>
            <a:ext cx="4392930" cy="57150"/>
          </a:xfrm>
          <a:custGeom>
            <a:avLst/>
            <a:gdLst/>
            <a:ahLst/>
            <a:cxnLst/>
            <a:rect l="l" t="t" r="r" b="b"/>
            <a:pathLst>
              <a:path w="4392930" h="57150">
                <a:moveTo>
                  <a:pt x="4392549" y="57150"/>
                </a:moveTo>
                <a:lnTo>
                  <a:pt x="0" y="57150"/>
                </a:lnTo>
                <a:lnTo>
                  <a:pt x="0" y="0"/>
                </a:lnTo>
                <a:lnTo>
                  <a:pt x="4392549" y="0"/>
                </a:lnTo>
                <a:lnTo>
                  <a:pt x="4392549" y="57150"/>
                </a:lnTo>
                <a:close/>
              </a:path>
            </a:pathLst>
          </a:custGeom>
          <a:solidFill>
            <a:srgbClr val="6E9E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057986" y="2858430"/>
            <a:ext cx="9806940" cy="107569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204"/>
              </a:spcBef>
            </a:pPr>
            <a:r>
              <a:rPr dirty="0" sz="3450" spc="-250" b="1">
                <a:solidFill>
                  <a:srgbClr val="E7EFE4"/>
                </a:solidFill>
                <a:latin typeface="Tahoma"/>
                <a:cs typeface="Tahoma"/>
              </a:rPr>
              <a:t>SpotterAI</a:t>
            </a:r>
            <a:r>
              <a:rPr dirty="0" sz="3450" spc="-265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40" b="1">
                <a:solidFill>
                  <a:srgbClr val="E7EFE4"/>
                </a:solidFill>
                <a:latin typeface="Tahoma"/>
                <a:cs typeface="Tahoma"/>
              </a:rPr>
              <a:t>aims</a:t>
            </a:r>
            <a:r>
              <a:rPr dirty="0" sz="3450" spc="-270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90" b="1">
                <a:solidFill>
                  <a:srgbClr val="E7EFE4"/>
                </a:solidFill>
                <a:latin typeface="Tahoma"/>
                <a:cs typeface="Tahoma"/>
              </a:rPr>
              <a:t>to</a:t>
            </a:r>
            <a:r>
              <a:rPr dirty="0" sz="3450" spc="-270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210" b="1">
                <a:solidFill>
                  <a:srgbClr val="E7EFE4"/>
                </a:solidFill>
                <a:latin typeface="Tahoma"/>
                <a:cs typeface="Tahoma"/>
              </a:rPr>
              <a:t>make</a:t>
            </a:r>
            <a:r>
              <a:rPr dirty="0" sz="3450" spc="-270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50" b="1">
                <a:solidFill>
                  <a:srgbClr val="E7EFE4"/>
                </a:solidFill>
                <a:latin typeface="Tahoma"/>
                <a:cs typeface="Tahoma"/>
              </a:rPr>
              <a:t>personal</a:t>
            </a:r>
            <a:r>
              <a:rPr dirty="0" sz="3450" spc="-265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75" b="1">
                <a:solidFill>
                  <a:srgbClr val="E7EFE4"/>
                </a:solidFill>
                <a:latin typeface="Tahoma"/>
                <a:cs typeface="Tahoma"/>
              </a:rPr>
              <a:t>health</a:t>
            </a:r>
            <a:r>
              <a:rPr dirty="0" sz="3450" spc="-270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05" b="1">
                <a:solidFill>
                  <a:srgbClr val="E7EFE4"/>
                </a:solidFill>
                <a:latin typeface="Tahoma"/>
                <a:cs typeface="Tahoma"/>
              </a:rPr>
              <a:t>coaching </a:t>
            </a:r>
            <a:r>
              <a:rPr dirty="0" sz="3450" spc="-200" b="1">
                <a:solidFill>
                  <a:srgbClr val="E7EFE4"/>
                </a:solidFill>
                <a:latin typeface="Tahoma"/>
                <a:cs typeface="Tahoma"/>
              </a:rPr>
              <a:t>more</a:t>
            </a:r>
            <a:r>
              <a:rPr dirty="0" sz="3450" spc="-260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75" b="1">
                <a:solidFill>
                  <a:srgbClr val="E7EFE4"/>
                </a:solidFill>
                <a:latin typeface="Tahoma"/>
                <a:cs typeface="Tahoma"/>
              </a:rPr>
              <a:t>accessible,</a:t>
            </a:r>
            <a:r>
              <a:rPr dirty="0" sz="3450" spc="-250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75" b="1">
                <a:solidFill>
                  <a:srgbClr val="E7EFE4"/>
                </a:solidFill>
                <a:latin typeface="Tahoma"/>
                <a:cs typeface="Tahoma"/>
              </a:rPr>
              <a:t>adaptive,</a:t>
            </a:r>
            <a:r>
              <a:rPr dirty="0" sz="3450" spc="-254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90" b="1">
                <a:solidFill>
                  <a:srgbClr val="E7EFE4"/>
                </a:solidFill>
                <a:latin typeface="Tahoma"/>
                <a:cs typeface="Tahoma"/>
              </a:rPr>
              <a:t>and</a:t>
            </a:r>
            <a:r>
              <a:rPr dirty="0" sz="3450" spc="-254" b="1">
                <a:solidFill>
                  <a:srgbClr val="E7EFE4"/>
                </a:solidFill>
                <a:latin typeface="Tahoma"/>
                <a:cs typeface="Tahoma"/>
              </a:rPr>
              <a:t> </a:t>
            </a:r>
            <a:r>
              <a:rPr dirty="0" sz="3450" spc="-100" b="1">
                <a:solidFill>
                  <a:srgbClr val="E7EFE4"/>
                </a:solidFill>
                <a:latin typeface="Tahoma"/>
                <a:cs typeface="Tahoma"/>
              </a:rPr>
              <a:t>motivating.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70"/>
              <a:t>SPOTTERAI</a:t>
            </a:r>
            <a:r>
              <a:rPr dirty="0" spc="20"/>
              <a:t> </a:t>
            </a:r>
            <a:r>
              <a:rPr dirty="0" spc="-50"/>
              <a:t>/</a:t>
            </a:r>
            <a:r>
              <a:rPr dirty="0" spc="100"/>
              <a:t> </a:t>
            </a:r>
            <a:r>
              <a:rPr dirty="0" spc="-40"/>
              <a:t>SE</a:t>
            </a:r>
            <a:r>
              <a:rPr dirty="0" spc="-95"/>
              <a:t> </a:t>
            </a:r>
            <a:r>
              <a:rPr dirty="0" spc="-114"/>
              <a:t>216</a:t>
            </a:r>
            <a:r>
              <a:rPr dirty="0" spc="-95"/>
              <a:t> </a:t>
            </a:r>
            <a:r>
              <a:rPr dirty="0" spc="-65"/>
              <a:t>SOFTWARE</a:t>
            </a:r>
            <a:r>
              <a:rPr dirty="0" spc="-95"/>
              <a:t> </a:t>
            </a:r>
            <a:r>
              <a:rPr dirty="0" spc="-65"/>
              <a:t>PROJECT</a:t>
            </a:r>
            <a:r>
              <a:rPr dirty="0" spc="-95"/>
              <a:t> </a:t>
            </a:r>
            <a:r>
              <a:rPr dirty="0" spc="-35"/>
              <a:t>MANAGEMENT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975623" y="5003689"/>
            <a:ext cx="4089400" cy="963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150" spc="-265" b="1">
                <a:solidFill>
                  <a:srgbClr val="FFFFFF"/>
                </a:solidFill>
                <a:latin typeface="Tahoma"/>
                <a:cs typeface="Tahoma"/>
              </a:rPr>
              <a:t>Ǫuestions?</a:t>
            </a:r>
            <a:endParaRPr sz="6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kerem güneş</dc:creator>
  <cp:keywords>DAHJ4neT6vk,BAFQEKxrV_8,0</cp:keywords>
  <dc:title>SpotterAI_SE216_Clean_No_Overflow.pptx</dc:title>
  <dcterms:created xsi:type="dcterms:W3CDTF">2026-05-17T20:34:56Z</dcterms:created>
  <dcterms:modified xsi:type="dcterms:W3CDTF">2026-05-17T20:34:56Z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2026-05-17T00:00:00Z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2026-05-17T00:00:00Z</vt:filetime>
  </property>
  <property fmtid="{D5CDD505-2E9C-101B-9397-08002B2CF9AE}" pid="6" name="Producer">
    <vt:lpwstr>Canva</vt:lpwstr>
  </property>
</Properties>
</file>